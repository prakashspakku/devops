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2" r:id="rId4"/>
  </p:sldMasterIdLst>
  <p:notesMasterIdLst>
    <p:notesMasterId r:id="rId23"/>
  </p:notesMasterIdLst>
  <p:handoutMasterIdLst>
    <p:handoutMasterId r:id="rId24"/>
  </p:handout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Jenkins Pipeline: Concepts and Implementation" id="{907F3204-4809-4AB0-9F2D-7F76D5CF31AA}">
          <p14:sldIdLst>
            <p14:sldId id="2561"/>
          </p14:sldIdLst>
        </p14:section>
        <p14:section name="Introduction to Jenkins Pipeline" id="{F35074EF-6FA7-4DA6-9C71-2571948A0006}">
          <p14:sldIdLst>
            <p14:sldId id="2562"/>
            <p14:sldId id="2563"/>
            <p14:sldId id="2564"/>
          </p14:sldIdLst>
        </p14:section>
        <p14:section name="Pipeline Stages and Benefits" id="{09498AED-1FF4-4E4C-8502-A7E0DFCF689A}">
          <p14:sldIdLst>
            <p14:sldId id="2565"/>
            <p14:sldId id="2566"/>
            <p14:sldId id="2567"/>
          </p14:sldIdLst>
        </p14:section>
        <p14:section name="Pipeline Types and Syntax" id="{1C3C2AFD-FD1C-4768-9749-80C095069646}">
          <p14:sldIdLst>
            <p14:sldId id="2568"/>
            <p14:sldId id="2569"/>
            <p14:sldId id="2570"/>
          </p14:sldIdLst>
        </p14:section>
        <p14:section name="Advanced Pipeline Features" id="{A45F8A8F-A478-4C19-B540-011FF1D90B0E}">
          <p14:sldIdLst>
            <p14:sldId id="2571"/>
            <p14:sldId id="2572"/>
            <p14:sldId id="2573"/>
          </p14:sldIdLst>
        </p14:section>
        <p14:section name="Security and Administration" id="{589CA4D6-699A-49EF-9A05-087B215A4329}">
          <p14:sldIdLst>
            <p14:sldId id="2574"/>
            <p14:sldId id="2575"/>
            <p14:sldId id="2576"/>
          </p14:sldIdLst>
        </p14:section>
        <p14:section name="Key Takeaways" id="{1120128A-24BE-4221-B158-488E7AAC147A}">
          <p14:sldIdLst>
            <p14:sldId id="2577"/>
            <p14:sldId id="257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EC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BB71C9-8DBF-4E68-9C41-E60454D22B51}" v="18" dt="2025-12-09T06:18:27.7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30"/>
  </p:normalViewPr>
  <p:slideViewPr>
    <p:cSldViewPr snapToGrid="0">
      <p:cViewPr>
        <p:scale>
          <a:sx n="100" d="100"/>
          <a:sy n="100" d="100"/>
        </p:scale>
        <p:origin x="58" y="-547"/>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A076BB-8412-4EB6-8488-686BC5EAA0FE}"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171C9970-A4E5-48B0-8206-0D8511A4C421}">
      <dgm:prSet/>
      <dgm:spPr/>
      <dgm:t>
        <a:bodyPr/>
        <a:lstStyle/>
        <a:p>
          <a:pPr>
            <a:lnSpc>
              <a:spcPct val="100000"/>
            </a:lnSpc>
            <a:defRPr b="1"/>
          </a:pPr>
          <a:r>
            <a:rPr lang="en-US" b="0" i="0"/>
            <a:t>Code Checkout</a:t>
          </a:r>
          <a:endParaRPr lang="en-US"/>
        </a:p>
      </dgm:t>
    </dgm:pt>
    <dgm:pt modelId="{9C7BAEAE-6FA1-4FD5-B1A2-755D8723D5AE}" type="parTrans" cxnId="{5D5A4F32-EED2-408B-92AB-920D37DC2150}">
      <dgm:prSet/>
      <dgm:spPr/>
      <dgm:t>
        <a:bodyPr/>
        <a:lstStyle/>
        <a:p>
          <a:endParaRPr lang="en-US"/>
        </a:p>
      </dgm:t>
    </dgm:pt>
    <dgm:pt modelId="{DD769D89-814A-4559-B1D8-BCB8F04FC204}" type="sibTrans" cxnId="{5D5A4F32-EED2-408B-92AB-920D37DC2150}">
      <dgm:prSet/>
      <dgm:spPr/>
      <dgm:t>
        <a:bodyPr/>
        <a:lstStyle/>
        <a:p>
          <a:pPr>
            <a:lnSpc>
              <a:spcPct val="100000"/>
            </a:lnSpc>
            <a:defRPr b="1"/>
          </a:pPr>
          <a:endParaRPr lang="en-US"/>
        </a:p>
      </dgm:t>
    </dgm:pt>
    <dgm:pt modelId="{3364364A-D9F7-4C9D-8CE9-F6184AAAC610}">
      <dgm:prSet/>
      <dgm:spPr/>
      <dgm:t>
        <a:bodyPr/>
        <a:lstStyle/>
        <a:p>
          <a:pPr>
            <a:lnSpc>
              <a:spcPct val="100000"/>
            </a:lnSpc>
          </a:pPr>
          <a:r>
            <a:rPr lang="en-US" b="0" i="0"/>
            <a:t>Retrieving the latest code from version control ensures all updates are included before building.</a:t>
          </a:r>
          <a:endParaRPr lang="en-US"/>
        </a:p>
      </dgm:t>
    </dgm:pt>
    <dgm:pt modelId="{9FE42123-4C61-436A-9755-C7EDA0641764}" type="parTrans" cxnId="{840F79E1-DD01-4D9D-B0E8-12033040E4E4}">
      <dgm:prSet/>
      <dgm:spPr/>
      <dgm:t>
        <a:bodyPr/>
        <a:lstStyle/>
        <a:p>
          <a:endParaRPr lang="en-US"/>
        </a:p>
      </dgm:t>
    </dgm:pt>
    <dgm:pt modelId="{7A5E2AA5-5BCA-4396-84A6-42EF068F142E}" type="sibTrans" cxnId="{840F79E1-DD01-4D9D-B0E8-12033040E4E4}">
      <dgm:prSet/>
      <dgm:spPr/>
      <dgm:t>
        <a:bodyPr/>
        <a:lstStyle/>
        <a:p>
          <a:endParaRPr lang="en-US"/>
        </a:p>
      </dgm:t>
    </dgm:pt>
    <dgm:pt modelId="{BBC2F49C-EA51-4937-B443-5247258966FE}">
      <dgm:prSet/>
      <dgm:spPr/>
      <dgm:t>
        <a:bodyPr/>
        <a:lstStyle/>
        <a:p>
          <a:pPr>
            <a:lnSpc>
              <a:spcPct val="100000"/>
            </a:lnSpc>
            <a:defRPr b="1"/>
          </a:pPr>
          <a:r>
            <a:rPr lang="en-US" b="0" i="0"/>
            <a:t>Build Stage</a:t>
          </a:r>
          <a:endParaRPr lang="en-US"/>
        </a:p>
      </dgm:t>
    </dgm:pt>
    <dgm:pt modelId="{7E00D67E-7753-428A-ACC7-B9FD9BEB190B}" type="parTrans" cxnId="{C9D9E40F-C467-46BB-8982-9996B363D9EC}">
      <dgm:prSet/>
      <dgm:spPr/>
      <dgm:t>
        <a:bodyPr/>
        <a:lstStyle/>
        <a:p>
          <a:endParaRPr lang="en-US"/>
        </a:p>
      </dgm:t>
    </dgm:pt>
    <dgm:pt modelId="{E393B961-AAE9-4F2A-81C7-FEEE99EFCFEB}" type="sibTrans" cxnId="{C9D9E40F-C467-46BB-8982-9996B363D9EC}">
      <dgm:prSet/>
      <dgm:spPr/>
      <dgm:t>
        <a:bodyPr/>
        <a:lstStyle/>
        <a:p>
          <a:pPr>
            <a:lnSpc>
              <a:spcPct val="100000"/>
            </a:lnSpc>
            <a:defRPr b="1"/>
          </a:pPr>
          <a:endParaRPr lang="en-US"/>
        </a:p>
      </dgm:t>
    </dgm:pt>
    <dgm:pt modelId="{9C3CAD9C-0DC4-49C4-A02F-4548D339D6C4}">
      <dgm:prSet/>
      <dgm:spPr/>
      <dgm:t>
        <a:bodyPr/>
        <a:lstStyle/>
        <a:p>
          <a:pPr>
            <a:lnSpc>
              <a:spcPct val="100000"/>
            </a:lnSpc>
          </a:pPr>
          <a:r>
            <a:rPr lang="en-US" b="0" i="0"/>
            <a:t>Compiling source code to create executable artifacts is essential for software deployment.</a:t>
          </a:r>
          <a:endParaRPr lang="en-US"/>
        </a:p>
      </dgm:t>
    </dgm:pt>
    <dgm:pt modelId="{0BEC416D-93DF-41AF-B8A2-6C72C161FC58}" type="parTrans" cxnId="{F85FC048-4D44-47F2-8DE5-E23DAE9C02AD}">
      <dgm:prSet/>
      <dgm:spPr/>
      <dgm:t>
        <a:bodyPr/>
        <a:lstStyle/>
        <a:p>
          <a:endParaRPr lang="en-US"/>
        </a:p>
      </dgm:t>
    </dgm:pt>
    <dgm:pt modelId="{479F833F-480A-47FC-99C0-7A660E6650D2}" type="sibTrans" cxnId="{F85FC048-4D44-47F2-8DE5-E23DAE9C02AD}">
      <dgm:prSet/>
      <dgm:spPr/>
      <dgm:t>
        <a:bodyPr/>
        <a:lstStyle/>
        <a:p>
          <a:endParaRPr lang="en-US"/>
        </a:p>
      </dgm:t>
    </dgm:pt>
    <dgm:pt modelId="{CF96541E-3C39-4131-9B67-9A2E36D42642}">
      <dgm:prSet/>
      <dgm:spPr/>
      <dgm:t>
        <a:bodyPr/>
        <a:lstStyle/>
        <a:p>
          <a:pPr>
            <a:lnSpc>
              <a:spcPct val="100000"/>
            </a:lnSpc>
            <a:defRPr b="1"/>
          </a:pPr>
          <a:r>
            <a:rPr lang="en-US" b="0" i="0"/>
            <a:t>Unit Testing</a:t>
          </a:r>
          <a:endParaRPr lang="en-US"/>
        </a:p>
      </dgm:t>
    </dgm:pt>
    <dgm:pt modelId="{81AD5366-7496-4572-BCE0-7F08E3EDB9C5}" type="parTrans" cxnId="{73A75723-4089-49B5-AB19-D7C8D549F1DC}">
      <dgm:prSet/>
      <dgm:spPr/>
      <dgm:t>
        <a:bodyPr/>
        <a:lstStyle/>
        <a:p>
          <a:endParaRPr lang="en-US"/>
        </a:p>
      </dgm:t>
    </dgm:pt>
    <dgm:pt modelId="{AE099696-3E0D-454F-9A93-110B0755D812}" type="sibTrans" cxnId="{73A75723-4089-49B5-AB19-D7C8D549F1DC}">
      <dgm:prSet/>
      <dgm:spPr/>
      <dgm:t>
        <a:bodyPr/>
        <a:lstStyle/>
        <a:p>
          <a:pPr>
            <a:lnSpc>
              <a:spcPct val="100000"/>
            </a:lnSpc>
            <a:defRPr b="1"/>
          </a:pPr>
          <a:endParaRPr lang="en-US"/>
        </a:p>
      </dgm:t>
    </dgm:pt>
    <dgm:pt modelId="{CE0E9182-32D4-4198-A6AA-F6E16FCEB491}">
      <dgm:prSet/>
      <dgm:spPr/>
      <dgm:t>
        <a:bodyPr/>
        <a:lstStyle/>
        <a:p>
          <a:pPr>
            <a:lnSpc>
              <a:spcPct val="100000"/>
            </a:lnSpc>
          </a:pPr>
          <a:r>
            <a:rPr lang="en-US" b="0" i="0"/>
            <a:t>Running unit tests validates individual components to ensure they function correctly.</a:t>
          </a:r>
          <a:endParaRPr lang="en-US"/>
        </a:p>
      </dgm:t>
    </dgm:pt>
    <dgm:pt modelId="{13CA2FE7-5562-43F7-87C1-F9868E7D9552}" type="parTrans" cxnId="{9E6B15FF-B11C-49A8-B892-88FBDFDC6BCF}">
      <dgm:prSet/>
      <dgm:spPr/>
      <dgm:t>
        <a:bodyPr/>
        <a:lstStyle/>
        <a:p>
          <a:endParaRPr lang="en-US"/>
        </a:p>
      </dgm:t>
    </dgm:pt>
    <dgm:pt modelId="{BC684A66-14D2-4D5A-ABB4-22C827C69208}" type="sibTrans" cxnId="{9E6B15FF-B11C-49A8-B892-88FBDFDC6BCF}">
      <dgm:prSet/>
      <dgm:spPr/>
      <dgm:t>
        <a:bodyPr/>
        <a:lstStyle/>
        <a:p>
          <a:endParaRPr lang="en-US"/>
        </a:p>
      </dgm:t>
    </dgm:pt>
    <dgm:pt modelId="{7DC9D4CB-381D-4D01-AF5C-2F7A40062321}">
      <dgm:prSet/>
      <dgm:spPr/>
      <dgm:t>
        <a:bodyPr/>
        <a:lstStyle/>
        <a:p>
          <a:pPr>
            <a:lnSpc>
              <a:spcPct val="100000"/>
            </a:lnSpc>
            <a:defRPr b="1"/>
          </a:pPr>
          <a:r>
            <a:rPr lang="en-US" b="0" i="0"/>
            <a:t>Security Scanning</a:t>
          </a:r>
          <a:endParaRPr lang="en-US"/>
        </a:p>
      </dgm:t>
    </dgm:pt>
    <dgm:pt modelId="{ADF825F7-37E0-4678-9120-D60100C22B02}" type="parTrans" cxnId="{20F2599F-EC90-414B-9E4A-D639BCEB7B04}">
      <dgm:prSet/>
      <dgm:spPr/>
      <dgm:t>
        <a:bodyPr/>
        <a:lstStyle/>
        <a:p>
          <a:endParaRPr lang="en-US"/>
        </a:p>
      </dgm:t>
    </dgm:pt>
    <dgm:pt modelId="{D4B2D511-D7E7-40D3-B45C-5A6124BF61FC}" type="sibTrans" cxnId="{20F2599F-EC90-414B-9E4A-D639BCEB7B04}">
      <dgm:prSet/>
      <dgm:spPr/>
      <dgm:t>
        <a:bodyPr/>
        <a:lstStyle/>
        <a:p>
          <a:pPr>
            <a:lnSpc>
              <a:spcPct val="100000"/>
            </a:lnSpc>
            <a:defRPr b="1"/>
          </a:pPr>
          <a:endParaRPr lang="en-US"/>
        </a:p>
      </dgm:t>
    </dgm:pt>
    <dgm:pt modelId="{A57C8D5F-6CEB-482C-BFDD-8C9525DDED26}">
      <dgm:prSet/>
      <dgm:spPr/>
      <dgm:t>
        <a:bodyPr/>
        <a:lstStyle/>
        <a:p>
          <a:pPr>
            <a:lnSpc>
              <a:spcPct val="100000"/>
            </a:lnSpc>
          </a:pPr>
          <a:r>
            <a:rPr lang="en-US" b="0" i="0"/>
            <a:t>Performing security scans helps identify vulnerabilities to maintain application safety.</a:t>
          </a:r>
          <a:endParaRPr lang="en-US"/>
        </a:p>
      </dgm:t>
    </dgm:pt>
    <dgm:pt modelId="{65121699-6699-47C6-BB3F-BF2D94D20940}" type="parTrans" cxnId="{B1D71D71-198C-4FDA-BA3E-D2AED12E923E}">
      <dgm:prSet/>
      <dgm:spPr/>
      <dgm:t>
        <a:bodyPr/>
        <a:lstStyle/>
        <a:p>
          <a:endParaRPr lang="en-US"/>
        </a:p>
      </dgm:t>
    </dgm:pt>
    <dgm:pt modelId="{652DBE2A-4A7B-436B-9C97-3C9878586AFA}" type="sibTrans" cxnId="{B1D71D71-198C-4FDA-BA3E-D2AED12E923E}">
      <dgm:prSet/>
      <dgm:spPr/>
      <dgm:t>
        <a:bodyPr/>
        <a:lstStyle/>
        <a:p>
          <a:endParaRPr lang="en-US"/>
        </a:p>
      </dgm:t>
    </dgm:pt>
    <dgm:pt modelId="{A733AA1E-30D5-44F8-953D-96373D7F7CB6}">
      <dgm:prSet/>
      <dgm:spPr/>
      <dgm:t>
        <a:bodyPr/>
        <a:lstStyle/>
        <a:p>
          <a:pPr>
            <a:lnSpc>
              <a:spcPct val="100000"/>
            </a:lnSpc>
            <a:defRPr b="1"/>
          </a:pPr>
          <a:r>
            <a:rPr lang="en-US" b="0" i="0"/>
            <a:t>Deployment</a:t>
          </a:r>
          <a:endParaRPr lang="en-US"/>
        </a:p>
      </dgm:t>
    </dgm:pt>
    <dgm:pt modelId="{F1ABB658-E5E6-489D-AFEF-C4B40F8F8A36}" type="parTrans" cxnId="{7C0C4250-63E0-41A8-BC8F-4764AFFB2288}">
      <dgm:prSet/>
      <dgm:spPr/>
      <dgm:t>
        <a:bodyPr/>
        <a:lstStyle/>
        <a:p>
          <a:endParaRPr lang="en-US"/>
        </a:p>
      </dgm:t>
    </dgm:pt>
    <dgm:pt modelId="{4BCEB29E-F93D-42CE-AA84-36C6EBF6E676}" type="sibTrans" cxnId="{7C0C4250-63E0-41A8-BC8F-4764AFFB2288}">
      <dgm:prSet/>
      <dgm:spPr/>
      <dgm:t>
        <a:bodyPr/>
        <a:lstStyle/>
        <a:p>
          <a:endParaRPr lang="en-US"/>
        </a:p>
      </dgm:t>
    </dgm:pt>
    <dgm:pt modelId="{2BE06FB0-2882-4B53-B5E4-4DD9BDCD747C}">
      <dgm:prSet/>
      <dgm:spPr/>
      <dgm:t>
        <a:bodyPr/>
        <a:lstStyle/>
        <a:p>
          <a:pPr>
            <a:lnSpc>
              <a:spcPct val="100000"/>
            </a:lnSpc>
          </a:pPr>
          <a:r>
            <a:rPr lang="en-US" b="0" i="0"/>
            <a:t>Deploying the code to production or staging environments completes the CI/CD cycle.</a:t>
          </a:r>
          <a:endParaRPr lang="en-US"/>
        </a:p>
      </dgm:t>
    </dgm:pt>
    <dgm:pt modelId="{672DB099-2702-4A64-B0AE-582F008FCC6D}" type="parTrans" cxnId="{DE0B483D-30E6-43AB-AA24-8A0790C610D2}">
      <dgm:prSet/>
      <dgm:spPr/>
      <dgm:t>
        <a:bodyPr/>
        <a:lstStyle/>
        <a:p>
          <a:endParaRPr lang="en-US"/>
        </a:p>
      </dgm:t>
    </dgm:pt>
    <dgm:pt modelId="{C7C8D9DE-F7FB-4176-94C6-5904D233A659}" type="sibTrans" cxnId="{DE0B483D-30E6-43AB-AA24-8A0790C610D2}">
      <dgm:prSet/>
      <dgm:spPr/>
      <dgm:t>
        <a:bodyPr/>
        <a:lstStyle/>
        <a:p>
          <a:endParaRPr lang="en-US"/>
        </a:p>
      </dgm:t>
    </dgm:pt>
    <dgm:pt modelId="{A7B41C85-B123-43B9-8319-6D797F300C40}" type="pres">
      <dgm:prSet presAssocID="{3BA076BB-8412-4EB6-8488-686BC5EAA0FE}" presName="Name0" presStyleCnt="0">
        <dgm:presLayoutVars>
          <dgm:dir/>
          <dgm:resizeHandles val="exact"/>
        </dgm:presLayoutVars>
      </dgm:prSet>
      <dgm:spPr/>
    </dgm:pt>
    <dgm:pt modelId="{9C6E3A70-2AD1-415C-A410-A1A95BA2526A}" type="pres">
      <dgm:prSet presAssocID="{171C9970-A4E5-48B0-8206-0D8511A4C421}" presName="compNode" presStyleCnt="0"/>
      <dgm:spPr/>
    </dgm:pt>
    <dgm:pt modelId="{54DA492F-1087-4928-941B-63826E2B6C44}" type="pres">
      <dgm:prSet presAssocID="{171C9970-A4E5-48B0-8206-0D8511A4C421}" presName="pictRect" presStyleLbl="revTx" presStyleIdx="0" presStyleCnt="10">
        <dgm:presLayoutVars>
          <dgm:chMax val="0"/>
          <dgm:bulletEnabled/>
        </dgm:presLayoutVars>
      </dgm:prSet>
      <dgm:spPr/>
    </dgm:pt>
    <dgm:pt modelId="{8F3DC36D-54EB-441A-ADF7-5F605DCA3DC4}" type="pres">
      <dgm:prSet presAssocID="{171C9970-A4E5-48B0-8206-0D8511A4C421}" presName="textRect" presStyleLbl="revTx" presStyleIdx="1" presStyleCnt="10">
        <dgm:presLayoutVars>
          <dgm:bulletEnabled/>
        </dgm:presLayoutVars>
      </dgm:prSet>
      <dgm:spPr/>
    </dgm:pt>
    <dgm:pt modelId="{323CD1EC-B140-4719-8C56-418C035D86DB}" type="pres">
      <dgm:prSet presAssocID="{DD769D89-814A-4559-B1D8-BCB8F04FC204}" presName="sibTrans" presStyleLbl="sibTrans2D1" presStyleIdx="0" presStyleCnt="0"/>
      <dgm:spPr/>
    </dgm:pt>
    <dgm:pt modelId="{9B5EAD66-D835-4354-948D-9103C1A16350}" type="pres">
      <dgm:prSet presAssocID="{BBC2F49C-EA51-4937-B443-5247258966FE}" presName="compNode" presStyleCnt="0"/>
      <dgm:spPr/>
    </dgm:pt>
    <dgm:pt modelId="{C9BA3568-43B4-4BD9-B388-DBFAC7A68A02}" type="pres">
      <dgm:prSet presAssocID="{BBC2F49C-EA51-4937-B443-5247258966FE}" presName="pictRect" presStyleLbl="revTx" presStyleIdx="2" presStyleCnt="10">
        <dgm:presLayoutVars>
          <dgm:chMax val="0"/>
          <dgm:bulletEnabled/>
        </dgm:presLayoutVars>
      </dgm:prSet>
      <dgm:spPr/>
    </dgm:pt>
    <dgm:pt modelId="{1E2C3EDA-86EB-4E6D-9743-019EDA3C974A}" type="pres">
      <dgm:prSet presAssocID="{BBC2F49C-EA51-4937-B443-5247258966FE}" presName="textRect" presStyleLbl="revTx" presStyleIdx="3" presStyleCnt="10">
        <dgm:presLayoutVars>
          <dgm:bulletEnabled/>
        </dgm:presLayoutVars>
      </dgm:prSet>
      <dgm:spPr/>
    </dgm:pt>
    <dgm:pt modelId="{54A9B8E9-F1FA-47DA-9952-3F7B3B6DEF6E}" type="pres">
      <dgm:prSet presAssocID="{E393B961-AAE9-4F2A-81C7-FEEE99EFCFEB}" presName="sibTrans" presStyleLbl="sibTrans2D1" presStyleIdx="0" presStyleCnt="0"/>
      <dgm:spPr/>
    </dgm:pt>
    <dgm:pt modelId="{A0F64611-5358-41B8-BD47-CEA1424A582A}" type="pres">
      <dgm:prSet presAssocID="{CF96541E-3C39-4131-9B67-9A2E36D42642}" presName="compNode" presStyleCnt="0"/>
      <dgm:spPr/>
    </dgm:pt>
    <dgm:pt modelId="{C4BE44D8-4BC9-4E98-AF5C-B3691A41E3DE}" type="pres">
      <dgm:prSet presAssocID="{CF96541E-3C39-4131-9B67-9A2E36D42642}" presName="pictRect" presStyleLbl="revTx" presStyleIdx="4" presStyleCnt="10">
        <dgm:presLayoutVars>
          <dgm:chMax val="0"/>
          <dgm:bulletEnabled/>
        </dgm:presLayoutVars>
      </dgm:prSet>
      <dgm:spPr/>
    </dgm:pt>
    <dgm:pt modelId="{4B670FDA-0ED6-4E93-8727-A76744354943}" type="pres">
      <dgm:prSet presAssocID="{CF96541E-3C39-4131-9B67-9A2E36D42642}" presName="textRect" presStyleLbl="revTx" presStyleIdx="5" presStyleCnt="10">
        <dgm:presLayoutVars>
          <dgm:bulletEnabled/>
        </dgm:presLayoutVars>
      </dgm:prSet>
      <dgm:spPr/>
    </dgm:pt>
    <dgm:pt modelId="{C7DF145E-35B0-47F3-BFF6-A53DA309EE19}" type="pres">
      <dgm:prSet presAssocID="{AE099696-3E0D-454F-9A93-110B0755D812}" presName="sibTrans" presStyleLbl="sibTrans2D1" presStyleIdx="0" presStyleCnt="0"/>
      <dgm:spPr/>
    </dgm:pt>
    <dgm:pt modelId="{F81155BE-8770-441D-BBC1-825B3565E2DD}" type="pres">
      <dgm:prSet presAssocID="{7DC9D4CB-381D-4D01-AF5C-2F7A40062321}" presName="compNode" presStyleCnt="0"/>
      <dgm:spPr/>
    </dgm:pt>
    <dgm:pt modelId="{8F86FFCF-1E76-433C-A087-AEFF657F4146}" type="pres">
      <dgm:prSet presAssocID="{7DC9D4CB-381D-4D01-AF5C-2F7A40062321}" presName="pictRect" presStyleLbl="revTx" presStyleIdx="6" presStyleCnt="10">
        <dgm:presLayoutVars>
          <dgm:chMax val="0"/>
          <dgm:bulletEnabled/>
        </dgm:presLayoutVars>
      </dgm:prSet>
      <dgm:spPr/>
    </dgm:pt>
    <dgm:pt modelId="{4543C255-6950-4BAC-9942-293B1B6FF8A1}" type="pres">
      <dgm:prSet presAssocID="{7DC9D4CB-381D-4D01-AF5C-2F7A40062321}" presName="textRect" presStyleLbl="revTx" presStyleIdx="7" presStyleCnt="10">
        <dgm:presLayoutVars>
          <dgm:bulletEnabled/>
        </dgm:presLayoutVars>
      </dgm:prSet>
      <dgm:spPr/>
    </dgm:pt>
    <dgm:pt modelId="{D1889DD0-D115-4BC4-A3E2-7C214DEB333D}" type="pres">
      <dgm:prSet presAssocID="{D4B2D511-D7E7-40D3-B45C-5A6124BF61FC}" presName="sibTrans" presStyleLbl="sibTrans2D1" presStyleIdx="0" presStyleCnt="0"/>
      <dgm:spPr/>
    </dgm:pt>
    <dgm:pt modelId="{3C6C20BB-A304-4D10-B94E-208BB62541BF}" type="pres">
      <dgm:prSet presAssocID="{A733AA1E-30D5-44F8-953D-96373D7F7CB6}" presName="compNode" presStyleCnt="0"/>
      <dgm:spPr/>
    </dgm:pt>
    <dgm:pt modelId="{25A8FDF8-406B-4983-AED1-910FC4F2BE1D}" type="pres">
      <dgm:prSet presAssocID="{A733AA1E-30D5-44F8-953D-96373D7F7CB6}" presName="pictRect" presStyleLbl="revTx" presStyleIdx="8" presStyleCnt="10">
        <dgm:presLayoutVars>
          <dgm:chMax val="0"/>
          <dgm:bulletEnabled/>
        </dgm:presLayoutVars>
      </dgm:prSet>
      <dgm:spPr/>
    </dgm:pt>
    <dgm:pt modelId="{9444F3F6-2E90-4520-AAB9-8D73595292D7}" type="pres">
      <dgm:prSet presAssocID="{A733AA1E-30D5-44F8-953D-96373D7F7CB6}" presName="textRect" presStyleLbl="revTx" presStyleIdx="9" presStyleCnt="10">
        <dgm:presLayoutVars>
          <dgm:bulletEnabled/>
        </dgm:presLayoutVars>
      </dgm:prSet>
      <dgm:spPr/>
    </dgm:pt>
  </dgm:ptLst>
  <dgm:cxnLst>
    <dgm:cxn modelId="{7E07F200-FA43-4F09-8858-585C0DC9CDCB}" type="presOf" srcId="{BBC2F49C-EA51-4937-B443-5247258966FE}" destId="{C9BA3568-43B4-4BD9-B388-DBFAC7A68A02}" srcOrd="0" destOrd="0" presId="urn:microsoft.com/office/officeart/2024/3/layout/hArchList1"/>
    <dgm:cxn modelId="{DB0B7C0A-21F3-42F7-B49D-64DD9C4D0D45}" type="presOf" srcId="{171C9970-A4E5-48B0-8206-0D8511A4C421}" destId="{54DA492F-1087-4928-941B-63826E2B6C44}" srcOrd="0" destOrd="0" presId="urn:microsoft.com/office/officeart/2024/3/layout/hArchList1"/>
    <dgm:cxn modelId="{C9D9E40F-C467-46BB-8982-9996B363D9EC}" srcId="{3BA076BB-8412-4EB6-8488-686BC5EAA0FE}" destId="{BBC2F49C-EA51-4937-B443-5247258966FE}" srcOrd="1" destOrd="0" parTransId="{7E00D67E-7753-428A-ACC7-B9FD9BEB190B}" sibTransId="{E393B961-AAE9-4F2A-81C7-FEEE99EFCFEB}"/>
    <dgm:cxn modelId="{DB1CA119-1A3C-40AC-B5F2-880DC90B7C73}" type="presOf" srcId="{A57C8D5F-6CEB-482C-BFDD-8C9525DDED26}" destId="{4543C255-6950-4BAC-9942-293B1B6FF8A1}" srcOrd="0" destOrd="0" presId="urn:microsoft.com/office/officeart/2024/3/layout/hArchList1"/>
    <dgm:cxn modelId="{73A75723-4089-49B5-AB19-D7C8D549F1DC}" srcId="{3BA076BB-8412-4EB6-8488-686BC5EAA0FE}" destId="{CF96541E-3C39-4131-9B67-9A2E36D42642}" srcOrd="2" destOrd="0" parTransId="{81AD5366-7496-4572-BCE0-7F08E3EDB9C5}" sibTransId="{AE099696-3E0D-454F-9A93-110B0755D812}"/>
    <dgm:cxn modelId="{5D5A4F32-EED2-408B-92AB-920D37DC2150}" srcId="{3BA076BB-8412-4EB6-8488-686BC5EAA0FE}" destId="{171C9970-A4E5-48B0-8206-0D8511A4C421}" srcOrd="0" destOrd="0" parTransId="{9C7BAEAE-6FA1-4FD5-B1A2-755D8723D5AE}" sibTransId="{DD769D89-814A-4559-B1D8-BCB8F04FC204}"/>
    <dgm:cxn modelId="{DE0B483D-30E6-43AB-AA24-8A0790C610D2}" srcId="{A733AA1E-30D5-44F8-953D-96373D7F7CB6}" destId="{2BE06FB0-2882-4B53-B5E4-4DD9BDCD747C}" srcOrd="0" destOrd="0" parTransId="{672DB099-2702-4A64-B0AE-582F008FCC6D}" sibTransId="{C7C8D9DE-F7FB-4176-94C6-5904D233A659}"/>
    <dgm:cxn modelId="{4F93FA5B-49EC-452E-8A77-3F8F59ED086C}" type="presOf" srcId="{7DC9D4CB-381D-4D01-AF5C-2F7A40062321}" destId="{8F86FFCF-1E76-433C-A087-AEFF657F4146}" srcOrd="0" destOrd="0" presId="urn:microsoft.com/office/officeart/2024/3/layout/hArchList1"/>
    <dgm:cxn modelId="{F45B5D43-FAE0-41C2-9B88-10E7858C9C2A}" type="presOf" srcId="{E393B961-AAE9-4F2A-81C7-FEEE99EFCFEB}" destId="{54A9B8E9-F1FA-47DA-9952-3F7B3B6DEF6E}" srcOrd="0" destOrd="0" presId="urn:microsoft.com/office/officeart/2024/3/layout/hArchList1"/>
    <dgm:cxn modelId="{F85FC048-4D44-47F2-8DE5-E23DAE9C02AD}" srcId="{BBC2F49C-EA51-4937-B443-5247258966FE}" destId="{9C3CAD9C-0DC4-49C4-A02F-4548D339D6C4}" srcOrd="0" destOrd="0" parTransId="{0BEC416D-93DF-41AF-B8A2-6C72C161FC58}" sibTransId="{479F833F-480A-47FC-99C0-7A660E6650D2}"/>
    <dgm:cxn modelId="{E1CD5F6B-B263-4C96-AE06-7F160678D03B}" type="presOf" srcId="{CF96541E-3C39-4131-9B67-9A2E36D42642}" destId="{C4BE44D8-4BC9-4E98-AF5C-B3691A41E3DE}" srcOrd="0" destOrd="0" presId="urn:microsoft.com/office/officeart/2024/3/layout/hArchList1"/>
    <dgm:cxn modelId="{777D096D-48A7-4382-B7E9-182AB7BFD32A}" type="presOf" srcId="{CE0E9182-32D4-4198-A6AA-F6E16FCEB491}" destId="{4B670FDA-0ED6-4E93-8727-A76744354943}" srcOrd="0" destOrd="0" presId="urn:microsoft.com/office/officeart/2024/3/layout/hArchList1"/>
    <dgm:cxn modelId="{7C0C4250-63E0-41A8-BC8F-4764AFFB2288}" srcId="{3BA076BB-8412-4EB6-8488-686BC5EAA0FE}" destId="{A733AA1E-30D5-44F8-953D-96373D7F7CB6}" srcOrd="4" destOrd="0" parTransId="{F1ABB658-E5E6-489D-AFEF-C4B40F8F8A36}" sibTransId="{4BCEB29E-F93D-42CE-AA84-36C6EBF6E676}"/>
    <dgm:cxn modelId="{B1D71D71-198C-4FDA-BA3E-D2AED12E923E}" srcId="{7DC9D4CB-381D-4D01-AF5C-2F7A40062321}" destId="{A57C8D5F-6CEB-482C-BFDD-8C9525DDED26}" srcOrd="0" destOrd="0" parTransId="{65121699-6699-47C6-BB3F-BF2D94D20940}" sibTransId="{652DBE2A-4A7B-436B-9C97-3C9878586AFA}"/>
    <dgm:cxn modelId="{929D5C7A-B920-478F-9C7C-0D478353953D}" type="presOf" srcId="{A733AA1E-30D5-44F8-953D-96373D7F7CB6}" destId="{25A8FDF8-406B-4983-AED1-910FC4F2BE1D}" srcOrd="0" destOrd="0" presId="urn:microsoft.com/office/officeart/2024/3/layout/hArchList1"/>
    <dgm:cxn modelId="{62554490-5228-496E-8EFE-F8C564331F67}" type="presOf" srcId="{9C3CAD9C-0DC4-49C4-A02F-4548D339D6C4}" destId="{1E2C3EDA-86EB-4E6D-9743-019EDA3C974A}" srcOrd="0" destOrd="0" presId="urn:microsoft.com/office/officeart/2024/3/layout/hArchList1"/>
    <dgm:cxn modelId="{57D9B394-4EDF-402F-A1DE-C73F418C26B8}" type="presOf" srcId="{DD769D89-814A-4559-B1D8-BCB8F04FC204}" destId="{323CD1EC-B140-4719-8C56-418C035D86DB}" srcOrd="0" destOrd="0" presId="urn:microsoft.com/office/officeart/2024/3/layout/hArchList1"/>
    <dgm:cxn modelId="{C7933397-7A3A-4744-B40B-18A3B077E3B2}" type="presOf" srcId="{3BA076BB-8412-4EB6-8488-686BC5EAA0FE}" destId="{A7B41C85-B123-43B9-8319-6D797F300C40}" srcOrd="0" destOrd="0" presId="urn:microsoft.com/office/officeart/2024/3/layout/hArchList1"/>
    <dgm:cxn modelId="{20F2599F-EC90-414B-9E4A-D639BCEB7B04}" srcId="{3BA076BB-8412-4EB6-8488-686BC5EAA0FE}" destId="{7DC9D4CB-381D-4D01-AF5C-2F7A40062321}" srcOrd="3" destOrd="0" parTransId="{ADF825F7-37E0-4678-9120-D60100C22B02}" sibTransId="{D4B2D511-D7E7-40D3-B45C-5A6124BF61FC}"/>
    <dgm:cxn modelId="{8E1106A1-7A5F-4CDA-AAA4-57D40F699487}" type="presOf" srcId="{2BE06FB0-2882-4B53-B5E4-4DD9BDCD747C}" destId="{9444F3F6-2E90-4520-AAB9-8D73595292D7}" srcOrd="0" destOrd="0" presId="urn:microsoft.com/office/officeart/2024/3/layout/hArchList1"/>
    <dgm:cxn modelId="{B212B3BB-8949-4B3E-8A49-9806131E8551}" type="presOf" srcId="{3364364A-D9F7-4C9D-8CE9-F6184AAAC610}" destId="{8F3DC36D-54EB-441A-ADF7-5F605DCA3DC4}" srcOrd="0" destOrd="0" presId="urn:microsoft.com/office/officeart/2024/3/layout/hArchList1"/>
    <dgm:cxn modelId="{6B043EC8-1991-4EE2-8361-C5B836D10A13}" type="presOf" srcId="{D4B2D511-D7E7-40D3-B45C-5A6124BF61FC}" destId="{D1889DD0-D115-4BC4-A3E2-7C214DEB333D}" srcOrd="0" destOrd="0" presId="urn:microsoft.com/office/officeart/2024/3/layout/hArchList1"/>
    <dgm:cxn modelId="{840F79E1-DD01-4D9D-B0E8-12033040E4E4}" srcId="{171C9970-A4E5-48B0-8206-0D8511A4C421}" destId="{3364364A-D9F7-4C9D-8CE9-F6184AAAC610}" srcOrd="0" destOrd="0" parTransId="{9FE42123-4C61-436A-9755-C7EDA0641764}" sibTransId="{7A5E2AA5-5BCA-4396-84A6-42EF068F142E}"/>
    <dgm:cxn modelId="{7A86E9EB-9FAC-48CE-8900-05C4CBA8E85F}" type="presOf" srcId="{AE099696-3E0D-454F-9A93-110B0755D812}" destId="{C7DF145E-35B0-47F3-BFF6-A53DA309EE19}" srcOrd="0" destOrd="0" presId="urn:microsoft.com/office/officeart/2024/3/layout/hArchList1"/>
    <dgm:cxn modelId="{9E6B15FF-B11C-49A8-B892-88FBDFDC6BCF}" srcId="{CF96541E-3C39-4131-9B67-9A2E36D42642}" destId="{CE0E9182-32D4-4198-A6AA-F6E16FCEB491}" srcOrd="0" destOrd="0" parTransId="{13CA2FE7-5562-43F7-87C1-F9868E7D9552}" sibTransId="{BC684A66-14D2-4D5A-ABB4-22C827C69208}"/>
    <dgm:cxn modelId="{2328C839-0910-4686-AC4D-361B31F95758}" type="presParOf" srcId="{A7B41C85-B123-43B9-8319-6D797F300C40}" destId="{9C6E3A70-2AD1-415C-A410-A1A95BA2526A}" srcOrd="0" destOrd="0" presId="urn:microsoft.com/office/officeart/2024/3/layout/hArchList1"/>
    <dgm:cxn modelId="{A20D9C66-49BB-4E6D-BAB1-D638EB61F10E}" type="presParOf" srcId="{9C6E3A70-2AD1-415C-A410-A1A95BA2526A}" destId="{54DA492F-1087-4928-941B-63826E2B6C44}" srcOrd="0" destOrd="0" presId="urn:microsoft.com/office/officeart/2024/3/layout/hArchList1"/>
    <dgm:cxn modelId="{AFA3619C-4DB2-4502-B019-7C78C6CDCBFD}" type="presParOf" srcId="{9C6E3A70-2AD1-415C-A410-A1A95BA2526A}" destId="{8F3DC36D-54EB-441A-ADF7-5F605DCA3DC4}" srcOrd="1" destOrd="0" presId="urn:microsoft.com/office/officeart/2024/3/layout/hArchList1"/>
    <dgm:cxn modelId="{987B98EB-2662-4B45-8BF6-DC198DE55AEB}" type="presParOf" srcId="{A7B41C85-B123-43B9-8319-6D797F300C40}" destId="{323CD1EC-B140-4719-8C56-418C035D86DB}" srcOrd="1" destOrd="0" presId="urn:microsoft.com/office/officeart/2024/3/layout/hArchList1"/>
    <dgm:cxn modelId="{574E0983-5568-4F2D-94D0-E02E19B76914}" type="presParOf" srcId="{A7B41C85-B123-43B9-8319-6D797F300C40}" destId="{9B5EAD66-D835-4354-948D-9103C1A16350}" srcOrd="2" destOrd="0" presId="urn:microsoft.com/office/officeart/2024/3/layout/hArchList1"/>
    <dgm:cxn modelId="{B6468AB4-A55F-4A15-9C79-F682CDF79B87}" type="presParOf" srcId="{9B5EAD66-D835-4354-948D-9103C1A16350}" destId="{C9BA3568-43B4-4BD9-B388-DBFAC7A68A02}" srcOrd="0" destOrd="0" presId="urn:microsoft.com/office/officeart/2024/3/layout/hArchList1"/>
    <dgm:cxn modelId="{5BE8B22D-E3CD-49D6-B2C3-75AC0B97DF67}" type="presParOf" srcId="{9B5EAD66-D835-4354-948D-9103C1A16350}" destId="{1E2C3EDA-86EB-4E6D-9743-019EDA3C974A}" srcOrd="1" destOrd="0" presId="urn:microsoft.com/office/officeart/2024/3/layout/hArchList1"/>
    <dgm:cxn modelId="{22852056-0E1D-4D98-96A8-33214B24E1D7}" type="presParOf" srcId="{A7B41C85-B123-43B9-8319-6D797F300C40}" destId="{54A9B8E9-F1FA-47DA-9952-3F7B3B6DEF6E}" srcOrd="3" destOrd="0" presId="urn:microsoft.com/office/officeart/2024/3/layout/hArchList1"/>
    <dgm:cxn modelId="{4E0A15DC-9209-4011-A4F4-54357A3086E2}" type="presParOf" srcId="{A7B41C85-B123-43B9-8319-6D797F300C40}" destId="{A0F64611-5358-41B8-BD47-CEA1424A582A}" srcOrd="4" destOrd="0" presId="urn:microsoft.com/office/officeart/2024/3/layout/hArchList1"/>
    <dgm:cxn modelId="{C0194F18-F106-4517-AB14-715D5D960F37}" type="presParOf" srcId="{A0F64611-5358-41B8-BD47-CEA1424A582A}" destId="{C4BE44D8-4BC9-4E98-AF5C-B3691A41E3DE}" srcOrd="0" destOrd="0" presId="urn:microsoft.com/office/officeart/2024/3/layout/hArchList1"/>
    <dgm:cxn modelId="{5B96EDA6-A3A7-4B26-ADCC-6966FBEA123A}" type="presParOf" srcId="{A0F64611-5358-41B8-BD47-CEA1424A582A}" destId="{4B670FDA-0ED6-4E93-8727-A76744354943}" srcOrd="1" destOrd="0" presId="urn:microsoft.com/office/officeart/2024/3/layout/hArchList1"/>
    <dgm:cxn modelId="{35CBEC0A-0921-4EC5-9894-4CE705AA299C}" type="presParOf" srcId="{A7B41C85-B123-43B9-8319-6D797F300C40}" destId="{C7DF145E-35B0-47F3-BFF6-A53DA309EE19}" srcOrd="5" destOrd="0" presId="urn:microsoft.com/office/officeart/2024/3/layout/hArchList1"/>
    <dgm:cxn modelId="{9BF425C8-B58F-414D-A6A0-E991604A62EA}" type="presParOf" srcId="{A7B41C85-B123-43B9-8319-6D797F300C40}" destId="{F81155BE-8770-441D-BBC1-825B3565E2DD}" srcOrd="6" destOrd="0" presId="urn:microsoft.com/office/officeart/2024/3/layout/hArchList1"/>
    <dgm:cxn modelId="{A954ABD2-7351-47CA-A618-04A2DF2DE2CC}" type="presParOf" srcId="{F81155BE-8770-441D-BBC1-825B3565E2DD}" destId="{8F86FFCF-1E76-433C-A087-AEFF657F4146}" srcOrd="0" destOrd="0" presId="urn:microsoft.com/office/officeart/2024/3/layout/hArchList1"/>
    <dgm:cxn modelId="{B1FF72C7-22D3-4938-879A-BB08B4D26FEB}" type="presParOf" srcId="{F81155BE-8770-441D-BBC1-825B3565E2DD}" destId="{4543C255-6950-4BAC-9942-293B1B6FF8A1}" srcOrd="1" destOrd="0" presId="urn:microsoft.com/office/officeart/2024/3/layout/hArchList1"/>
    <dgm:cxn modelId="{86FF14C8-FF00-41C9-8D39-2ADB32C687B0}" type="presParOf" srcId="{A7B41C85-B123-43B9-8319-6D797F300C40}" destId="{D1889DD0-D115-4BC4-A3E2-7C214DEB333D}" srcOrd="7" destOrd="0" presId="urn:microsoft.com/office/officeart/2024/3/layout/hArchList1"/>
    <dgm:cxn modelId="{01CD22CC-A099-423B-B232-A15409A17E73}" type="presParOf" srcId="{A7B41C85-B123-43B9-8319-6D797F300C40}" destId="{3C6C20BB-A304-4D10-B94E-208BB62541BF}" srcOrd="8" destOrd="0" presId="urn:microsoft.com/office/officeart/2024/3/layout/hArchList1"/>
    <dgm:cxn modelId="{D6DC9294-A3AC-44DA-AD6D-5B6E1435986D}" type="presParOf" srcId="{3C6C20BB-A304-4D10-B94E-208BB62541BF}" destId="{25A8FDF8-406B-4983-AED1-910FC4F2BE1D}" srcOrd="0" destOrd="0" presId="urn:microsoft.com/office/officeart/2024/3/layout/hArchList1"/>
    <dgm:cxn modelId="{3E7F44D1-A602-46D8-A44F-97977B09D40A}" type="presParOf" srcId="{3C6C20BB-A304-4D10-B94E-208BB62541BF}" destId="{9444F3F6-2E90-4520-AAB9-8D73595292D7}"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A492F-1087-4928-941B-63826E2B6C44}">
      <dsp:nvSpPr>
        <dsp:cNvPr id="0" name=""/>
        <dsp:cNvSpPr/>
      </dsp:nvSpPr>
      <dsp:spPr>
        <a:xfrm>
          <a:off x="0" y="0"/>
          <a:ext cx="2028918" cy="405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a:t>Code Checkout</a:t>
          </a:r>
          <a:endParaRPr lang="en-US" sz="1800" kern="1200"/>
        </a:p>
      </dsp:txBody>
      <dsp:txXfrm>
        <a:off x="0" y="0"/>
        <a:ext cx="2028918" cy="405728"/>
      </dsp:txXfrm>
    </dsp:sp>
    <dsp:sp modelId="{8F3DC36D-54EB-441A-ADF7-5F605DCA3DC4}">
      <dsp:nvSpPr>
        <dsp:cNvPr id="0" name=""/>
        <dsp:cNvSpPr/>
      </dsp:nvSpPr>
      <dsp:spPr>
        <a:xfrm>
          <a:off x="0" y="405728"/>
          <a:ext cx="2028918" cy="3651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a:t>Retrieving the latest code from version control ensures all updates are included before building.</a:t>
          </a:r>
          <a:endParaRPr lang="en-US" sz="1400" kern="1200"/>
        </a:p>
      </dsp:txBody>
      <dsp:txXfrm>
        <a:off x="0" y="405728"/>
        <a:ext cx="2028918" cy="3651559"/>
      </dsp:txXfrm>
    </dsp:sp>
    <dsp:sp modelId="{C9BA3568-43B4-4BD9-B388-DBFAC7A68A02}">
      <dsp:nvSpPr>
        <dsp:cNvPr id="0" name=""/>
        <dsp:cNvSpPr/>
      </dsp:nvSpPr>
      <dsp:spPr>
        <a:xfrm>
          <a:off x="2231810" y="0"/>
          <a:ext cx="2028918" cy="405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a:t>Build Stage</a:t>
          </a:r>
          <a:endParaRPr lang="en-US" sz="1800" kern="1200"/>
        </a:p>
      </dsp:txBody>
      <dsp:txXfrm>
        <a:off x="2231810" y="0"/>
        <a:ext cx="2028918" cy="405728"/>
      </dsp:txXfrm>
    </dsp:sp>
    <dsp:sp modelId="{1E2C3EDA-86EB-4E6D-9743-019EDA3C974A}">
      <dsp:nvSpPr>
        <dsp:cNvPr id="0" name=""/>
        <dsp:cNvSpPr/>
      </dsp:nvSpPr>
      <dsp:spPr>
        <a:xfrm>
          <a:off x="2231810" y="405728"/>
          <a:ext cx="2028918" cy="3651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a:t>Compiling source code to create executable artifacts is essential for software deployment.</a:t>
          </a:r>
          <a:endParaRPr lang="en-US" sz="1400" kern="1200"/>
        </a:p>
      </dsp:txBody>
      <dsp:txXfrm>
        <a:off x="2231810" y="405728"/>
        <a:ext cx="2028918" cy="3651559"/>
      </dsp:txXfrm>
    </dsp:sp>
    <dsp:sp modelId="{C4BE44D8-4BC9-4E98-AF5C-B3691A41E3DE}">
      <dsp:nvSpPr>
        <dsp:cNvPr id="0" name=""/>
        <dsp:cNvSpPr/>
      </dsp:nvSpPr>
      <dsp:spPr>
        <a:xfrm>
          <a:off x="4463621" y="0"/>
          <a:ext cx="2028918" cy="405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a:t>Unit Testing</a:t>
          </a:r>
          <a:endParaRPr lang="en-US" sz="1800" kern="1200"/>
        </a:p>
      </dsp:txBody>
      <dsp:txXfrm>
        <a:off x="4463621" y="0"/>
        <a:ext cx="2028918" cy="405728"/>
      </dsp:txXfrm>
    </dsp:sp>
    <dsp:sp modelId="{4B670FDA-0ED6-4E93-8727-A76744354943}">
      <dsp:nvSpPr>
        <dsp:cNvPr id="0" name=""/>
        <dsp:cNvSpPr/>
      </dsp:nvSpPr>
      <dsp:spPr>
        <a:xfrm>
          <a:off x="4463621" y="405728"/>
          <a:ext cx="2028918" cy="3651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a:t>Running unit tests validates individual components to ensure they function correctly.</a:t>
          </a:r>
          <a:endParaRPr lang="en-US" sz="1400" kern="1200"/>
        </a:p>
      </dsp:txBody>
      <dsp:txXfrm>
        <a:off x="4463621" y="405728"/>
        <a:ext cx="2028918" cy="3651559"/>
      </dsp:txXfrm>
    </dsp:sp>
    <dsp:sp modelId="{8F86FFCF-1E76-433C-A087-AEFF657F4146}">
      <dsp:nvSpPr>
        <dsp:cNvPr id="0" name=""/>
        <dsp:cNvSpPr/>
      </dsp:nvSpPr>
      <dsp:spPr>
        <a:xfrm>
          <a:off x="6695431" y="0"/>
          <a:ext cx="2028918" cy="405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a:t>Security Scanning</a:t>
          </a:r>
          <a:endParaRPr lang="en-US" sz="1800" kern="1200"/>
        </a:p>
      </dsp:txBody>
      <dsp:txXfrm>
        <a:off x="6695431" y="0"/>
        <a:ext cx="2028918" cy="405728"/>
      </dsp:txXfrm>
    </dsp:sp>
    <dsp:sp modelId="{4543C255-6950-4BAC-9942-293B1B6FF8A1}">
      <dsp:nvSpPr>
        <dsp:cNvPr id="0" name=""/>
        <dsp:cNvSpPr/>
      </dsp:nvSpPr>
      <dsp:spPr>
        <a:xfrm>
          <a:off x="6695431" y="405728"/>
          <a:ext cx="2028918" cy="3651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a:t>Performing security scans helps identify vulnerabilities to maintain application safety.</a:t>
          </a:r>
          <a:endParaRPr lang="en-US" sz="1400" kern="1200"/>
        </a:p>
      </dsp:txBody>
      <dsp:txXfrm>
        <a:off x="6695431" y="405728"/>
        <a:ext cx="2028918" cy="3651559"/>
      </dsp:txXfrm>
    </dsp:sp>
    <dsp:sp modelId="{25A8FDF8-406B-4983-AED1-910FC4F2BE1D}">
      <dsp:nvSpPr>
        <dsp:cNvPr id="0" name=""/>
        <dsp:cNvSpPr/>
      </dsp:nvSpPr>
      <dsp:spPr>
        <a:xfrm>
          <a:off x="8927242" y="0"/>
          <a:ext cx="2028918" cy="405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b="0" i="0" kern="1200"/>
            <a:t>Deployment</a:t>
          </a:r>
          <a:endParaRPr lang="en-US" sz="1800" kern="1200"/>
        </a:p>
      </dsp:txBody>
      <dsp:txXfrm>
        <a:off x="8927242" y="0"/>
        <a:ext cx="2028918" cy="405728"/>
      </dsp:txXfrm>
    </dsp:sp>
    <dsp:sp modelId="{9444F3F6-2E90-4520-AAB9-8D73595292D7}">
      <dsp:nvSpPr>
        <dsp:cNvPr id="0" name=""/>
        <dsp:cNvSpPr/>
      </dsp:nvSpPr>
      <dsp:spPr>
        <a:xfrm>
          <a:off x="8927242" y="405728"/>
          <a:ext cx="2028918" cy="36515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a:t>Deploying the code to production or staging environments completes the CI/CD cycle.</a:t>
          </a:r>
          <a:endParaRPr lang="en-US" sz="1400" kern="1200"/>
        </a:p>
      </dsp:txBody>
      <dsp:txXfrm>
        <a:off x="8927242" y="405728"/>
        <a:ext cx="2028918" cy="3651559"/>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12/8/2025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3995660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Learning Objectives, Overview of Jenkins Pipeline</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3156501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By the end of this lesson, learners will understand how to utilize Jenkins pipelines to enhance software development and deployment workflows, achieving faster, automated builds and streamlined releases. They will be able to identify similarities and differences between scripted and declarative Jenkins pipelines for optimizing CI/CD processes. Additionally, learners will outline authentication options in Jenkins for secure access control and user management, ensuring robust security practices in pipeline execution.</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2297406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Jenkins Pipeline is a suite of plugins that enables defining and automating continuous delivery workflows as code within a Jenkinsfile. It orchestrates tasks such as testing, merging, packaging, shipping, and deploying code. Pipelines provide a structured approach to CI/CD, allowing developers to manage complex workflows efficiently. The pipeline stages typically include code checkout, build, unit testing, security scans, and deployment, ensuring a comprehensive and automated delivery process.</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4189990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Stages of Jenkins Pipeline, Benefits of Using Jenkins Pipeline</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1530187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Jenkins pipeline consists of several stages that facilitate seamless CI/CD automation. These include: (1) Checkout code from version control to ensure the latest updates are retrieved; (2) Build the code to compile and create executable artifacts; (3) Run unit tests to validate individual components; (4) Perform security scans to identify vulnerabilities; and (5) Deploy the code to production or staging environments. Each stage is critical for maintaining code quality and ensuring reliable deployments.</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37102552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Jenkins pipelines offer multiple advantages: Automation reduces manual intervention, making the delivery process efficient and error-free. Visibility into build and deployment progress enhances transparency and collaboration among teams. Repeatability ensures consistent results across environments, reducing discrepancies. Version control of pipeline definitions allows easy tracking of changes and rollback when necessary. These benefits collectively improve software quality and accelerate delivery timelines.</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3630306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Freestyle vs Jenkins Pipeline, Scripted vs Declarative Pipelines</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36882270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Freestyle projects in Jenkins are configured through a graphical interface and are suitable for simple builds. They offer limited flexibility and reusability. In contrast, Jenkins pipelines are defined using code, providing high flexibility and enabling complex workflows. Pipelines support custom logic, integration with various tools, and reuse across multiple jobs. While freestyle jobs are easier to learn, pipelines require scripting knowledge but deliver greater scalability and maintainability.</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26258735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Jenkins supports two pipeline syntaxes: Scripted and Declarative. Scripted pipelines use Groovy DSL and provide complete control over pipeline execution, making them suitable for complex scenarios. They lack formal structure and require manual error handling. Declarative pipelines, on the other hand, offer a predefined structure, simplified syntax, and integration with Blue Ocean GUI. They include automatic error handling and are easier to maintain, making them ideal for most modern CI/CD workflows.</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21780573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Jenkinsfile and Pipeline Variables, Multibranch Pipeline and Docker Integration</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37694173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Jenkinsfile is a text file that contains the definition of a Jenkins pipeline and is stored in source control. It includes components such as the pipeline block, agent directive, and stages section. Jenkinsfile supports two configuration approaches: direct scripting and referencing external scripts from a Git repository. Additionally, pipeline variables enhance flexibility by allowing dynamic values, environment-specific configurations, and secure handling of sensitive data using credentials plugins.</a:t>
            </a: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12056206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Multibranch pipelines automatically create a pipeline for each branch in a repository, enabling concurrent development and environment-specific configurations. Docker integration in Jenkins pipelines allows builds and tests to run inside containers, ensuring consistency and portability. The Docker plugin facilitates building images, deploying containers, and pushing images to registries, streamlining CI/CD workflows for containerized applications.</a:t>
            </a:r>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1510244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Authentication and Authorization, Backup and Maintenance</a:t>
            </a:r>
          </a:p>
        </p:txBody>
      </p:sp>
      <p:sp>
        <p:nvSpPr>
          <p:cNvPr id="4" name="Slide Number Placeholder 3"/>
          <p:cNvSpPr>
            <a:spLocks noGrp="1"/>
          </p:cNvSpPr>
          <p:nvPr>
            <p:ph type="sldNum" sz="quarter" idx="5"/>
          </p:nvPr>
        </p:nvSpPr>
        <p:spPr/>
        <p:txBody>
          <a:bodyPr/>
          <a:lstStyle/>
          <a:p>
            <a:fld id="{38EFF46E-6B43-41F9-9272-B566D03A251C}" type="slidenum">
              <a:rPr lang="en-US" smtClean="0"/>
              <a:t>14</a:t>
            </a:fld>
            <a:endParaRPr lang="en-US"/>
          </a:p>
        </p:txBody>
      </p:sp>
    </p:spTree>
    <p:extLst>
      <p:ext uri="{BB962C8B-B14F-4D97-AF65-F5344CB8AC3E}">
        <p14:creationId xmlns:p14="http://schemas.microsoft.com/office/powerpoint/2010/main" val="5561764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Jenkins provides robust security features through Global Security Configuration, enabling authentication and authorization controls. Authentication ensures only verified users can access Jenkins, while authorization defines user roles and permissions. Plugins like Role-based Authorization Strategy allow granular control over access, safeguarding critical jobs and sensitive data. These measures are essential for maintaining a secure CI/CD environment.</a:t>
            </a:r>
          </a:p>
        </p:txBody>
      </p:sp>
      <p:sp>
        <p:nvSpPr>
          <p:cNvPr id="4" name="Slide Number Placeholder 3"/>
          <p:cNvSpPr>
            <a:spLocks noGrp="1"/>
          </p:cNvSpPr>
          <p:nvPr>
            <p:ph type="sldNum" sz="quarter" idx="5"/>
          </p:nvPr>
        </p:nvSpPr>
        <p:spPr/>
        <p:txBody>
          <a:bodyPr/>
          <a:lstStyle/>
          <a:p>
            <a:fld id="{38EFF46E-6B43-41F9-9272-B566D03A251C}" type="slidenum">
              <a:rPr lang="en-US" smtClean="0"/>
              <a:t>15</a:t>
            </a:fld>
            <a:endParaRPr lang="en-US"/>
          </a:p>
        </p:txBody>
      </p:sp>
    </p:spTree>
    <p:extLst>
      <p:ext uri="{BB962C8B-B14F-4D97-AF65-F5344CB8AC3E}">
        <p14:creationId xmlns:p14="http://schemas.microsoft.com/office/powerpoint/2010/main" val="16399834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Regular backups and maintenance are crucial for Jenkins administration. Plugins such as Thin Backup and Backup and Restore facilitate scheduled and manual backups of Jenkins configurations and job data. Logging and build metrics plugins help monitor performance and troubleshoot issues effectively. These practices ensure system reliability and quick recovery in case of failures.</a:t>
            </a:r>
          </a:p>
        </p:txBody>
      </p:sp>
      <p:sp>
        <p:nvSpPr>
          <p:cNvPr id="4" name="Slide Number Placeholder 3"/>
          <p:cNvSpPr>
            <a:spLocks noGrp="1"/>
          </p:cNvSpPr>
          <p:nvPr>
            <p:ph type="sldNum" sz="quarter" idx="5"/>
          </p:nvPr>
        </p:nvSpPr>
        <p:spPr/>
        <p:txBody>
          <a:bodyPr/>
          <a:lstStyle/>
          <a:p>
            <a:fld id="{38EFF46E-6B43-41F9-9272-B566D03A251C}" type="slidenum">
              <a:rPr lang="en-US" smtClean="0"/>
              <a:t>16</a:t>
            </a:fld>
            <a:endParaRPr lang="en-US"/>
          </a:p>
        </p:txBody>
      </p:sp>
    </p:spTree>
    <p:extLst>
      <p:ext uri="{BB962C8B-B14F-4D97-AF65-F5344CB8AC3E}">
        <p14:creationId xmlns:p14="http://schemas.microsoft.com/office/powerpoint/2010/main" val="40364916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 of Jenkins Pipeline Concepts</a:t>
            </a:r>
          </a:p>
        </p:txBody>
      </p:sp>
      <p:sp>
        <p:nvSpPr>
          <p:cNvPr id="4" name="Slide Number Placeholder 3"/>
          <p:cNvSpPr>
            <a:spLocks noGrp="1"/>
          </p:cNvSpPr>
          <p:nvPr>
            <p:ph type="sldNum" sz="quarter" idx="5"/>
          </p:nvPr>
        </p:nvSpPr>
        <p:spPr/>
        <p:txBody>
          <a:bodyPr/>
          <a:lstStyle/>
          <a:p>
            <a:fld id="{38EFF46E-6B43-41F9-9272-B566D03A251C}" type="slidenum">
              <a:rPr lang="en-US" smtClean="0"/>
              <a:t>17</a:t>
            </a:fld>
            <a:endParaRPr lang="en-US"/>
          </a:p>
        </p:txBody>
      </p:sp>
    </p:spTree>
    <p:extLst>
      <p:ext uri="{BB962C8B-B14F-4D97-AF65-F5344CB8AC3E}">
        <p14:creationId xmlns:p14="http://schemas.microsoft.com/office/powerpoint/2010/main" val="17278233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Jenkins pipelines provide a powerful mechanism for automating CI/CD workflows. They support both scripted and declarative syntaxes, integrate with tools like Docker, and enable advanced features such as multibranch pipelines. Security configurations, Jenkinsfile management, and plugin integrations further enhance flexibility and reliability. By leveraging these capabilities, teams can achieve faster, consistent, and secure software delivery.</a:t>
            </a:r>
          </a:p>
        </p:txBody>
      </p:sp>
      <p:sp>
        <p:nvSpPr>
          <p:cNvPr id="4" name="Slide Number Placeholder 3"/>
          <p:cNvSpPr>
            <a:spLocks noGrp="1"/>
          </p:cNvSpPr>
          <p:nvPr>
            <p:ph type="sldNum" sz="quarter" idx="5"/>
          </p:nvPr>
        </p:nvSpPr>
        <p:spPr/>
        <p:txBody>
          <a:bodyPr/>
          <a:lstStyle/>
          <a:p>
            <a:fld id="{38EFF46E-6B43-41F9-9272-B566D03A251C}" type="slidenum">
              <a:rPr lang="en-US" smtClean="0"/>
              <a:t>18</a:t>
            </a:fld>
            <a:endParaRPr lang="en-US"/>
          </a:p>
        </p:txBody>
      </p:sp>
    </p:spTree>
    <p:extLst>
      <p:ext uri="{BB962C8B-B14F-4D97-AF65-F5344CB8AC3E}">
        <p14:creationId xmlns:p14="http://schemas.microsoft.com/office/powerpoint/2010/main" val="3438427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881E108-F384-A315-D627-5984C66ED5C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11" name="Group 10">
              <a:extLst>
                <a:ext uri="{FF2B5EF4-FFF2-40B4-BE49-F238E27FC236}">
                  <a16:creationId xmlns:a16="http://schemas.microsoft.com/office/drawing/2014/main" id="{87C1CCF7-5B2C-35CC-DBB9-2CE06DC4AC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90" name="Freeform 68">
                <a:extLst>
                  <a:ext uri="{FF2B5EF4-FFF2-40B4-BE49-F238E27FC236}">
                    <a16:creationId xmlns:a16="http://schemas.microsoft.com/office/drawing/2014/main" id="{18C15660-4DED-02FA-9562-504977CD68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69">
                <a:extLst>
                  <a:ext uri="{FF2B5EF4-FFF2-40B4-BE49-F238E27FC236}">
                    <a16:creationId xmlns:a16="http://schemas.microsoft.com/office/drawing/2014/main" id="{072BDACB-931A-F55A-B289-32AFDCB9E5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Line 70">
                <a:extLst>
                  <a:ext uri="{FF2B5EF4-FFF2-40B4-BE49-F238E27FC236}">
                    <a16:creationId xmlns:a16="http://schemas.microsoft.com/office/drawing/2014/main" id="{A34FD5E0-67CD-A986-9673-4DEDB837A3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0DFF58B2-6BF5-7AA2-99C7-8C899768492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52" name="Oval 51">
                <a:extLst>
                  <a:ext uri="{FF2B5EF4-FFF2-40B4-BE49-F238E27FC236}">
                    <a16:creationId xmlns:a16="http://schemas.microsoft.com/office/drawing/2014/main" id="{4184B759-837D-B79D-8489-BF2033D794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53" name="Group 52">
                <a:extLst>
                  <a:ext uri="{FF2B5EF4-FFF2-40B4-BE49-F238E27FC236}">
                    <a16:creationId xmlns:a16="http://schemas.microsoft.com/office/drawing/2014/main" id="{66F7D36D-4939-33BD-C165-7116F0B982B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8" name="Freeform 64">
                  <a:extLst>
                    <a:ext uri="{FF2B5EF4-FFF2-40B4-BE49-F238E27FC236}">
                      <a16:creationId xmlns:a16="http://schemas.microsoft.com/office/drawing/2014/main" id="{39CF26D7-6B87-3153-4F82-3642929F2CA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81">
                  <a:extLst>
                    <a:ext uri="{FF2B5EF4-FFF2-40B4-BE49-F238E27FC236}">
                      <a16:creationId xmlns:a16="http://schemas.microsoft.com/office/drawing/2014/main" id="{60E9FE59-21FD-F26A-8B04-F00B513D9B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61">
                  <a:extLst>
                    <a:ext uri="{FF2B5EF4-FFF2-40B4-BE49-F238E27FC236}">
                      <a16:creationId xmlns:a16="http://schemas.microsoft.com/office/drawing/2014/main" id="{76E57C18-1792-97B2-3EA4-2227216ACA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78">
                  <a:extLst>
                    <a:ext uri="{FF2B5EF4-FFF2-40B4-BE49-F238E27FC236}">
                      <a16:creationId xmlns:a16="http://schemas.microsoft.com/office/drawing/2014/main" id="{3FAD6F0C-C11A-8E35-6E49-CC816C97834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84">
                  <a:extLst>
                    <a:ext uri="{FF2B5EF4-FFF2-40B4-BE49-F238E27FC236}">
                      <a16:creationId xmlns:a16="http://schemas.microsoft.com/office/drawing/2014/main" id="{9F5A8A2A-D14B-7B3F-5837-0C5DDD9E80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7">
                  <a:extLst>
                    <a:ext uri="{FF2B5EF4-FFF2-40B4-BE49-F238E27FC236}">
                      <a16:creationId xmlns:a16="http://schemas.microsoft.com/office/drawing/2014/main" id="{04A52456-CA7C-B910-7DD3-FDF3F02234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0">
                  <a:extLst>
                    <a:ext uri="{FF2B5EF4-FFF2-40B4-BE49-F238E27FC236}">
                      <a16:creationId xmlns:a16="http://schemas.microsoft.com/office/drawing/2014/main" id="{8415C7E0-168E-583A-3D8E-13A0BECB6E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59">
                  <a:extLst>
                    <a:ext uri="{FF2B5EF4-FFF2-40B4-BE49-F238E27FC236}">
                      <a16:creationId xmlns:a16="http://schemas.microsoft.com/office/drawing/2014/main" id="{E84EF13A-F9BF-D114-CB2F-BAD322E48AF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2">
                  <a:extLst>
                    <a:ext uri="{FF2B5EF4-FFF2-40B4-BE49-F238E27FC236}">
                      <a16:creationId xmlns:a16="http://schemas.microsoft.com/office/drawing/2014/main" id="{7635AFC9-6470-8D17-0699-3241CE2DE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5">
                  <a:extLst>
                    <a:ext uri="{FF2B5EF4-FFF2-40B4-BE49-F238E27FC236}">
                      <a16:creationId xmlns:a16="http://schemas.microsoft.com/office/drawing/2014/main" id="{791500EF-3034-425E-4CB3-882A7C2D0F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79">
                  <a:extLst>
                    <a:ext uri="{FF2B5EF4-FFF2-40B4-BE49-F238E27FC236}">
                      <a16:creationId xmlns:a16="http://schemas.microsoft.com/office/drawing/2014/main" id="{302E1F2F-459F-7DDA-362C-03E7EE4BCB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82">
                  <a:extLst>
                    <a:ext uri="{FF2B5EF4-FFF2-40B4-BE49-F238E27FC236}">
                      <a16:creationId xmlns:a16="http://schemas.microsoft.com/office/drawing/2014/main" id="{39D9EE3B-A0D7-E4FC-9046-5C97668711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5">
                  <a:extLst>
                    <a:ext uri="{FF2B5EF4-FFF2-40B4-BE49-F238E27FC236}">
                      <a16:creationId xmlns:a16="http://schemas.microsoft.com/office/drawing/2014/main" id="{BB7ED61D-F228-3585-0563-330602FFB3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8">
                  <a:extLst>
                    <a:ext uri="{FF2B5EF4-FFF2-40B4-BE49-F238E27FC236}">
                      <a16:creationId xmlns:a16="http://schemas.microsoft.com/office/drawing/2014/main" id="{8D6D1F50-C458-93FE-2C29-73F04AAF39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2" name="Group 81">
                  <a:extLst>
                    <a:ext uri="{FF2B5EF4-FFF2-40B4-BE49-F238E27FC236}">
                      <a16:creationId xmlns:a16="http://schemas.microsoft.com/office/drawing/2014/main" id="{7C2B1F16-E91E-EEEA-3C21-7B069CE00B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751BADD6-70CB-D6E4-DE92-76B1A4C2E7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Line 66">
                    <a:extLst>
                      <a:ext uri="{FF2B5EF4-FFF2-40B4-BE49-F238E27FC236}">
                        <a16:creationId xmlns:a16="http://schemas.microsoft.com/office/drawing/2014/main" id="{859ECE72-C252-77AA-D9A2-9BA1D9A645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7">
                    <a:extLst>
                      <a:ext uri="{FF2B5EF4-FFF2-40B4-BE49-F238E27FC236}">
                        <a16:creationId xmlns:a16="http://schemas.microsoft.com/office/drawing/2014/main" id="{DBABDC38-A611-E865-1F52-62CA48E76F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80">
                    <a:extLst>
                      <a:ext uri="{FF2B5EF4-FFF2-40B4-BE49-F238E27FC236}">
                        <a16:creationId xmlns:a16="http://schemas.microsoft.com/office/drawing/2014/main" id="{FC53D630-F42E-2033-5860-1939673F72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3">
                    <a:extLst>
                      <a:ext uri="{FF2B5EF4-FFF2-40B4-BE49-F238E27FC236}">
                        <a16:creationId xmlns:a16="http://schemas.microsoft.com/office/drawing/2014/main" id="{EC021795-C29B-11C0-E5B2-AF136EE09B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6">
                    <a:extLst>
                      <a:ext uri="{FF2B5EF4-FFF2-40B4-BE49-F238E27FC236}">
                        <a16:creationId xmlns:a16="http://schemas.microsoft.com/office/drawing/2014/main" id="{89127066-0EC1-E69B-2763-17EF53F77D4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9">
                    <a:extLst>
                      <a:ext uri="{FF2B5EF4-FFF2-40B4-BE49-F238E27FC236}">
                        <a16:creationId xmlns:a16="http://schemas.microsoft.com/office/drawing/2014/main" id="{6B6CD59F-3CDF-DC2F-7629-7D25456A1A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4" name="Group 53">
                <a:extLst>
                  <a:ext uri="{FF2B5EF4-FFF2-40B4-BE49-F238E27FC236}">
                    <a16:creationId xmlns:a16="http://schemas.microsoft.com/office/drawing/2014/main" id="{1AEC402E-386A-ABCA-FAED-AC35560FFD1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60" name="Group 59">
                  <a:extLst>
                    <a:ext uri="{FF2B5EF4-FFF2-40B4-BE49-F238E27FC236}">
                      <a16:creationId xmlns:a16="http://schemas.microsoft.com/office/drawing/2014/main" id="{D05B1D61-BF79-CE17-3316-E22D6375DD6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Straight Connector 63">
                    <a:extLst>
                      <a:ext uri="{FF2B5EF4-FFF2-40B4-BE49-F238E27FC236}">
                        <a16:creationId xmlns:a16="http://schemas.microsoft.com/office/drawing/2014/main" id="{3C1121DD-6D2D-F6DD-13EB-5BA4FEEC669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916FB59-99AD-CD5D-43A7-7DFCE4405C2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D65EFF6D-F07E-8BD8-4231-62761F20D5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0">
                    <a:extLst>
                      <a:ext uri="{FF2B5EF4-FFF2-40B4-BE49-F238E27FC236}">
                        <a16:creationId xmlns:a16="http://schemas.microsoft.com/office/drawing/2014/main" id="{288BBD12-64D8-2967-BD02-82576A7A73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F4834E8D-D6E4-CAB3-9A98-0065273DA50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57">
                    <a:extLst>
                      <a:ext uri="{FF2B5EF4-FFF2-40B4-BE49-F238E27FC236}">
                        <a16:creationId xmlns:a16="http://schemas.microsoft.com/office/drawing/2014/main" id="{81F30DBC-DD75-CAAB-A919-54CD8C595B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3" name="Freeform: Shape 58">
                    <a:extLst>
                      <a:ext uri="{FF2B5EF4-FFF2-40B4-BE49-F238E27FC236}">
                        <a16:creationId xmlns:a16="http://schemas.microsoft.com/office/drawing/2014/main" id="{5622C940-8B4B-FCC6-D6C5-C3A5B5887A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5" name="Group 54">
                <a:extLst>
                  <a:ext uri="{FF2B5EF4-FFF2-40B4-BE49-F238E27FC236}">
                    <a16:creationId xmlns:a16="http://schemas.microsoft.com/office/drawing/2014/main" id="{170620AC-69C7-F05B-0FE6-F2A7B369742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6" name="Group 55">
                  <a:extLst>
                    <a:ext uri="{FF2B5EF4-FFF2-40B4-BE49-F238E27FC236}">
                      <a16:creationId xmlns:a16="http://schemas.microsoft.com/office/drawing/2014/main" id="{A866B0E7-3452-342A-E947-5D1B43B5385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8" name="Freeform 68">
                    <a:extLst>
                      <a:ext uri="{FF2B5EF4-FFF2-40B4-BE49-F238E27FC236}">
                        <a16:creationId xmlns:a16="http://schemas.microsoft.com/office/drawing/2014/main" id="{F0A66C71-2E93-8634-693C-65995DDB8C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69">
                    <a:extLst>
                      <a:ext uri="{FF2B5EF4-FFF2-40B4-BE49-F238E27FC236}">
                        <a16:creationId xmlns:a16="http://schemas.microsoft.com/office/drawing/2014/main" id="{B3DCBCA0-C178-92E8-D0AE-6C88604CA4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57" name="Line 70">
                  <a:extLst>
                    <a:ext uri="{FF2B5EF4-FFF2-40B4-BE49-F238E27FC236}">
                      <a16:creationId xmlns:a16="http://schemas.microsoft.com/office/drawing/2014/main" id="{54962A78-719A-152A-D66A-645612403E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3" name="Group 12">
              <a:extLst>
                <a:ext uri="{FF2B5EF4-FFF2-40B4-BE49-F238E27FC236}">
                  <a16:creationId xmlns:a16="http://schemas.microsoft.com/office/drawing/2014/main" id="{0DD8826F-87D1-0808-28F0-C30249A4D8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4" name="Oval 13">
                <a:extLst>
                  <a:ext uri="{FF2B5EF4-FFF2-40B4-BE49-F238E27FC236}">
                    <a16:creationId xmlns:a16="http://schemas.microsoft.com/office/drawing/2014/main" id="{3C5D1AE4-7639-F7C4-B0F2-6DC1C6D53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15" name="Group 14">
                <a:extLst>
                  <a:ext uri="{FF2B5EF4-FFF2-40B4-BE49-F238E27FC236}">
                    <a16:creationId xmlns:a16="http://schemas.microsoft.com/office/drawing/2014/main" id="{5B31C545-6261-4C90-7449-B0FA0F14B17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30" name="Freeform 64">
                  <a:extLst>
                    <a:ext uri="{FF2B5EF4-FFF2-40B4-BE49-F238E27FC236}">
                      <a16:creationId xmlns:a16="http://schemas.microsoft.com/office/drawing/2014/main" id="{CCFF55EE-F463-5AA3-EA8E-FC71AD5E59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1">
                  <a:extLst>
                    <a:ext uri="{FF2B5EF4-FFF2-40B4-BE49-F238E27FC236}">
                      <a16:creationId xmlns:a16="http://schemas.microsoft.com/office/drawing/2014/main" id="{8A64BA49-D64D-5135-432E-F837497AD3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1">
                  <a:extLst>
                    <a:ext uri="{FF2B5EF4-FFF2-40B4-BE49-F238E27FC236}">
                      <a16:creationId xmlns:a16="http://schemas.microsoft.com/office/drawing/2014/main" id="{53E1B766-53A4-5272-89AA-5097B67ED7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78">
                  <a:extLst>
                    <a:ext uri="{FF2B5EF4-FFF2-40B4-BE49-F238E27FC236}">
                      <a16:creationId xmlns:a16="http://schemas.microsoft.com/office/drawing/2014/main" id="{B9E623EF-3B1E-5902-5A98-8B0276FEED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84">
                  <a:extLst>
                    <a:ext uri="{FF2B5EF4-FFF2-40B4-BE49-F238E27FC236}">
                      <a16:creationId xmlns:a16="http://schemas.microsoft.com/office/drawing/2014/main" id="{A5E08108-7FFE-988A-27B4-42DC2081A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7">
                  <a:extLst>
                    <a:ext uri="{FF2B5EF4-FFF2-40B4-BE49-F238E27FC236}">
                      <a16:creationId xmlns:a16="http://schemas.microsoft.com/office/drawing/2014/main" id="{773E0169-06B0-CD91-ED69-C5FFA3ABA3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0">
                  <a:extLst>
                    <a:ext uri="{FF2B5EF4-FFF2-40B4-BE49-F238E27FC236}">
                      <a16:creationId xmlns:a16="http://schemas.microsoft.com/office/drawing/2014/main" id="{32E5E29B-D991-75B8-F1CC-E87F58BE97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9">
                  <a:extLst>
                    <a:ext uri="{FF2B5EF4-FFF2-40B4-BE49-F238E27FC236}">
                      <a16:creationId xmlns:a16="http://schemas.microsoft.com/office/drawing/2014/main" id="{DAC2C0F6-D327-B680-AD0E-29DEFE82D5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2">
                  <a:extLst>
                    <a:ext uri="{FF2B5EF4-FFF2-40B4-BE49-F238E27FC236}">
                      <a16:creationId xmlns:a16="http://schemas.microsoft.com/office/drawing/2014/main" id="{DCFACFB9-BC70-8E9B-94B0-EC3990E331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5">
                  <a:extLst>
                    <a:ext uri="{FF2B5EF4-FFF2-40B4-BE49-F238E27FC236}">
                      <a16:creationId xmlns:a16="http://schemas.microsoft.com/office/drawing/2014/main" id="{0C0243D7-FD13-096E-A535-BCB0E882F0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79">
                  <a:extLst>
                    <a:ext uri="{FF2B5EF4-FFF2-40B4-BE49-F238E27FC236}">
                      <a16:creationId xmlns:a16="http://schemas.microsoft.com/office/drawing/2014/main" id="{E40ADF36-29F2-197F-CA56-7F3C21A9E5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82">
                  <a:extLst>
                    <a:ext uri="{FF2B5EF4-FFF2-40B4-BE49-F238E27FC236}">
                      <a16:creationId xmlns:a16="http://schemas.microsoft.com/office/drawing/2014/main" id="{D4040157-022D-D2D3-BA51-FF1AC48D0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5">
                  <a:extLst>
                    <a:ext uri="{FF2B5EF4-FFF2-40B4-BE49-F238E27FC236}">
                      <a16:creationId xmlns:a16="http://schemas.microsoft.com/office/drawing/2014/main" id="{D5D04681-B3BF-355E-9F72-D6D5C61470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8">
                  <a:extLst>
                    <a:ext uri="{FF2B5EF4-FFF2-40B4-BE49-F238E27FC236}">
                      <a16:creationId xmlns:a16="http://schemas.microsoft.com/office/drawing/2014/main" id="{F5274D01-718C-8DAB-E10E-EAA275C140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4" name="Group 43">
                  <a:extLst>
                    <a:ext uri="{FF2B5EF4-FFF2-40B4-BE49-F238E27FC236}">
                      <a16:creationId xmlns:a16="http://schemas.microsoft.com/office/drawing/2014/main" id="{2A7203C8-6D5A-D15D-479C-B62F49E395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5" name="Line 63">
                    <a:extLst>
                      <a:ext uri="{FF2B5EF4-FFF2-40B4-BE49-F238E27FC236}">
                        <a16:creationId xmlns:a16="http://schemas.microsoft.com/office/drawing/2014/main" id="{F2A721C4-BB1C-B475-8E9F-0E532E92B8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66">
                    <a:extLst>
                      <a:ext uri="{FF2B5EF4-FFF2-40B4-BE49-F238E27FC236}">
                        <a16:creationId xmlns:a16="http://schemas.microsoft.com/office/drawing/2014/main" id="{A4D10222-27E8-65CC-D891-16EC7A9F19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7">
                    <a:extLst>
                      <a:ext uri="{FF2B5EF4-FFF2-40B4-BE49-F238E27FC236}">
                        <a16:creationId xmlns:a16="http://schemas.microsoft.com/office/drawing/2014/main" id="{FF2F28B6-2337-C329-446A-56A59192E6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0">
                    <a:extLst>
                      <a:ext uri="{FF2B5EF4-FFF2-40B4-BE49-F238E27FC236}">
                        <a16:creationId xmlns:a16="http://schemas.microsoft.com/office/drawing/2014/main" id="{446022E5-729D-E059-0EFB-60DCD3D206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3">
                    <a:extLst>
                      <a:ext uri="{FF2B5EF4-FFF2-40B4-BE49-F238E27FC236}">
                        <a16:creationId xmlns:a16="http://schemas.microsoft.com/office/drawing/2014/main" id="{34B448DD-DB51-4BFE-7391-F0E77F0D1A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6">
                    <a:extLst>
                      <a:ext uri="{FF2B5EF4-FFF2-40B4-BE49-F238E27FC236}">
                        <a16:creationId xmlns:a16="http://schemas.microsoft.com/office/drawing/2014/main" id="{C4ECBED7-4DF3-07D4-C903-0C3466F436E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9">
                    <a:extLst>
                      <a:ext uri="{FF2B5EF4-FFF2-40B4-BE49-F238E27FC236}">
                        <a16:creationId xmlns:a16="http://schemas.microsoft.com/office/drawing/2014/main" id="{17BEFC7B-EF7B-E701-5F94-14A5003FA1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6" name="Group 15">
                <a:extLst>
                  <a:ext uri="{FF2B5EF4-FFF2-40B4-BE49-F238E27FC236}">
                    <a16:creationId xmlns:a16="http://schemas.microsoft.com/office/drawing/2014/main" id="{00A31DDE-6294-E350-9B31-BB2AED729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AC308B80-05DF-C878-E68E-CA949D8CBF0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17C14F70-099F-64BE-337A-A8DEA8609BC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302A6CE-C651-7A36-FDA2-A75E7A144AC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39947FB4-DB7C-9FAD-FE53-C3E8C9938B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C8624528-A8A2-42DC-9965-2F3A1539C8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16FC009-ECC3-11A8-69FC-5F228B3DB1E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9">
                    <a:extLst>
                      <a:ext uri="{FF2B5EF4-FFF2-40B4-BE49-F238E27FC236}">
                        <a16:creationId xmlns:a16="http://schemas.microsoft.com/office/drawing/2014/main" id="{5B77C78C-0E98-59B7-DCF8-A595970FF5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20">
                    <a:extLst>
                      <a:ext uri="{FF2B5EF4-FFF2-40B4-BE49-F238E27FC236}">
                        <a16:creationId xmlns:a16="http://schemas.microsoft.com/office/drawing/2014/main" id="{AC070F26-D4E6-B35D-46F5-C2314E2A2D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8FC4E3AA-C659-9DCF-D8B3-5B1DA915187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8" name="Group 17">
                  <a:extLst>
                    <a:ext uri="{FF2B5EF4-FFF2-40B4-BE49-F238E27FC236}">
                      <a16:creationId xmlns:a16="http://schemas.microsoft.com/office/drawing/2014/main" id="{99E5D597-F494-4B41-736C-52EB1CB893D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61A2931B-FF2A-975B-AB37-71DF0F3418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AA86D59E-5FB1-7C95-B65B-A960F5A903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D4441001-2EF5-3871-F7E0-4165E5A190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93" name="Straight Connector 92">
            <a:extLst>
              <a:ext uri="{FF2B5EF4-FFF2-40B4-BE49-F238E27FC236}">
                <a16:creationId xmlns:a16="http://schemas.microsoft.com/office/drawing/2014/main" id="{3E6F731B-8969-3200-B9DB-3E8612A79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264408" y="3883294"/>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B95CA7-7C33-82C1-25FB-B083614FA283}"/>
              </a:ext>
            </a:extLst>
          </p:cNvPr>
          <p:cNvSpPr>
            <a:spLocks noGrp="1"/>
          </p:cNvSpPr>
          <p:nvPr>
            <p:ph type="ctrTitle"/>
          </p:nvPr>
        </p:nvSpPr>
        <p:spPr>
          <a:xfrm>
            <a:off x="612648" y="697234"/>
            <a:ext cx="5852160" cy="2925456"/>
          </a:xfrm>
          <a:prstGeom prst="rect">
            <a:avLst/>
          </a:prstGeom>
        </p:spPr>
        <p:txBody>
          <a:bodyPr anchor="b" anchorCtr="0">
            <a:noAutofit/>
          </a:bodyPr>
          <a:lstStyle>
            <a:lvl1pPr algn="ctr">
              <a:defRPr sz="4000"/>
            </a:lvl1pPr>
          </a:lstStyle>
          <a:p>
            <a:r>
              <a:rPr lang="en-US"/>
              <a:t>Click to edit Master title style</a:t>
            </a:r>
          </a:p>
        </p:txBody>
      </p:sp>
      <p:sp>
        <p:nvSpPr>
          <p:cNvPr id="8" name="Subtitle 2">
            <a:extLst>
              <a:ext uri="{FF2B5EF4-FFF2-40B4-BE49-F238E27FC236}">
                <a16:creationId xmlns:a16="http://schemas.microsoft.com/office/drawing/2014/main" id="{E8955AA8-3423-1402-F58D-56D367DC7544}"/>
              </a:ext>
            </a:extLst>
          </p:cNvPr>
          <p:cNvSpPr>
            <a:spLocks noGrp="1"/>
          </p:cNvSpPr>
          <p:nvPr>
            <p:ph type="subTitle" idx="1"/>
          </p:nvPr>
        </p:nvSpPr>
        <p:spPr>
          <a:xfrm>
            <a:off x="612648" y="4143898"/>
            <a:ext cx="5852160" cy="1545336"/>
          </a:xfrm>
        </p:spPr>
        <p:txBody>
          <a:bodyPr anchor="t" anchorCtr="0">
            <a:noAutofit/>
          </a:bodyPr>
          <a:lstStyle>
            <a:lvl1pPr marL="0" indent="0" algn="ctr">
              <a:lnSpc>
                <a:spcPct val="100000"/>
              </a:lnSpc>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035586"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06128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737706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D5D837-2FD3-B65B-B967-2A54F9ECAB65}"/>
              </a:ext>
            </a:extLst>
          </p:cNvPr>
          <p:cNvCxnSpPr>
            <a:cxnSpLocks/>
          </p:cNvCxnSpPr>
          <p:nvPr userDrawn="1"/>
        </p:nvCxnSpPr>
        <p:spPr>
          <a:xfrm>
            <a:off x="714375" y="185993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6D89D7DB-954A-9C21-F4F8-096B5AF8FA2F}"/>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2119673"/>
            <a:ext cx="10963656" cy="40572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700094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grpSp>
        <p:nvGrpSpPr>
          <p:cNvPr id="7" name="Vector">
            <a:extLst>
              <a:ext uri="{FF2B5EF4-FFF2-40B4-BE49-F238E27FC236}">
                <a16:creationId xmlns:a16="http://schemas.microsoft.com/office/drawing/2014/main" id="{00CDC658-A6F6-5658-3A53-5BC88F7EF3AC}"/>
              </a:ext>
            </a:extLst>
          </p:cNvPr>
          <p:cNvGrpSpPr/>
          <p:nvPr/>
        </p:nvGrpSpPr>
        <p:grpSpPr>
          <a:xfrm>
            <a:off x="268449" y="457964"/>
            <a:ext cx="2227875" cy="5970551"/>
            <a:chOff x="268449" y="457964"/>
            <a:chExt cx="2227875" cy="5970551"/>
          </a:xfrm>
        </p:grpSpPr>
        <p:grpSp>
          <p:nvGrpSpPr>
            <p:cNvPr id="8" name="Group 7">
              <a:extLst>
                <a:ext uri="{FF2B5EF4-FFF2-40B4-BE49-F238E27FC236}">
                  <a16:creationId xmlns:a16="http://schemas.microsoft.com/office/drawing/2014/main" id="{E558385A-FBF5-E7C2-C216-0F09392A44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285095" y="457964"/>
              <a:ext cx="2211229" cy="2707415"/>
              <a:chOff x="9728105" y="457964"/>
              <a:chExt cx="2211229" cy="2707415"/>
            </a:xfrm>
          </p:grpSpPr>
          <p:grpSp>
            <p:nvGrpSpPr>
              <p:cNvPr id="24" name="Group 23">
                <a:extLst>
                  <a:ext uri="{FF2B5EF4-FFF2-40B4-BE49-F238E27FC236}">
                    <a16:creationId xmlns:a16="http://schemas.microsoft.com/office/drawing/2014/main" id="{A930D5B6-DFED-B550-7D11-39B0DE497DC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3360DDD4-298A-89DE-FA5D-979D3715980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5D2DB3B7-52E8-5842-C5B4-CC2A04A40F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89BB2BB-80C0-BAEB-0FAB-E2D6CBA39FF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7B112078-076C-C536-76D4-324507E725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6029C372-14FB-3B0B-F1BE-DA206A2BE1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9C5A5830-350B-9CD2-8321-8E2D47A2E95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101">
                    <a:extLst>
                      <a:ext uri="{FF2B5EF4-FFF2-40B4-BE49-F238E27FC236}">
                        <a16:creationId xmlns:a16="http://schemas.microsoft.com/office/drawing/2014/main" id="{86E560FA-66CD-71F7-71FB-5624F4606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102">
                    <a:extLst>
                      <a:ext uri="{FF2B5EF4-FFF2-40B4-BE49-F238E27FC236}">
                        <a16:creationId xmlns:a16="http://schemas.microsoft.com/office/drawing/2014/main" id="{7AB96093-1181-E260-C34F-0575B79407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48D173A6-B48F-E510-1D43-D816184D374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86225E14-5F55-FABA-8A8F-EB2FAE361C1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3194F6C1-E4B7-0E2B-733A-24891B05AF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13982ED7-7305-6127-8E74-7A0D424DD7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E9F9315-2552-CFF1-3A8D-089F1163E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1BEC0931-A9B9-CE3B-EB79-20CE3DA7B1B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flipV="1">
              <a:off x="268449" y="3721100"/>
              <a:ext cx="2211229" cy="2707415"/>
              <a:chOff x="9728105" y="457964"/>
              <a:chExt cx="2211229" cy="2707415"/>
            </a:xfrm>
          </p:grpSpPr>
          <p:grpSp>
            <p:nvGrpSpPr>
              <p:cNvPr id="10" name="Group 9">
                <a:extLst>
                  <a:ext uri="{FF2B5EF4-FFF2-40B4-BE49-F238E27FC236}">
                    <a16:creationId xmlns:a16="http://schemas.microsoft.com/office/drawing/2014/main" id="{142CFB89-2BD1-A481-A47A-0AA2686982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19725E02-6FCE-0485-9FD9-29C78765D4B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AE0C473C-2E38-911B-354B-7EA8C7DDFF5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DEC9451-A999-C0B6-E336-87087AC21EF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C93C83FF-ED97-CB06-8900-778CE38D88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3F73A54B-E99C-76B0-C985-5CDFAF27B8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E4FFA0E4-5AD0-A26D-201A-FD581F0F635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16">
                    <a:extLst>
                      <a:ext uri="{FF2B5EF4-FFF2-40B4-BE49-F238E27FC236}">
                        <a16:creationId xmlns:a16="http://schemas.microsoft.com/office/drawing/2014/main" id="{1B881B1E-6677-15E6-67D6-A9E3DE2CEB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17">
                    <a:extLst>
                      <a:ext uri="{FF2B5EF4-FFF2-40B4-BE49-F238E27FC236}">
                        <a16:creationId xmlns:a16="http://schemas.microsoft.com/office/drawing/2014/main" id="{DEB9A344-C951-EEA7-CEDD-11F0006B30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7E5A2BEE-0017-56AA-A161-97325E22713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F2906AFB-F142-CCE3-1225-D96320E803A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0190AEE6-A40F-489A-BCFF-239BE1F1C9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40A8EBB4-6E26-5A52-78D9-B2C48CB712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C34A4D87-0628-3673-1195-2A7C3B50D8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40" name="Straight Connector 39">
            <a:extLst>
              <a:ext uri="{FF2B5EF4-FFF2-40B4-BE49-F238E27FC236}">
                <a16:creationId xmlns:a16="http://schemas.microsoft.com/office/drawing/2014/main" id="{C3B3D5AA-9117-2202-5527-3F96C9B9EC72}"/>
              </a:ext>
            </a:extLst>
          </p:cNvPr>
          <p:cNvCxnSpPr>
            <a:cxnSpLocks/>
          </p:cNvCxnSpPr>
          <p:nvPr userDrawn="1"/>
        </p:nvCxnSpPr>
        <p:spPr>
          <a:xfrm>
            <a:off x="3478911" y="502240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Title 1">
            <a:extLst>
              <a:ext uri="{FF2B5EF4-FFF2-40B4-BE49-F238E27FC236}">
                <a16:creationId xmlns:a16="http://schemas.microsoft.com/office/drawing/2014/main" id="{A4F08EBF-F0D1-CCB7-DDF6-D764A2A57010}"/>
              </a:ext>
            </a:extLst>
          </p:cNvPr>
          <p:cNvSpPr>
            <a:spLocks noGrp="1"/>
          </p:cNvSpPr>
          <p:nvPr>
            <p:ph type="ctrTitle"/>
          </p:nvPr>
        </p:nvSpPr>
        <p:spPr>
          <a:xfrm>
            <a:off x="3383279" y="2025536"/>
            <a:ext cx="8193023" cy="2731076"/>
          </a:xfrm>
          <a:prstGeom prst="rect">
            <a:avLst/>
          </a:prstGeom>
        </p:spPr>
        <p:txBody>
          <a:bodyPr vert="horz" lIns="91440" tIns="45720" rIns="91440" bIns="45720" rtlCol="0" anchor="b">
            <a:noAutofit/>
          </a:bodyPr>
          <a:lstStyle>
            <a:lvl1pPr>
              <a:defRPr lang="en-US" sz="4000" dirty="0"/>
            </a:lvl1pPr>
          </a:lstStyle>
          <a:p>
            <a:pPr lvl="0"/>
            <a:r>
              <a:rPr lang="en-US" dirty="0"/>
              <a:t>Click to edit Master title style</a:t>
            </a:r>
          </a:p>
        </p:txBody>
      </p:sp>
      <p:sp>
        <p:nvSpPr>
          <p:cNvPr id="39" name="Subtitle 2">
            <a:extLst>
              <a:ext uri="{FF2B5EF4-FFF2-40B4-BE49-F238E27FC236}">
                <a16:creationId xmlns:a16="http://schemas.microsoft.com/office/drawing/2014/main" id="{B343A649-C74E-CCE7-1671-661F9E232866}"/>
              </a:ext>
            </a:extLst>
          </p:cNvPr>
          <p:cNvSpPr>
            <a:spLocks noGrp="1"/>
          </p:cNvSpPr>
          <p:nvPr>
            <p:ph type="subTitle" idx="1"/>
          </p:nvPr>
        </p:nvSpPr>
        <p:spPr>
          <a:xfrm>
            <a:off x="3374136" y="5288204"/>
            <a:ext cx="8193022" cy="883996"/>
          </a:xfrm>
        </p:spPr>
        <p:txBody>
          <a:bodyPr vert="horz" lIns="91440" tIns="45720" rIns="91440" bIns="45720" rtlCol="0">
            <a:noAutofit/>
          </a:bodyPr>
          <a:lstStyle>
            <a:lvl1pPr marL="0" indent="0">
              <a:buNone/>
              <a:defRPr lang="en-US" sz="1800" cap="all" spc="100"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383280" y="6343955"/>
            <a:ext cx="2805405"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a:prstGeom prst="rect">
            <a:avLst/>
          </a:prstGeom>
        </p:spPr>
        <p:txBody>
          <a:bodyPr>
            <a:noAutofit/>
          </a:body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039015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56BB11B9-372A-7694-DCC9-D2EAC0010299}"/>
              </a:ext>
            </a:extLst>
          </p:cNvPr>
          <p:cNvGrpSpPr/>
          <p:nvPr/>
        </p:nvGrpSpPr>
        <p:grpSpPr>
          <a:xfrm>
            <a:off x="192855" y="716800"/>
            <a:ext cx="11799379" cy="5583025"/>
            <a:chOff x="192855" y="716800"/>
            <a:chExt cx="11799379" cy="5583025"/>
          </a:xfrm>
        </p:grpSpPr>
        <p:grpSp>
          <p:nvGrpSpPr>
            <p:cNvPr id="7" name="Group 6">
              <a:extLst>
                <a:ext uri="{FF2B5EF4-FFF2-40B4-BE49-F238E27FC236}">
                  <a16:creationId xmlns:a16="http://schemas.microsoft.com/office/drawing/2014/main" id="{320A40BD-F8D2-F282-13BB-306A913BBBC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8" name="Group 7">
                <a:extLst>
                  <a:ext uri="{FF2B5EF4-FFF2-40B4-BE49-F238E27FC236}">
                    <a16:creationId xmlns:a16="http://schemas.microsoft.com/office/drawing/2014/main" id="{F03A1BFD-4772-AE80-4F72-B32F57AA69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7" name="Freeform 64">
                  <a:extLst>
                    <a:ext uri="{FF2B5EF4-FFF2-40B4-BE49-F238E27FC236}">
                      <a16:creationId xmlns:a16="http://schemas.microsoft.com/office/drawing/2014/main" id="{4CA44DE9-4715-DB9A-4407-27CA47BBA9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81">
                  <a:extLst>
                    <a:ext uri="{FF2B5EF4-FFF2-40B4-BE49-F238E27FC236}">
                      <a16:creationId xmlns:a16="http://schemas.microsoft.com/office/drawing/2014/main" id="{8FB0B57F-F79C-DF29-D814-FB5BBB0935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1">
                  <a:extLst>
                    <a:ext uri="{FF2B5EF4-FFF2-40B4-BE49-F238E27FC236}">
                      <a16:creationId xmlns:a16="http://schemas.microsoft.com/office/drawing/2014/main" id="{38C417AC-EEDA-7214-7EF9-55C3401E9D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78">
                  <a:extLst>
                    <a:ext uri="{FF2B5EF4-FFF2-40B4-BE49-F238E27FC236}">
                      <a16:creationId xmlns:a16="http://schemas.microsoft.com/office/drawing/2014/main" id="{934A7662-27CB-6A3F-5A35-045E6D9AF7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4">
                  <a:extLst>
                    <a:ext uri="{FF2B5EF4-FFF2-40B4-BE49-F238E27FC236}">
                      <a16:creationId xmlns:a16="http://schemas.microsoft.com/office/drawing/2014/main" id="{1F246DC5-C736-70AF-B92E-10E5EF0076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7">
                  <a:extLst>
                    <a:ext uri="{FF2B5EF4-FFF2-40B4-BE49-F238E27FC236}">
                      <a16:creationId xmlns:a16="http://schemas.microsoft.com/office/drawing/2014/main" id="{1D952251-4F18-A3F2-2F78-9CB936B2213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0">
                  <a:extLst>
                    <a:ext uri="{FF2B5EF4-FFF2-40B4-BE49-F238E27FC236}">
                      <a16:creationId xmlns:a16="http://schemas.microsoft.com/office/drawing/2014/main" id="{FAB88E72-0832-91C9-B982-18783360C7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59">
                  <a:extLst>
                    <a:ext uri="{FF2B5EF4-FFF2-40B4-BE49-F238E27FC236}">
                      <a16:creationId xmlns:a16="http://schemas.microsoft.com/office/drawing/2014/main" id="{B3ECA1C8-AE6D-0714-75CB-92CA39198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2">
                  <a:extLst>
                    <a:ext uri="{FF2B5EF4-FFF2-40B4-BE49-F238E27FC236}">
                      <a16:creationId xmlns:a16="http://schemas.microsoft.com/office/drawing/2014/main" id="{EA4A4AA4-385D-2FC5-911D-936CAF2479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5">
                  <a:extLst>
                    <a:ext uri="{FF2B5EF4-FFF2-40B4-BE49-F238E27FC236}">
                      <a16:creationId xmlns:a16="http://schemas.microsoft.com/office/drawing/2014/main" id="{94161EB1-FFB5-E3AE-8F39-3D9DF55801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79">
                  <a:extLst>
                    <a:ext uri="{FF2B5EF4-FFF2-40B4-BE49-F238E27FC236}">
                      <a16:creationId xmlns:a16="http://schemas.microsoft.com/office/drawing/2014/main" id="{CD385C1C-5C8C-6DD6-F6BC-D7A5E3A6CB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82">
                  <a:extLst>
                    <a:ext uri="{FF2B5EF4-FFF2-40B4-BE49-F238E27FC236}">
                      <a16:creationId xmlns:a16="http://schemas.microsoft.com/office/drawing/2014/main" id="{F7F8D284-2564-ADA8-CCFB-D40D283FB89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85">
                  <a:extLst>
                    <a:ext uri="{FF2B5EF4-FFF2-40B4-BE49-F238E27FC236}">
                      <a16:creationId xmlns:a16="http://schemas.microsoft.com/office/drawing/2014/main" id="{56FD208F-F6F2-58BD-18AC-C98726C1C1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88">
                  <a:extLst>
                    <a:ext uri="{FF2B5EF4-FFF2-40B4-BE49-F238E27FC236}">
                      <a16:creationId xmlns:a16="http://schemas.microsoft.com/office/drawing/2014/main" id="{DD5DC7A2-CA18-B810-E6AE-D6BEB583E3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1" name="Group 40">
                  <a:extLst>
                    <a:ext uri="{FF2B5EF4-FFF2-40B4-BE49-F238E27FC236}">
                      <a16:creationId xmlns:a16="http://schemas.microsoft.com/office/drawing/2014/main" id="{4B1C5344-E309-9ED7-5AFE-D0058B17519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2" name="Line 63">
                    <a:extLst>
                      <a:ext uri="{FF2B5EF4-FFF2-40B4-BE49-F238E27FC236}">
                        <a16:creationId xmlns:a16="http://schemas.microsoft.com/office/drawing/2014/main" id="{CCFD1A7E-FCAE-931E-44E7-0044CC2A9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Line 66">
                    <a:extLst>
                      <a:ext uri="{FF2B5EF4-FFF2-40B4-BE49-F238E27FC236}">
                        <a16:creationId xmlns:a16="http://schemas.microsoft.com/office/drawing/2014/main" id="{F702C9C8-F1B4-CD10-C93E-D30DD38896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Line 67">
                    <a:extLst>
                      <a:ext uri="{FF2B5EF4-FFF2-40B4-BE49-F238E27FC236}">
                        <a16:creationId xmlns:a16="http://schemas.microsoft.com/office/drawing/2014/main" id="{ADB22918-AC26-BA11-A7D1-BC5DB0084F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Line 80">
                    <a:extLst>
                      <a:ext uri="{FF2B5EF4-FFF2-40B4-BE49-F238E27FC236}">
                        <a16:creationId xmlns:a16="http://schemas.microsoft.com/office/drawing/2014/main" id="{CF488AB0-F5C3-BD78-0C35-98CD3B426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83">
                    <a:extLst>
                      <a:ext uri="{FF2B5EF4-FFF2-40B4-BE49-F238E27FC236}">
                        <a16:creationId xmlns:a16="http://schemas.microsoft.com/office/drawing/2014/main" id="{740468E0-31D1-8F29-1253-3187F704ED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86">
                    <a:extLst>
                      <a:ext uri="{FF2B5EF4-FFF2-40B4-BE49-F238E27FC236}">
                        <a16:creationId xmlns:a16="http://schemas.microsoft.com/office/drawing/2014/main" id="{DD94DEBD-9341-A102-EC18-FE31F1349A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9">
                    <a:extLst>
                      <a:ext uri="{FF2B5EF4-FFF2-40B4-BE49-F238E27FC236}">
                        <a16:creationId xmlns:a16="http://schemas.microsoft.com/office/drawing/2014/main" id="{4F0B3B12-2EEC-DB76-CE9D-810C4DAB9D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C0E7144E-F346-2CFE-E6AA-63D90C953F0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9" name="Group 18">
                  <a:extLst>
                    <a:ext uri="{FF2B5EF4-FFF2-40B4-BE49-F238E27FC236}">
                      <a16:creationId xmlns:a16="http://schemas.microsoft.com/office/drawing/2014/main" id="{0D702975-A312-EBC1-E800-7AA06103476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3" name="Straight Connector 22">
                    <a:extLst>
                      <a:ext uri="{FF2B5EF4-FFF2-40B4-BE49-F238E27FC236}">
                        <a16:creationId xmlns:a16="http://schemas.microsoft.com/office/drawing/2014/main" id="{B7F767C7-DFA4-5BBF-EF9D-E8D1E6B32B9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955F9B2-A030-962F-1BAE-B58B61979B3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5" name="Rectangle 30">
                    <a:extLst>
                      <a:ext uri="{FF2B5EF4-FFF2-40B4-BE49-F238E27FC236}">
                        <a16:creationId xmlns:a16="http://schemas.microsoft.com/office/drawing/2014/main" id="{8F780DAC-C41B-DA71-D2EC-DBB289BD0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30">
                    <a:extLst>
                      <a:ext uri="{FF2B5EF4-FFF2-40B4-BE49-F238E27FC236}">
                        <a16:creationId xmlns:a16="http://schemas.microsoft.com/office/drawing/2014/main" id="{D545B700-275F-8699-1AB7-D5658B57FA6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A5C71E3A-AACB-7543-C066-E5E08A3D86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1" name="Freeform: Shape 31">
                    <a:extLst>
                      <a:ext uri="{FF2B5EF4-FFF2-40B4-BE49-F238E27FC236}">
                        <a16:creationId xmlns:a16="http://schemas.microsoft.com/office/drawing/2014/main" id="{3E792813-0120-511D-6470-1B18DEC4D28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2" name="Freeform: Shape 32">
                    <a:extLst>
                      <a:ext uri="{FF2B5EF4-FFF2-40B4-BE49-F238E27FC236}">
                        <a16:creationId xmlns:a16="http://schemas.microsoft.com/office/drawing/2014/main" id="{724092AC-2CBF-C282-3C4F-DD5773C693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0" name="Group 9">
                <a:extLst>
                  <a:ext uri="{FF2B5EF4-FFF2-40B4-BE49-F238E27FC236}">
                    <a16:creationId xmlns:a16="http://schemas.microsoft.com/office/drawing/2014/main" id="{059F83C9-0A5D-BF1A-5168-EDFC1B23A1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1" name="Group 10">
                  <a:extLst>
                    <a:ext uri="{FF2B5EF4-FFF2-40B4-BE49-F238E27FC236}">
                      <a16:creationId xmlns:a16="http://schemas.microsoft.com/office/drawing/2014/main" id="{ADDEE125-06A8-7FDB-CE6C-1C4571961F2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9655199D-C580-D300-4346-AFB84AE5660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A27841E-334C-CFAE-C202-1B07F8760C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069DBE-BE90-163C-58C9-42B7D6F5AF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83204CF4-C1F6-5287-4B85-DAD482ABA50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3" name="Freeform 68">
                    <a:extLst>
                      <a:ext uri="{FF2B5EF4-FFF2-40B4-BE49-F238E27FC236}">
                        <a16:creationId xmlns:a16="http://schemas.microsoft.com/office/drawing/2014/main" id="{00FE9438-1AA6-9090-B2B2-FFF88A770B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91110486-BF9A-B529-6328-7F21CC075B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F9E8B96-29B1-C539-4BBF-D8F345246F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49" name="Group 48">
              <a:extLst>
                <a:ext uri="{FF2B5EF4-FFF2-40B4-BE49-F238E27FC236}">
                  <a16:creationId xmlns:a16="http://schemas.microsoft.com/office/drawing/2014/main" id="{95BCF94E-9410-1CC3-0BA8-3976FBF4A0C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50" name="Group 49">
                <a:extLst>
                  <a:ext uri="{FF2B5EF4-FFF2-40B4-BE49-F238E27FC236}">
                    <a16:creationId xmlns:a16="http://schemas.microsoft.com/office/drawing/2014/main" id="{FD1748FA-D9B5-D410-EF4A-55BF1D4796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9" name="Freeform 64">
                  <a:extLst>
                    <a:ext uri="{FF2B5EF4-FFF2-40B4-BE49-F238E27FC236}">
                      <a16:creationId xmlns:a16="http://schemas.microsoft.com/office/drawing/2014/main" id="{EC93AB80-BDD2-72DD-3082-3D06868458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81">
                  <a:extLst>
                    <a:ext uri="{FF2B5EF4-FFF2-40B4-BE49-F238E27FC236}">
                      <a16:creationId xmlns:a16="http://schemas.microsoft.com/office/drawing/2014/main" id="{EEBA8184-8F2B-423A-9CEA-D80BF5377D7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61">
                  <a:extLst>
                    <a:ext uri="{FF2B5EF4-FFF2-40B4-BE49-F238E27FC236}">
                      <a16:creationId xmlns:a16="http://schemas.microsoft.com/office/drawing/2014/main" id="{57CD8E89-1931-0D68-8186-15C3C12B89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78">
                  <a:extLst>
                    <a:ext uri="{FF2B5EF4-FFF2-40B4-BE49-F238E27FC236}">
                      <a16:creationId xmlns:a16="http://schemas.microsoft.com/office/drawing/2014/main" id="{45838F4A-36A1-D9B5-2FBC-DED01766E87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4">
                  <a:extLst>
                    <a:ext uri="{FF2B5EF4-FFF2-40B4-BE49-F238E27FC236}">
                      <a16:creationId xmlns:a16="http://schemas.microsoft.com/office/drawing/2014/main" id="{9EB03CBB-7D35-F7F9-EFCA-64013052E2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87">
                  <a:extLst>
                    <a:ext uri="{FF2B5EF4-FFF2-40B4-BE49-F238E27FC236}">
                      <a16:creationId xmlns:a16="http://schemas.microsoft.com/office/drawing/2014/main" id="{B1EA8790-B106-BB33-48DC-8312CF3B95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60">
                  <a:extLst>
                    <a:ext uri="{FF2B5EF4-FFF2-40B4-BE49-F238E27FC236}">
                      <a16:creationId xmlns:a16="http://schemas.microsoft.com/office/drawing/2014/main" id="{5073EF68-F164-3422-9AA9-6919213FEF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59">
                  <a:extLst>
                    <a:ext uri="{FF2B5EF4-FFF2-40B4-BE49-F238E27FC236}">
                      <a16:creationId xmlns:a16="http://schemas.microsoft.com/office/drawing/2014/main" id="{F37811F5-3EC5-40C9-633C-02E546E0AF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2">
                  <a:extLst>
                    <a:ext uri="{FF2B5EF4-FFF2-40B4-BE49-F238E27FC236}">
                      <a16:creationId xmlns:a16="http://schemas.microsoft.com/office/drawing/2014/main" id="{FC54BE48-9456-0F2A-6D77-DAF0C33909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65">
                  <a:extLst>
                    <a:ext uri="{FF2B5EF4-FFF2-40B4-BE49-F238E27FC236}">
                      <a16:creationId xmlns:a16="http://schemas.microsoft.com/office/drawing/2014/main" id="{045A3A08-95BE-9A60-B1E6-408F268F60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79">
                  <a:extLst>
                    <a:ext uri="{FF2B5EF4-FFF2-40B4-BE49-F238E27FC236}">
                      <a16:creationId xmlns:a16="http://schemas.microsoft.com/office/drawing/2014/main" id="{273D807B-0C13-E019-C76E-053F825395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2">
                  <a:extLst>
                    <a:ext uri="{FF2B5EF4-FFF2-40B4-BE49-F238E27FC236}">
                      <a16:creationId xmlns:a16="http://schemas.microsoft.com/office/drawing/2014/main" id="{27C8BF0E-E071-3B44-0B21-2E8C089247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5">
                  <a:extLst>
                    <a:ext uri="{FF2B5EF4-FFF2-40B4-BE49-F238E27FC236}">
                      <a16:creationId xmlns:a16="http://schemas.microsoft.com/office/drawing/2014/main" id="{CEB31528-676E-9829-C8AB-A5B24C91F9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88">
                  <a:extLst>
                    <a:ext uri="{FF2B5EF4-FFF2-40B4-BE49-F238E27FC236}">
                      <a16:creationId xmlns:a16="http://schemas.microsoft.com/office/drawing/2014/main" id="{CEE71D73-D61B-AFB9-14A9-57462C398A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3" name="Group 82">
                  <a:extLst>
                    <a:ext uri="{FF2B5EF4-FFF2-40B4-BE49-F238E27FC236}">
                      <a16:creationId xmlns:a16="http://schemas.microsoft.com/office/drawing/2014/main" id="{716FA03C-E43A-EB9D-6B5E-9B5A55701B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4" name="Line 63">
                    <a:extLst>
                      <a:ext uri="{FF2B5EF4-FFF2-40B4-BE49-F238E27FC236}">
                        <a16:creationId xmlns:a16="http://schemas.microsoft.com/office/drawing/2014/main" id="{86BEB1B4-8B13-EC11-C48A-9C6E7A31F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6">
                    <a:extLst>
                      <a:ext uri="{FF2B5EF4-FFF2-40B4-BE49-F238E27FC236}">
                        <a16:creationId xmlns:a16="http://schemas.microsoft.com/office/drawing/2014/main" id="{C9AF7F7E-AABE-3FF9-56AC-FA8EC4D099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67">
                    <a:extLst>
                      <a:ext uri="{FF2B5EF4-FFF2-40B4-BE49-F238E27FC236}">
                        <a16:creationId xmlns:a16="http://schemas.microsoft.com/office/drawing/2014/main" id="{CE7F9262-F1AF-97AE-8F2B-909B1821F4F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0">
                    <a:extLst>
                      <a:ext uri="{FF2B5EF4-FFF2-40B4-BE49-F238E27FC236}">
                        <a16:creationId xmlns:a16="http://schemas.microsoft.com/office/drawing/2014/main" id="{0348AAF7-B764-CEC7-C9D8-1F8A830B3C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3">
                    <a:extLst>
                      <a:ext uri="{FF2B5EF4-FFF2-40B4-BE49-F238E27FC236}">
                        <a16:creationId xmlns:a16="http://schemas.microsoft.com/office/drawing/2014/main" id="{C94002DB-71DF-D555-73AA-FB36950CFD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6">
                    <a:extLst>
                      <a:ext uri="{FF2B5EF4-FFF2-40B4-BE49-F238E27FC236}">
                        <a16:creationId xmlns:a16="http://schemas.microsoft.com/office/drawing/2014/main" id="{B057645C-FAE7-DAA0-7065-406885CA28C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Line 89">
                    <a:extLst>
                      <a:ext uri="{FF2B5EF4-FFF2-40B4-BE49-F238E27FC236}">
                        <a16:creationId xmlns:a16="http://schemas.microsoft.com/office/drawing/2014/main" id="{A56A6525-832E-5D90-C98A-C6063F5AE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421C0FE1-7D43-A6CB-B707-1E63308859D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1" name="Group 60">
                  <a:extLst>
                    <a:ext uri="{FF2B5EF4-FFF2-40B4-BE49-F238E27FC236}">
                      <a16:creationId xmlns:a16="http://schemas.microsoft.com/office/drawing/2014/main" id="{CB3C26E9-857B-E9A7-7751-50AC8B93B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5" name="Straight Connector 64">
                    <a:extLst>
                      <a:ext uri="{FF2B5EF4-FFF2-40B4-BE49-F238E27FC236}">
                        <a16:creationId xmlns:a16="http://schemas.microsoft.com/office/drawing/2014/main" id="{72BD28F9-469C-22AF-7C8F-758989829B1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61E3726-FE4D-39B5-5FDD-11AECB1B517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7" name="Rectangle 30">
                    <a:extLst>
                      <a:ext uri="{FF2B5EF4-FFF2-40B4-BE49-F238E27FC236}">
                        <a16:creationId xmlns:a16="http://schemas.microsoft.com/office/drawing/2014/main" id="{55D3AD5E-F699-B39E-1ACD-31FE8B9496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30">
                    <a:extLst>
                      <a:ext uri="{FF2B5EF4-FFF2-40B4-BE49-F238E27FC236}">
                        <a16:creationId xmlns:a16="http://schemas.microsoft.com/office/drawing/2014/main" id="{14A3AC03-73A8-179B-0255-F6595B030F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a:extLst>
                    <a:ext uri="{FF2B5EF4-FFF2-40B4-BE49-F238E27FC236}">
                      <a16:creationId xmlns:a16="http://schemas.microsoft.com/office/drawing/2014/main" id="{5BC7721D-A36D-C25E-F2FF-B08899CD462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3" name="Freeform: Shape 73">
                    <a:extLst>
                      <a:ext uri="{FF2B5EF4-FFF2-40B4-BE49-F238E27FC236}">
                        <a16:creationId xmlns:a16="http://schemas.microsoft.com/office/drawing/2014/main" id="{24FE16C1-456C-BE45-0DC5-B0632951C4E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4" name="Freeform: Shape 74">
                    <a:extLst>
                      <a:ext uri="{FF2B5EF4-FFF2-40B4-BE49-F238E27FC236}">
                        <a16:creationId xmlns:a16="http://schemas.microsoft.com/office/drawing/2014/main" id="{E3694B78-817C-725C-E3FA-0EBB270DAA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2" name="Group 51">
                <a:extLst>
                  <a:ext uri="{FF2B5EF4-FFF2-40B4-BE49-F238E27FC236}">
                    <a16:creationId xmlns:a16="http://schemas.microsoft.com/office/drawing/2014/main" id="{D28E1246-F52C-0640-95BD-015F886124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3" name="Group 52">
                  <a:extLst>
                    <a:ext uri="{FF2B5EF4-FFF2-40B4-BE49-F238E27FC236}">
                      <a16:creationId xmlns:a16="http://schemas.microsoft.com/office/drawing/2014/main" id="{654CE322-1ED4-48F8-A09B-F4D21B1524B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8" name="Freeform 57">
                    <a:extLst>
                      <a:ext uri="{FF2B5EF4-FFF2-40B4-BE49-F238E27FC236}">
                        <a16:creationId xmlns:a16="http://schemas.microsoft.com/office/drawing/2014/main" id="{8B84CF30-E3E9-C0A1-D1EF-BCE3C73EE1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58">
                    <a:extLst>
                      <a:ext uri="{FF2B5EF4-FFF2-40B4-BE49-F238E27FC236}">
                        <a16:creationId xmlns:a16="http://schemas.microsoft.com/office/drawing/2014/main" id="{53D1F963-F022-6FD5-F242-4EBFF537CC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0" name="Line 70">
                    <a:extLst>
                      <a:ext uri="{FF2B5EF4-FFF2-40B4-BE49-F238E27FC236}">
                        <a16:creationId xmlns:a16="http://schemas.microsoft.com/office/drawing/2014/main" id="{CF67ABB8-6B94-86EA-239A-03986A9690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4" name="Group 53">
                  <a:extLst>
                    <a:ext uri="{FF2B5EF4-FFF2-40B4-BE49-F238E27FC236}">
                      <a16:creationId xmlns:a16="http://schemas.microsoft.com/office/drawing/2014/main" id="{1A7A8F26-FCAA-BA92-E5E8-4CC86F715F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5" name="Freeform 68">
                    <a:extLst>
                      <a:ext uri="{FF2B5EF4-FFF2-40B4-BE49-F238E27FC236}">
                        <a16:creationId xmlns:a16="http://schemas.microsoft.com/office/drawing/2014/main" id="{0F8531EE-3F08-B345-5629-D105362C1E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69">
                    <a:extLst>
                      <a:ext uri="{FF2B5EF4-FFF2-40B4-BE49-F238E27FC236}">
                        <a16:creationId xmlns:a16="http://schemas.microsoft.com/office/drawing/2014/main" id="{0A2F137C-AAF4-114A-2ACB-21D28BCDAE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7" name="Line 70">
                    <a:extLst>
                      <a:ext uri="{FF2B5EF4-FFF2-40B4-BE49-F238E27FC236}">
                        <a16:creationId xmlns:a16="http://schemas.microsoft.com/office/drawing/2014/main" id="{9651D6D7-979D-F020-51EC-50B39BF8F8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cxnSp>
        <p:nvCxnSpPr>
          <p:cNvPr id="94" name="Straight Connector 93">
            <a:extLst>
              <a:ext uri="{FF2B5EF4-FFF2-40B4-BE49-F238E27FC236}">
                <a16:creationId xmlns:a16="http://schemas.microsoft.com/office/drawing/2014/main" id="{FE833E4E-4232-FFDA-5020-37E4AD56D9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13987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Title 1">
            <a:extLst>
              <a:ext uri="{FF2B5EF4-FFF2-40B4-BE49-F238E27FC236}">
                <a16:creationId xmlns:a16="http://schemas.microsoft.com/office/drawing/2014/main" id="{C69B35B4-8267-15C0-DBC8-85F19005E59C}"/>
              </a:ext>
            </a:extLst>
          </p:cNvPr>
          <p:cNvSpPr>
            <a:spLocks noGrp="1"/>
          </p:cNvSpPr>
          <p:nvPr>
            <p:ph type="ctrTitle"/>
          </p:nvPr>
        </p:nvSpPr>
        <p:spPr>
          <a:xfrm>
            <a:off x="3627120" y="1143006"/>
            <a:ext cx="4937760" cy="2731076"/>
          </a:xfrm>
          <a:prstGeom prst="rect">
            <a:avLst/>
          </a:prstGeom>
        </p:spPr>
        <p:txBody>
          <a:bodyPr vert="horz" lIns="91440" tIns="45720" rIns="91440" bIns="45720" rtlCol="0" anchor="b">
            <a:noAutofit/>
          </a:bodyPr>
          <a:lstStyle>
            <a:lvl1pPr algn="ctr">
              <a:defRPr lang="en-US" sz="4000" dirty="0"/>
            </a:lvl1pPr>
          </a:lstStyle>
          <a:p>
            <a:pPr lvl="0"/>
            <a:r>
              <a:rPr lang="en-US" dirty="0"/>
              <a:t>Click to edit Master title style</a:t>
            </a:r>
          </a:p>
        </p:txBody>
      </p:sp>
      <p:sp>
        <p:nvSpPr>
          <p:cNvPr id="93" name="Subtitle 2">
            <a:extLst>
              <a:ext uri="{FF2B5EF4-FFF2-40B4-BE49-F238E27FC236}">
                <a16:creationId xmlns:a16="http://schemas.microsoft.com/office/drawing/2014/main" id="{2F1F49DF-E0A4-2236-FD46-ECB7130CBBCA}"/>
              </a:ext>
            </a:extLst>
          </p:cNvPr>
          <p:cNvSpPr>
            <a:spLocks noGrp="1"/>
          </p:cNvSpPr>
          <p:nvPr>
            <p:ph type="subTitle" idx="1"/>
          </p:nvPr>
        </p:nvSpPr>
        <p:spPr>
          <a:xfrm>
            <a:off x="2895600" y="4405673"/>
            <a:ext cx="6400800" cy="1309327"/>
          </a:xfrm>
        </p:spPr>
        <p:txBody>
          <a:bodyPr vert="horz" lIns="91440" tIns="45720" rIns="91440" bIns="45720" rtlCol="0">
            <a:noAutofit/>
          </a:bodyPr>
          <a:lstStyle>
            <a:lvl1pPr marL="0" indent="0" algn="ctr">
              <a:buNone/>
              <a:defRPr lang="en-US" sz="1800" cap="all" spc="100" baseline="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546269" y="6343955"/>
            <a:ext cx="1349331"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216524"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0044568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4653F0-6B33-4C71-828A-C82AA65592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12188952" cy="434340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73DFE91C-7345-DD86-AFC2-44F578231F50}"/>
              </a:ext>
            </a:extLst>
          </p:cNvPr>
          <p:cNvSpPr>
            <a:spLocks noGrp="1"/>
          </p:cNvSpPr>
          <p:nvPr>
            <p:ph type="ctrTitle"/>
          </p:nvPr>
        </p:nvSpPr>
        <p:spPr>
          <a:xfrm>
            <a:off x="612648" y="4665421"/>
            <a:ext cx="10972800" cy="786384"/>
          </a:xfrm>
          <a:prstGeom prst="rect">
            <a:avLst/>
          </a:prstGeom>
        </p:spPr>
        <p:txBody>
          <a:bodyPr anchor="b">
            <a:noAutofit/>
          </a:bodyPr>
          <a:lstStyle>
            <a:lvl1pPr algn="ctr">
              <a:defRPr sz="4000"/>
            </a:lvl1pPr>
          </a:lstStyle>
          <a:p>
            <a:r>
              <a:rPr lang="en-US" dirty="0"/>
              <a:t>Click to edit Master title style</a:t>
            </a:r>
          </a:p>
        </p:txBody>
      </p:sp>
      <p:sp>
        <p:nvSpPr>
          <p:cNvPr id="14" name="Subtitle 2">
            <a:extLst>
              <a:ext uri="{FF2B5EF4-FFF2-40B4-BE49-F238E27FC236}">
                <a16:creationId xmlns:a16="http://schemas.microsoft.com/office/drawing/2014/main" id="{AB35AACE-B44B-CA08-96C2-71DD9C864615}"/>
              </a:ext>
            </a:extLst>
          </p:cNvPr>
          <p:cNvSpPr>
            <a:spLocks noGrp="1"/>
          </p:cNvSpPr>
          <p:nvPr>
            <p:ph type="subTitle" idx="1"/>
          </p:nvPr>
        </p:nvSpPr>
        <p:spPr>
          <a:xfrm>
            <a:off x="612648" y="5623560"/>
            <a:ext cx="10972800" cy="548640"/>
          </a:xfrm>
        </p:spPr>
        <p:txBody>
          <a:bodyPr anchor="t">
            <a:noAutofit/>
          </a:bodyPr>
          <a:lstStyle>
            <a:lvl1pPr marL="0" indent="0" algn="ctr">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7" name="Picture Placeholder 16">
            <a:extLst>
              <a:ext uri="{FF2B5EF4-FFF2-40B4-BE49-F238E27FC236}">
                <a16:creationId xmlns:a16="http://schemas.microsoft.com/office/drawing/2014/main" id="{653CEB38-7674-CDA0-DA5F-9C3CB1645A07}"/>
              </a:ext>
            </a:extLst>
          </p:cNvPr>
          <p:cNvSpPr>
            <a:spLocks noGrp="1"/>
          </p:cNvSpPr>
          <p:nvPr>
            <p:ph type="pic" sz="quarter" idx="17" hasCustomPrompt="1"/>
          </p:nvPr>
        </p:nvSpPr>
        <p:spPr>
          <a:xfrm>
            <a:off x="275844" y="274319"/>
            <a:ext cx="11640312" cy="3794760"/>
          </a:xfrm>
          <a:blipFill>
            <a:blip r:embed="rId2">
              <a:alphaModFix amt="60000"/>
            </a:blip>
            <a:stretch>
              <a:fillRect/>
            </a:stretch>
          </a:blipFill>
        </p:spPr>
        <p:txBody>
          <a:bodyPr/>
          <a:lstStyle>
            <a:lvl1pPr>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612647" y="6343955"/>
            <a:ext cx="2202644"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20xx</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4693298" y="6343955"/>
            <a:ext cx="2805405"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147096" y="6343955"/>
            <a:ext cx="429207" cy="365125"/>
          </a:xfrm>
          <a:prstGeom prst="rect">
            <a:avLst/>
          </a:prstGeom>
        </p:spPr>
        <p:txBody>
          <a:bodyPr>
            <a:noAutofit/>
          </a:bodyPr>
          <a:lstStyle>
            <a:lvl1pPr>
              <a:defRPr b="0" i="0" cap="all" baseline="0">
                <a:latin typeface="Avenir Next LT Pro Light" panose="020B0304020202020204" pitchFamily="34" charset="77"/>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167405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grpSp>
        <p:nvGrpSpPr>
          <p:cNvPr id="3" name="Vector">
            <a:extLst>
              <a:ext uri="{FF2B5EF4-FFF2-40B4-BE49-F238E27FC236}">
                <a16:creationId xmlns:a16="http://schemas.microsoft.com/office/drawing/2014/main" id="{05BC5FEA-7AAF-F0C6-F596-0A63B82981B9}"/>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8034190" y="858838"/>
            <a:ext cx="2216150" cy="1177924"/>
            <a:chOff x="4987925" y="2840038"/>
            <a:chExt cx="2216150" cy="1177924"/>
          </a:xfrm>
        </p:grpSpPr>
        <p:sp>
          <p:nvSpPr>
            <p:cNvPr id="4" name="Rectangle 3">
              <a:extLst>
                <a:ext uri="{FF2B5EF4-FFF2-40B4-BE49-F238E27FC236}">
                  <a16:creationId xmlns:a16="http://schemas.microsoft.com/office/drawing/2014/main" id="{4F0F91CF-DA5C-92E6-E259-06EB35D02DBA}"/>
                </a:ext>
                <a:ext uri="{C183D7F6-B498-43B3-948B-1728B52AA6E4}">
                  <adec:decorative xmlns:adec="http://schemas.microsoft.com/office/drawing/2017/decorative" val="1"/>
                </a:ext>
              </a:extLst>
            </p:cNvPr>
            <p:cNvSpPr>
              <a:spLocks/>
            </p:cNvSpPr>
            <p:nvPr userDrawn="1">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90A6D5C-58C6-FEAD-68C8-24D2A3D56E23}"/>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6" name="Group 5">
                <a:extLst>
                  <a:ext uri="{FF2B5EF4-FFF2-40B4-BE49-F238E27FC236}">
                    <a16:creationId xmlns:a16="http://schemas.microsoft.com/office/drawing/2014/main" id="{A90926D2-838C-FBAD-9106-B5A110A5B61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9" name="Freeform 68">
                  <a:extLst>
                    <a:ext uri="{FF2B5EF4-FFF2-40B4-BE49-F238E27FC236}">
                      <a16:creationId xmlns:a16="http://schemas.microsoft.com/office/drawing/2014/main" id="{CCAB97FA-3590-3E85-EC04-2D8629BF66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69">
                  <a:extLst>
                    <a:ext uri="{FF2B5EF4-FFF2-40B4-BE49-F238E27FC236}">
                      <a16:creationId xmlns:a16="http://schemas.microsoft.com/office/drawing/2014/main" id="{857AF2EC-F313-8348-C809-8177932736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Line 70">
                  <a:extLst>
                    <a:ext uri="{FF2B5EF4-FFF2-40B4-BE49-F238E27FC236}">
                      <a16:creationId xmlns:a16="http://schemas.microsoft.com/office/drawing/2014/main" id="{BBDA2187-09E1-36CB-CC34-C2A68B7444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 name="Group 13">
                <a:extLst>
                  <a:ext uri="{FF2B5EF4-FFF2-40B4-BE49-F238E27FC236}">
                    <a16:creationId xmlns:a16="http://schemas.microsoft.com/office/drawing/2014/main" id="{C2789EB6-B58C-B0A4-96BE-1114C7775A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3" name="Freeform 68">
                  <a:extLst>
                    <a:ext uri="{FF2B5EF4-FFF2-40B4-BE49-F238E27FC236}">
                      <a16:creationId xmlns:a16="http://schemas.microsoft.com/office/drawing/2014/main" id="{52069191-F544-13F2-C808-AA9DE0883B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886F9107-7BA2-7341-3D65-956BBB0D5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5D813785-2AF4-1081-B91E-8A290C54B6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Rectangle 1">
            <a:extLst>
              <a:ext uri="{FF2B5EF4-FFF2-40B4-BE49-F238E27FC236}">
                <a16:creationId xmlns:a16="http://schemas.microsoft.com/office/drawing/2014/main" id="{055E2131-6122-D702-6ACB-2368A1E59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7" name="Title 1">
            <a:extLst>
              <a:ext uri="{FF2B5EF4-FFF2-40B4-BE49-F238E27FC236}">
                <a16:creationId xmlns:a16="http://schemas.microsoft.com/office/drawing/2014/main" id="{747188C3-B888-04ED-88FD-00077E25ED67}"/>
              </a:ext>
            </a:extLst>
          </p:cNvPr>
          <p:cNvSpPr>
            <a:spLocks noGrp="1"/>
          </p:cNvSpPr>
          <p:nvPr>
            <p:ph type="ctrTitle"/>
          </p:nvPr>
        </p:nvSpPr>
        <p:spPr>
          <a:xfrm>
            <a:off x="6704598" y="2339742"/>
            <a:ext cx="4856348" cy="1546458"/>
          </a:xfrm>
          <a:prstGeom prst="rect">
            <a:avLst/>
          </a:prstGeom>
        </p:spPr>
        <p:txBody>
          <a:bodyPr vert="horz" lIns="91440" tIns="45720" rIns="91440" bIns="45720" rtlCol="0" anchor="b">
            <a:noAutofit/>
          </a:bodyPr>
          <a:lstStyle>
            <a:lvl1pPr algn="ctr">
              <a:defRPr lang="en-US" sz="4000" dirty="0"/>
            </a:lvl1pPr>
          </a:lstStyle>
          <a:p>
            <a:pPr lvl="0"/>
            <a:r>
              <a:rPr lang="en-US" dirty="0"/>
              <a:t>Click to edit Master title style</a:t>
            </a:r>
          </a:p>
        </p:txBody>
      </p:sp>
      <p:sp>
        <p:nvSpPr>
          <p:cNvPr id="18" name="Subtitle 2">
            <a:extLst>
              <a:ext uri="{FF2B5EF4-FFF2-40B4-BE49-F238E27FC236}">
                <a16:creationId xmlns:a16="http://schemas.microsoft.com/office/drawing/2014/main" id="{A7603D50-928A-CF87-EECC-DA89E7864746}"/>
              </a:ext>
            </a:extLst>
          </p:cNvPr>
          <p:cNvSpPr>
            <a:spLocks noGrp="1"/>
          </p:cNvSpPr>
          <p:nvPr>
            <p:ph type="subTitle" idx="1"/>
          </p:nvPr>
        </p:nvSpPr>
        <p:spPr>
          <a:xfrm>
            <a:off x="6704598"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dirty="0"/>
              <a:t>Click to edit Master subtitle style</a:t>
            </a:r>
          </a:p>
        </p:txBody>
      </p:sp>
      <p:sp>
        <p:nvSpPr>
          <p:cNvPr id="8" name="Picture Placeholder 24">
            <a:extLst>
              <a:ext uri="{FF2B5EF4-FFF2-40B4-BE49-F238E27FC236}">
                <a16:creationId xmlns:a16="http://schemas.microsoft.com/office/drawing/2014/main" id="{ECD41283-05EB-5E8A-99FA-EF1E9F10D257}"/>
              </a:ext>
            </a:extLst>
          </p:cNvPr>
          <p:cNvSpPr>
            <a:spLocks noGrp="1"/>
          </p:cNvSpPr>
          <p:nvPr>
            <p:ph type="pic" sz="quarter" idx="17" hasCustomPrompt="1"/>
          </p:nvPr>
        </p:nvSpPr>
        <p:spPr>
          <a:xfrm>
            <a:off x="272796" y="233172"/>
            <a:ext cx="5550408" cy="6391656"/>
          </a:xfrm>
          <a:blipFill>
            <a:blip r:embed="rId2">
              <a:alphaModFix amt="60000"/>
            </a:blip>
            <a:stretch>
              <a:fillRect/>
            </a:stretch>
          </a:blipFill>
        </p:spPr>
        <p:txBody>
          <a:bodyPr/>
          <a:lstStyle>
            <a:lvl1pPr>
              <a:defRPr/>
            </a:lvl1pPr>
          </a:lstStyle>
          <a:p>
            <a:r>
              <a:rPr lang="en-US" dirty="0"/>
              <a:t> </a:t>
            </a:r>
          </a:p>
        </p:txBody>
      </p:sp>
      <p:sp>
        <p:nvSpPr>
          <p:cNvPr id="26" name="Footer Placeholder 7">
            <a:extLst>
              <a:ext uri="{FF2B5EF4-FFF2-40B4-BE49-F238E27FC236}">
                <a16:creationId xmlns:a16="http://schemas.microsoft.com/office/drawing/2014/main" id="{98746AF5-45F6-8A1D-B9A2-A5E96DA07A89}"/>
              </a:ext>
            </a:extLst>
          </p:cNvPr>
          <p:cNvSpPr>
            <a:spLocks noGrp="1"/>
          </p:cNvSpPr>
          <p:nvPr>
            <p:ph type="ftr" sz="quarter" idx="15"/>
          </p:nvPr>
        </p:nvSpPr>
        <p:spPr>
          <a:xfrm>
            <a:off x="6704598" y="6338703"/>
            <a:ext cx="2070484" cy="365125"/>
          </a:xfrm>
          <a:prstGeom prst="rect">
            <a:avLst/>
          </a:prstGeom>
        </p:spPr>
        <p:txBody>
          <a:bodyPr>
            <a:noAutofit/>
          </a:bodyPr>
          <a:lstStyle/>
          <a:p>
            <a:r>
              <a:rPr lang="en-US"/>
              <a:t>Sample Footer Text</a:t>
            </a:r>
          </a:p>
        </p:txBody>
      </p:sp>
      <p:sp>
        <p:nvSpPr>
          <p:cNvPr id="27" name="Date Placeholder 6">
            <a:extLst>
              <a:ext uri="{FF2B5EF4-FFF2-40B4-BE49-F238E27FC236}">
                <a16:creationId xmlns:a16="http://schemas.microsoft.com/office/drawing/2014/main" id="{3CDB4CF3-D437-A576-6D88-391341E6619F}"/>
              </a:ext>
            </a:extLst>
          </p:cNvPr>
          <p:cNvSpPr>
            <a:spLocks noGrp="1"/>
          </p:cNvSpPr>
          <p:nvPr>
            <p:ph type="dt" sz="half" idx="14"/>
          </p:nvPr>
        </p:nvSpPr>
        <p:spPr>
          <a:xfrm>
            <a:off x="9739161" y="6338703"/>
            <a:ext cx="1392578" cy="365125"/>
          </a:xfrm>
          <a:prstGeom prst="rect">
            <a:avLst/>
          </a:prstGeom>
        </p:spPr>
        <p:txBody>
          <a:bodyPr>
            <a:noAutofit/>
          </a:bodyPr>
          <a:lstStyle/>
          <a:p>
            <a:r>
              <a:rPr lang="en-US"/>
              <a:t>20xx</a:t>
            </a:r>
          </a:p>
        </p:txBody>
      </p:sp>
      <p:sp>
        <p:nvSpPr>
          <p:cNvPr id="28" name="Slide Number Placeholder 8">
            <a:extLst>
              <a:ext uri="{FF2B5EF4-FFF2-40B4-BE49-F238E27FC236}">
                <a16:creationId xmlns:a16="http://schemas.microsoft.com/office/drawing/2014/main" id="{D691BA2D-39A6-C5EA-8537-54C0F1EDC193}"/>
              </a:ext>
            </a:extLst>
          </p:cNvPr>
          <p:cNvSpPr>
            <a:spLocks noGrp="1"/>
          </p:cNvSpPr>
          <p:nvPr>
            <p:ph type="sldNum" sz="quarter" idx="16"/>
          </p:nvPr>
        </p:nvSpPr>
        <p:spPr>
          <a:xfrm>
            <a:off x="11131739" y="6342301"/>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61858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303A30A-E163-EC69-BC74-DBBB57D2DF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0"/>
            <a:ext cx="521286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824728" y="685805"/>
            <a:ext cx="5760720" cy="2925456"/>
          </a:xfrm>
          <a:prstGeom prst="rect">
            <a:avLst/>
          </a:prstGeom>
        </p:spPr>
        <p:txBody>
          <a:bodyPr vert="horz" lIns="91440" tIns="45720" rIns="91440" bIns="45720" rtlCol="0" anchor="b">
            <a:noAutofit/>
          </a:bodyPr>
          <a:lstStyle>
            <a:lvl1pP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815584" y="4142852"/>
            <a:ext cx="5760719" cy="2029344"/>
          </a:xfrm>
        </p:spPr>
        <p:txBody>
          <a:bodyPr vert="horz" lIns="91440" tIns="45720" rIns="91440" bIns="45720" rtlCol="0">
            <a:noAutofit/>
          </a:bodyPr>
          <a:lstStyle>
            <a:lvl1pPr marL="0" indent="0">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5" name="Picture Placeholder 24">
            <a:extLst>
              <a:ext uri="{FF2B5EF4-FFF2-40B4-BE49-F238E27FC236}">
                <a16:creationId xmlns:a16="http://schemas.microsoft.com/office/drawing/2014/main" id="{CEBB28F2-4B93-B449-3651-1A13235A406A}"/>
              </a:ext>
            </a:extLst>
          </p:cNvPr>
          <p:cNvSpPr>
            <a:spLocks noGrp="1"/>
          </p:cNvSpPr>
          <p:nvPr>
            <p:ph type="pic" sz="quarter" idx="17" hasCustomPrompt="1"/>
          </p:nvPr>
        </p:nvSpPr>
        <p:spPr>
          <a:xfrm>
            <a:off x="272796" y="233172"/>
            <a:ext cx="4663440" cy="6391656"/>
          </a:xfrm>
          <a:blipFill>
            <a:blip r:embed="rId2">
              <a:alphaModFix amt="60000"/>
            </a:blip>
            <a:stretch>
              <a:fillRect/>
            </a:stretch>
          </a:blipFill>
        </p:spPr>
        <p:txBody>
          <a:bodyPr/>
          <a:lstStyle>
            <a:lvl1pPr>
              <a:defRPr/>
            </a:lvl1pPr>
          </a:lstStyle>
          <a:p>
            <a:r>
              <a:rPr lang="en-US" dirty="0"/>
              <a:t> </a:t>
            </a:r>
          </a:p>
        </p:txBody>
      </p:sp>
      <p:cxnSp>
        <p:nvCxnSpPr>
          <p:cNvPr id="19" name="Straight Connector 18">
            <a:extLst>
              <a:ext uri="{FF2B5EF4-FFF2-40B4-BE49-F238E27FC236}">
                <a16:creationId xmlns:a16="http://schemas.microsoft.com/office/drawing/2014/main" id="{EA012170-4B32-903F-0861-DB263F28C32E}"/>
              </a:ext>
            </a:extLst>
          </p:cNvPr>
          <p:cNvCxnSpPr>
            <a:cxnSpLocks/>
          </p:cNvCxnSpPr>
          <p:nvPr userDrawn="1"/>
        </p:nvCxnSpPr>
        <p:spPr>
          <a:xfrm>
            <a:off x="5929503" y="387705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4728" y="6343955"/>
            <a:ext cx="3014472"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884284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grpSp>
        <p:nvGrpSpPr>
          <p:cNvPr id="4" name="Vector">
            <a:extLst>
              <a:ext uri="{FF2B5EF4-FFF2-40B4-BE49-F238E27FC236}">
                <a16:creationId xmlns:a16="http://schemas.microsoft.com/office/drawing/2014/main" id="{2D6E1CE8-4390-5ACE-1DD7-69C044B389C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1973453" y="49440"/>
            <a:ext cx="2216150" cy="1177924"/>
            <a:chOff x="4987925" y="2840038"/>
            <a:chExt cx="2216150" cy="1177924"/>
          </a:xfrm>
        </p:grpSpPr>
        <p:sp>
          <p:nvSpPr>
            <p:cNvPr id="5" name="Rectangle 4">
              <a:extLst>
                <a:ext uri="{FF2B5EF4-FFF2-40B4-BE49-F238E27FC236}">
                  <a16:creationId xmlns:a16="http://schemas.microsoft.com/office/drawing/2014/main" id="{7229E3A5-61F4-8686-47E6-23AA4BA88D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7E856271-928E-846B-40C6-6722B0F7124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DAAEDEF-71AF-EADA-0548-E25C605A8FE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6" name="Freeform 68">
                  <a:extLst>
                    <a:ext uri="{FF2B5EF4-FFF2-40B4-BE49-F238E27FC236}">
                      <a16:creationId xmlns:a16="http://schemas.microsoft.com/office/drawing/2014/main" id="{5EE50072-C4FB-0181-60E5-434A03ED13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8EBE8D7-3188-E72D-5F72-28D808D755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EF8C51-DD1D-E2EF-691E-3A7AF07DD4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32DB78EC-1B67-FA19-9EC4-3F3CCB2547F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3" name="Freeform 68">
                  <a:extLst>
                    <a:ext uri="{FF2B5EF4-FFF2-40B4-BE49-F238E27FC236}">
                      <a16:creationId xmlns:a16="http://schemas.microsoft.com/office/drawing/2014/main" id="{4E17A2ED-C8D3-9216-DC04-61913804B8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55D467ED-D0EE-8D50-0125-5B3493E6E8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D34E8D5-1825-4F71-AD4E-312BFCBBA6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9" name="Rectangle 18">
            <a:extLst>
              <a:ext uri="{FF2B5EF4-FFF2-40B4-BE49-F238E27FC236}">
                <a16:creationId xmlns:a16="http://schemas.microsoft.com/office/drawing/2014/main" id="{AD866302-BF6C-48AB-E342-8566591465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3372"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5659DA3C-D7CD-154F-F462-687885B1F50B}"/>
              </a:ext>
            </a:extLst>
          </p:cNvPr>
          <p:cNvSpPr>
            <a:spLocks noGrp="1"/>
          </p:cNvSpPr>
          <p:nvPr>
            <p:ph type="ctrTitle"/>
          </p:nvPr>
        </p:nvSpPr>
        <p:spPr>
          <a:xfrm>
            <a:off x="609600" y="2154268"/>
            <a:ext cx="4856348" cy="1731932"/>
          </a:xfrm>
          <a:prstGeom prst="rect">
            <a:avLst/>
          </a:prstGeom>
        </p:spPr>
        <p:txBody>
          <a:bodyPr vert="horz" lIns="91440" tIns="45720" rIns="91440" bIns="45720" rtlCol="0" anchor="b">
            <a:noAutofit/>
          </a:bodyPr>
          <a:lstStyle>
            <a:lvl1pPr algn="ctr">
              <a:defRPr lang="en-US" sz="4000" dirty="0"/>
            </a:lvl1pPr>
          </a:lstStyle>
          <a:p>
            <a:pPr lvl="0"/>
            <a:r>
              <a:rPr lang="en-US" dirty="0"/>
              <a:t>Click to edit Master title style</a:t>
            </a:r>
          </a:p>
        </p:txBody>
      </p:sp>
      <p:sp>
        <p:nvSpPr>
          <p:cNvPr id="30" name="Subtitle 2">
            <a:extLst>
              <a:ext uri="{FF2B5EF4-FFF2-40B4-BE49-F238E27FC236}">
                <a16:creationId xmlns:a16="http://schemas.microsoft.com/office/drawing/2014/main" id="{9D145525-9A2E-54DF-B47A-74AFF1644A46}"/>
              </a:ext>
            </a:extLst>
          </p:cNvPr>
          <p:cNvSpPr>
            <a:spLocks noGrp="1"/>
          </p:cNvSpPr>
          <p:nvPr>
            <p:ph type="subTitle" idx="1"/>
          </p:nvPr>
        </p:nvSpPr>
        <p:spPr>
          <a:xfrm>
            <a:off x="609600"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dirty="0"/>
              <a:t>Click to edit Master subtitle style</a:t>
            </a:r>
          </a:p>
        </p:txBody>
      </p:sp>
      <p:sp>
        <p:nvSpPr>
          <p:cNvPr id="11" name="Footer Placeholder 7">
            <a:extLst>
              <a:ext uri="{FF2B5EF4-FFF2-40B4-BE49-F238E27FC236}">
                <a16:creationId xmlns:a16="http://schemas.microsoft.com/office/drawing/2014/main" id="{B06B9EBB-080E-1157-1D8D-295A6B243162}"/>
              </a:ext>
            </a:extLst>
          </p:cNvPr>
          <p:cNvSpPr>
            <a:spLocks noGrp="1"/>
          </p:cNvSpPr>
          <p:nvPr>
            <p:ph type="ftr" sz="quarter" idx="15"/>
          </p:nvPr>
        </p:nvSpPr>
        <p:spPr>
          <a:xfrm>
            <a:off x="609600" y="6338703"/>
            <a:ext cx="2070484" cy="365125"/>
          </a:xfrm>
          <a:prstGeom prst="rect">
            <a:avLst/>
          </a:prstGeom>
        </p:spPr>
        <p:txBody>
          <a:bodyPr>
            <a:noAutofit/>
          </a:bodyPr>
          <a:lstStyle/>
          <a:p>
            <a:r>
              <a:rPr lang="en-US"/>
              <a:t>Sample Footer Text</a:t>
            </a:r>
          </a:p>
        </p:txBody>
      </p:sp>
      <p:sp>
        <p:nvSpPr>
          <p:cNvPr id="20" name="Date Placeholder 6">
            <a:extLst>
              <a:ext uri="{FF2B5EF4-FFF2-40B4-BE49-F238E27FC236}">
                <a16:creationId xmlns:a16="http://schemas.microsoft.com/office/drawing/2014/main" id="{0286A2F7-FABC-71C8-AB4B-75C59CDB94A3}"/>
              </a:ext>
            </a:extLst>
          </p:cNvPr>
          <p:cNvSpPr>
            <a:spLocks noGrp="1"/>
          </p:cNvSpPr>
          <p:nvPr>
            <p:ph type="dt" sz="half" idx="14"/>
          </p:nvPr>
        </p:nvSpPr>
        <p:spPr>
          <a:xfrm>
            <a:off x="3644163" y="6338703"/>
            <a:ext cx="1392578" cy="365125"/>
          </a:xfrm>
          <a:prstGeom prst="rect">
            <a:avLst/>
          </a:prstGeom>
        </p:spPr>
        <p:txBody>
          <a:bodyPr>
            <a:noAutofit/>
          </a:bodyPr>
          <a:lstStyle/>
          <a:p>
            <a:r>
              <a:rPr lang="en-US"/>
              <a:t>20xx</a:t>
            </a:r>
          </a:p>
        </p:txBody>
      </p:sp>
      <p:sp>
        <p:nvSpPr>
          <p:cNvPr id="23" name="Slide Number Placeholder 8">
            <a:extLst>
              <a:ext uri="{FF2B5EF4-FFF2-40B4-BE49-F238E27FC236}">
                <a16:creationId xmlns:a16="http://schemas.microsoft.com/office/drawing/2014/main" id="{C7D89BBA-1AAB-50AB-2746-4785C0852466}"/>
              </a:ext>
            </a:extLst>
          </p:cNvPr>
          <p:cNvSpPr>
            <a:spLocks noGrp="1"/>
          </p:cNvSpPr>
          <p:nvPr>
            <p:ph type="sldNum" sz="quarter" idx="16"/>
          </p:nvPr>
        </p:nvSpPr>
        <p:spPr>
          <a:xfrm>
            <a:off x="5036741" y="6342301"/>
            <a:ext cx="429207" cy="365125"/>
          </a:xfrm>
          <a:prstGeom prst="rect">
            <a:avLst/>
          </a:prstGeom>
        </p:spPr>
        <p:txBody>
          <a:bodyPr>
            <a:noAutofit/>
          </a:bodyPr>
          <a:lstStyle/>
          <a:p>
            <a:fld id="{AEAA3239-9EA4-4A65-A281-97F994456D9F}" type="slidenum">
              <a:rPr lang="en-US" smtClean="0"/>
              <a:t>‹#›</a:t>
            </a:fld>
            <a:endParaRPr lang="en-US"/>
          </a:p>
        </p:txBody>
      </p:sp>
      <p:sp>
        <p:nvSpPr>
          <p:cNvPr id="25" name="Picture Placeholder 24">
            <a:extLst>
              <a:ext uri="{FF2B5EF4-FFF2-40B4-BE49-F238E27FC236}">
                <a16:creationId xmlns:a16="http://schemas.microsoft.com/office/drawing/2014/main" id="{C24EDDD8-4D74-1A47-643C-D82EABD1F2E1}"/>
              </a:ext>
            </a:extLst>
          </p:cNvPr>
          <p:cNvSpPr>
            <a:spLocks noGrp="1"/>
          </p:cNvSpPr>
          <p:nvPr>
            <p:ph type="pic" sz="quarter" idx="17" hasCustomPrompt="1"/>
          </p:nvPr>
        </p:nvSpPr>
        <p:spPr>
          <a:xfrm>
            <a:off x="6366168" y="233172"/>
            <a:ext cx="5550408" cy="6391656"/>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8397197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48936A6-5AD1-3BAA-0E1C-26F101C0CE57}"/>
              </a:ext>
            </a:extLst>
          </p:cNvPr>
          <p:cNvGrpSpPr/>
          <p:nvPr/>
        </p:nvGrpSpPr>
        <p:grpSpPr>
          <a:xfrm flipH="1">
            <a:off x="8353425" y="531607"/>
            <a:ext cx="3838575" cy="6520778"/>
            <a:chOff x="192855" y="531607"/>
            <a:chExt cx="3838575" cy="6520778"/>
          </a:xfrm>
        </p:grpSpPr>
        <p:grpSp>
          <p:nvGrpSpPr>
            <p:cNvPr id="7" name="Group 6">
              <a:extLst>
                <a:ext uri="{FF2B5EF4-FFF2-40B4-BE49-F238E27FC236}">
                  <a16:creationId xmlns:a16="http://schemas.microsoft.com/office/drawing/2014/main" id="{AE3A6E3B-83BB-9A86-3792-EE398831126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1" name="Freeform 64">
                <a:extLst>
                  <a:ext uri="{FF2B5EF4-FFF2-40B4-BE49-F238E27FC236}">
                    <a16:creationId xmlns:a16="http://schemas.microsoft.com/office/drawing/2014/main" id="{974A589A-E9FD-5B47-24E6-9BBF097848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1">
                <a:extLst>
                  <a:ext uri="{FF2B5EF4-FFF2-40B4-BE49-F238E27FC236}">
                    <a16:creationId xmlns:a16="http://schemas.microsoft.com/office/drawing/2014/main" id="{CD25188F-AFA7-9958-58C3-5D5C4D93F1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1">
                <a:extLst>
                  <a:ext uri="{FF2B5EF4-FFF2-40B4-BE49-F238E27FC236}">
                    <a16:creationId xmlns:a16="http://schemas.microsoft.com/office/drawing/2014/main" id="{C0A6B43C-99E8-59DC-14CF-A2CB6D968A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33">
                <a:extLst>
                  <a:ext uri="{FF2B5EF4-FFF2-40B4-BE49-F238E27FC236}">
                    <a16:creationId xmlns:a16="http://schemas.microsoft.com/office/drawing/2014/main" id="{043F61E2-B983-1873-3BD6-12FE80D8D0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4">
                <a:extLst>
                  <a:ext uri="{FF2B5EF4-FFF2-40B4-BE49-F238E27FC236}">
                    <a16:creationId xmlns:a16="http://schemas.microsoft.com/office/drawing/2014/main" id="{AB510376-B3F7-1709-3EEC-61F10B96F0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7">
                <a:extLst>
                  <a:ext uri="{FF2B5EF4-FFF2-40B4-BE49-F238E27FC236}">
                    <a16:creationId xmlns:a16="http://schemas.microsoft.com/office/drawing/2014/main" id="{03C9E100-1903-DC94-F8B6-170F94C004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60">
                <a:extLst>
                  <a:ext uri="{FF2B5EF4-FFF2-40B4-BE49-F238E27FC236}">
                    <a16:creationId xmlns:a16="http://schemas.microsoft.com/office/drawing/2014/main" id="{4FE5C4D6-B1C4-491E-FB04-BA2C91FC77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59">
                <a:extLst>
                  <a:ext uri="{FF2B5EF4-FFF2-40B4-BE49-F238E27FC236}">
                    <a16:creationId xmlns:a16="http://schemas.microsoft.com/office/drawing/2014/main" id="{40EADD1D-D5C1-863A-4D81-803E7CF10E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2">
                <a:extLst>
                  <a:ext uri="{FF2B5EF4-FFF2-40B4-BE49-F238E27FC236}">
                    <a16:creationId xmlns:a16="http://schemas.microsoft.com/office/drawing/2014/main" id="{43EC2631-7DF3-3965-621D-9DAC97A273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5">
                <a:extLst>
                  <a:ext uri="{FF2B5EF4-FFF2-40B4-BE49-F238E27FC236}">
                    <a16:creationId xmlns:a16="http://schemas.microsoft.com/office/drawing/2014/main" id="{7E73645E-6884-1473-72C1-BEA214C54E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79">
                <a:extLst>
                  <a:ext uri="{FF2B5EF4-FFF2-40B4-BE49-F238E27FC236}">
                    <a16:creationId xmlns:a16="http://schemas.microsoft.com/office/drawing/2014/main" id="{4DF9F96A-CD0D-6405-8DCC-34A8C55182F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2">
                <a:extLst>
                  <a:ext uri="{FF2B5EF4-FFF2-40B4-BE49-F238E27FC236}">
                    <a16:creationId xmlns:a16="http://schemas.microsoft.com/office/drawing/2014/main" id="{BFBBE1C9-059F-AD9A-9C52-B2C9319785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5">
                <a:extLst>
                  <a:ext uri="{FF2B5EF4-FFF2-40B4-BE49-F238E27FC236}">
                    <a16:creationId xmlns:a16="http://schemas.microsoft.com/office/drawing/2014/main" id="{08408D77-8187-7221-E7DF-B1DAD699C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
                <a:extLst>
                  <a:ext uri="{FF2B5EF4-FFF2-40B4-BE49-F238E27FC236}">
                    <a16:creationId xmlns:a16="http://schemas.microsoft.com/office/drawing/2014/main" id="{C7505077-4A1B-0050-E868-5D0EA8ABF6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5" name="Group 44">
                <a:extLst>
                  <a:ext uri="{FF2B5EF4-FFF2-40B4-BE49-F238E27FC236}">
                    <a16:creationId xmlns:a16="http://schemas.microsoft.com/office/drawing/2014/main" id="{F6EBF04F-A7A8-05C3-AE07-AB8CF92B029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6" name="Line 63">
                  <a:extLst>
                    <a:ext uri="{FF2B5EF4-FFF2-40B4-BE49-F238E27FC236}">
                      <a16:creationId xmlns:a16="http://schemas.microsoft.com/office/drawing/2014/main" id="{04662D0E-D73B-29DD-2017-B725B2C35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6">
                  <a:extLst>
                    <a:ext uri="{FF2B5EF4-FFF2-40B4-BE49-F238E27FC236}">
                      <a16:creationId xmlns:a16="http://schemas.microsoft.com/office/drawing/2014/main" id="{93E498CF-9CEA-0339-3766-29893319170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7">
                  <a:extLst>
                    <a:ext uri="{FF2B5EF4-FFF2-40B4-BE49-F238E27FC236}">
                      <a16:creationId xmlns:a16="http://schemas.microsoft.com/office/drawing/2014/main" id="{B59B2836-F2EE-CE96-0A97-0B77CAF2951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0">
                  <a:extLst>
                    <a:ext uri="{FF2B5EF4-FFF2-40B4-BE49-F238E27FC236}">
                      <a16:creationId xmlns:a16="http://schemas.microsoft.com/office/drawing/2014/main" id="{46301D95-FA8B-1D4C-899E-399A13DE47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3">
                  <a:extLst>
                    <a:ext uri="{FF2B5EF4-FFF2-40B4-BE49-F238E27FC236}">
                      <a16:creationId xmlns:a16="http://schemas.microsoft.com/office/drawing/2014/main" id="{5B6E8AD1-A6DF-CD2D-C361-79AF775B20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6">
                  <a:extLst>
                    <a:ext uri="{FF2B5EF4-FFF2-40B4-BE49-F238E27FC236}">
                      <a16:creationId xmlns:a16="http://schemas.microsoft.com/office/drawing/2014/main" id="{221B60C8-5B47-B528-C059-E8DDBB5391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9">
                  <a:extLst>
                    <a:ext uri="{FF2B5EF4-FFF2-40B4-BE49-F238E27FC236}">
                      <a16:creationId xmlns:a16="http://schemas.microsoft.com/office/drawing/2014/main" id="{08013A5E-772E-36FE-53E3-833C77926C0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8" name="Group 7">
              <a:extLst>
                <a:ext uri="{FF2B5EF4-FFF2-40B4-BE49-F238E27FC236}">
                  <a16:creationId xmlns:a16="http://schemas.microsoft.com/office/drawing/2014/main" id="{A5B4FBBD-7B8B-D444-8216-55E9C910E68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9" name="Freeform 64">
                <a:extLst>
                  <a:ext uri="{FF2B5EF4-FFF2-40B4-BE49-F238E27FC236}">
                    <a16:creationId xmlns:a16="http://schemas.microsoft.com/office/drawing/2014/main" id="{5C19CD0E-5318-255F-E838-2ADC9380FD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81">
                <a:extLst>
                  <a:ext uri="{FF2B5EF4-FFF2-40B4-BE49-F238E27FC236}">
                    <a16:creationId xmlns:a16="http://schemas.microsoft.com/office/drawing/2014/main" id="{270D86CD-ADC7-3CC5-1FBD-3581CC49D1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1">
                <a:extLst>
                  <a:ext uri="{FF2B5EF4-FFF2-40B4-BE49-F238E27FC236}">
                    <a16:creationId xmlns:a16="http://schemas.microsoft.com/office/drawing/2014/main" id="{7FF30766-FBEB-0720-1665-012ECAF190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8">
                <a:extLst>
                  <a:ext uri="{FF2B5EF4-FFF2-40B4-BE49-F238E27FC236}">
                    <a16:creationId xmlns:a16="http://schemas.microsoft.com/office/drawing/2014/main" id="{A0E40364-C8A5-C36C-BA2D-427A86E06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84">
                <a:extLst>
                  <a:ext uri="{FF2B5EF4-FFF2-40B4-BE49-F238E27FC236}">
                    <a16:creationId xmlns:a16="http://schemas.microsoft.com/office/drawing/2014/main" id="{18CF6CE1-5AA4-B571-95AE-F36725808D7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7">
                <a:extLst>
                  <a:ext uri="{FF2B5EF4-FFF2-40B4-BE49-F238E27FC236}">
                    <a16:creationId xmlns:a16="http://schemas.microsoft.com/office/drawing/2014/main" id="{6ADB8D01-0B04-0026-0E2B-F0DB0BB062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0">
                <a:extLst>
                  <a:ext uri="{FF2B5EF4-FFF2-40B4-BE49-F238E27FC236}">
                    <a16:creationId xmlns:a16="http://schemas.microsoft.com/office/drawing/2014/main" id="{699C5BAF-6BFD-5547-ACED-D1DACA7CC3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59">
                <a:extLst>
                  <a:ext uri="{FF2B5EF4-FFF2-40B4-BE49-F238E27FC236}">
                    <a16:creationId xmlns:a16="http://schemas.microsoft.com/office/drawing/2014/main" id="{92EE2308-8641-C007-7BEB-6E3B086D0BE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2">
                <a:extLst>
                  <a:ext uri="{FF2B5EF4-FFF2-40B4-BE49-F238E27FC236}">
                    <a16:creationId xmlns:a16="http://schemas.microsoft.com/office/drawing/2014/main" id="{EB8ADEA1-C675-2640-A7E3-D47A671E7DA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5">
                <a:extLst>
                  <a:ext uri="{FF2B5EF4-FFF2-40B4-BE49-F238E27FC236}">
                    <a16:creationId xmlns:a16="http://schemas.microsoft.com/office/drawing/2014/main" id="{56D50B45-8863-46D4-967C-2E7F51A89E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79">
                <a:extLst>
                  <a:ext uri="{FF2B5EF4-FFF2-40B4-BE49-F238E27FC236}">
                    <a16:creationId xmlns:a16="http://schemas.microsoft.com/office/drawing/2014/main" id="{A7B565FE-73FF-92CC-53B0-13D70A5F95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82">
                <a:extLst>
                  <a:ext uri="{FF2B5EF4-FFF2-40B4-BE49-F238E27FC236}">
                    <a16:creationId xmlns:a16="http://schemas.microsoft.com/office/drawing/2014/main" id="{93D9959E-4E2D-E1F6-A98C-0E11FB5166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5">
                <a:extLst>
                  <a:ext uri="{FF2B5EF4-FFF2-40B4-BE49-F238E27FC236}">
                    <a16:creationId xmlns:a16="http://schemas.microsoft.com/office/drawing/2014/main" id="{D89311D4-A295-E007-51D1-5D57C3FACD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8">
                <a:extLst>
                  <a:ext uri="{FF2B5EF4-FFF2-40B4-BE49-F238E27FC236}">
                    <a16:creationId xmlns:a16="http://schemas.microsoft.com/office/drawing/2014/main" id="{384CB8B6-A246-A443-723D-86C656609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3" name="Group 22">
                <a:extLst>
                  <a:ext uri="{FF2B5EF4-FFF2-40B4-BE49-F238E27FC236}">
                    <a16:creationId xmlns:a16="http://schemas.microsoft.com/office/drawing/2014/main" id="{8B2DDAA7-EA13-A30E-5632-7A7A2EEDD84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4" name="Line 63">
                  <a:extLst>
                    <a:ext uri="{FF2B5EF4-FFF2-40B4-BE49-F238E27FC236}">
                      <a16:creationId xmlns:a16="http://schemas.microsoft.com/office/drawing/2014/main" id="{C1637B0E-F8C5-940A-9DEF-1D8E4BD1EF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66">
                  <a:extLst>
                    <a:ext uri="{FF2B5EF4-FFF2-40B4-BE49-F238E27FC236}">
                      <a16:creationId xmlns:a16="http://schemas.microsoft.com/office/drawing/2014/main" id="{EE946A0E-C9CC-B6A2-3A75-362C8CF50B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7">
                  <a:extLst>
                    <a:ext uri="{FF2B5EF4-FFF2-40B4-BE49-F238E27FC236}">
                      <a16:creationId xmlns:a16="http://schemas.microsoft.com/office/drawing/2014/main" id="{69EE650D-82F1-A908-AD16-4ED9299A21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80">
                  <a:extLst>
                    <a:ext uri="{FF2B5EF4-FFF2-40B4-BE49-F238E27FC236}">
                      <a16:creationId xmlns:a16="http://schemas.microsoft.com/office/drawing/2014/main" id="{DDB75CCD-597F-89A3-06CB-D68894D034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3">
                  <a:extLst>
                    <a:ext uri="{FF2B5EF4-FFF2-40B4-BE49-F238E27FC236}">
                      <a16:creationId xmlns:a16="http://schemas.microsoft.com/office/drawing/2014/main" id="{F1663D89-9FCF-65CF-36A9-E4E7E7D90C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6">
                  <a:extLst>
                    <a:ext uri="{FF2B5EF4-FFF2-40B4-BE49-F238E27FC236}">
                      <a16:creationId xmlns:a16="http://schemas.microsoft.com/office/drawing/2014/main" id="{BA4065E7-A596-4F4D-8EFC-C7237207FF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9">
                  <a:extLst>
                    <a:ext uri="{FF2B5EF4-FFF2-40B4-BE49-F238E27FC236}">
                      <a16:creationId xmlns:a16="http://schemas.microsoft.com/office/drawing/2014/main" id="{66A5DBF4-31E6-D9E7-9ACF-6E9E07FF22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417671"/>
            <a:ext cx="7909560" cy="4754529"/>
          </a:xfrm>
          <a:prstGeom prst="rect">
            <a:avLst/>
          </a:prstGeom>
        </p:spPr>
        <p:txBody>
          <a:bodyPr vert="horz" lIns="91440" tIns="45720" rIns="91440" bIns="45720" rtlCol="0" anchor="b">
            <a:noAutofit/>
          </a:bodyPr>
          <a:lstStyle>
            <a:lvl1pPr>
              <a:defRPr lang="en-US" sz="7000" dirty="0">
                <a:solidFill>
                  <a:schemeClr val="bg1">
                    <a:lumMod val="75000"/>
                    <a:lumOff val="25000"/>
                  </a:schemeClr>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240755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C08E8F-21C4-BDA0-1FEA-E51B8E9CB351}"/>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65EDA3F-843D-ADBB-966A-DB1A2A5166C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61B5AC1E-4E60-E55C-F99A-C82C820F57E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95710207-8E92-8065-A970-1DD14538E1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42F4499F-CCFF-BE52-2AE4-5B68AED9B3B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8FAE142-A102-E457-095D-59B239E4986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FE818EA7-840E-B523-CA43-BE90E3B561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DBDA4452-94B1-8350-4FDB-EFB58824F8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B2F4B6F-70DB-7396-B99F-C4E444D9B4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BDDCFCA-0EF1-29B9-00F4-A588AF400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AC0DFEA6-DB81-94B0-E975-1C49757EA9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AF59F6E7-21D4-8707-43CA-087E19578E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4A38BAEA-44BA-7155-9C72-9138317A1FE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BAF2DD0-AD60-8573-53DB-993D86BAA5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20062C7-8B68-E834-D399-30EEC999AA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103C961E-7827-DB34-96BE-56C18B33C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3831D031-9B96-5A75-6664-93344812D8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84126BE9-9F7A-9AF0-5260-97751552988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8906F989-CBC1-B62D-2528-65CA7B1A5CE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1466E447-0F70-081B-1290-B8EE7C029D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3D0125F-AA06-77AC-1A70-35B4C3D151E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9FB536AB-CC9D-EF43-764A-BDA6D35363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27BCD93A-F6D3-B4BB-B4BD-3FB7B22982B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5914B0F9-E206-61B3-B94D-29E2B9E950B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BE2287FA-B742-96AC-20EE-A120A175A7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ABD4CB87-7C84-CA5E-440C-0DBE244031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CCB2077E-0279-E8FA-B509-2228C725C14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B0BEA08B-F521-4923-A6BD-8D20C508093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2EAC3EE0-4EEF-A6CF-D309-75B294E64D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7F448550-8EAB-AA60-AB70-359190C84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7E2CFC90-E41C-9543-B005-9373338400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38" name="Straight Connector 37">
            <a:extLst>
              <a:ext uri="{FF2B5EF4-FFF2-40B4-BE49-F238E27FC236}">
                <a16:creationId xmlns:a16="http://schemas.microsoft.com/office/drawing/2014/main" id="{7B9571A4-6852-2595-903A-1B4CA40FC353}"/>
              </a:ext>
            </a:extLst>
          </p:cNvPr>
          <p:cNvCxnSpPr>
            <a:cxnSpLocks/>
          </p:cNvCxnSpPr>
          <p:nvPr userDrawn="1"/>
        </p:nvCxnSpPr>
        <p:spPr>
          <a:xfrm>
            <a:off x="714375"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685800"/>
            <a:ext cx="8229600" cy="1532787"/>
          </a:xfrm>
          <a:prstGeom prst="rect">
            <a:avLst/>
          </a:prstGeom>
        </p:spPr>
        <p:txBody>
          <a:bodyPr anchor="b">
            <a:noAutofit/>
          </a:bodyPr>
          <a:lstStyle>
            <a:lvl1pPr>
              <a:defRPr sz="40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771255"/>
            <a:ext cx="8226553"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409993"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71680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40CC6F6-0F36-4E6D-DC3B-944BDE9BB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575763"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1" name="Title 1">
            <a:extLst>
              <a:ext uri="{FF2B5EF4-FFF2-40B4-BE49-F238E27FC236}">
                <a16:creationId xmlns:a16="http://schemas.microsoft.com/office/drawing/2014/main" id="{B3337ACC-66A8-D3EE-ADA8-E5899EA2C03B}"/>
              </a:ext>
            </a:extLst>
          </p:cNvPr>
          <p:cNvSpPr>
            <a:spLocks noGrp="1"/>
          </p:cNvSpPr>
          <p:nvPr>
            <p:ph type="title" hasCustomPrompt="1"/>
          </p:nvPr>
        </p:nvSpPr>
        <p:spPr>
          <a:xfrm>
            <a:off x="5192037" y="685800"/>
            <a:ext cx="6384266" cy="1532787"/>
          </a:xfrm>
          <a:prstGeom prst="rect">
            <a:avLst/>
          </a:prstGeom>
        </p:spPr>
        <p:txBody>
          <a:bodyPr anchor="b">
            <a:noAutofit/>
          </a:bodyPr>
          <a:lstStyle>
            <a:lvl1pPr>
              <a:defRPr sz="4000"/>
            </a:lvl1pPr>
          </a:lstStyle>
          <a:p>
            <a:r>
              <a:rPr lang="en-US"/>
              <a:t>Agenda</a:t>
            </a:r>
          </a:p>
        </p:txBody>
      </p:sp>
      <p:sp>
        <p:nvSpPr>
          <p:cNvPr id="14" name="Picture Placeholder 24">
            <a:extLst>
              <a:ext uri="{FF2B5EF4-FFF2-40B4-BE49-F238E27FC236}">
                <a16:creationId xmlns:a16="http://schemas.microsoft.com/office/drawing/2014/main" id="{15B18755-94AA-6BC3-BF5F-5FBE9DCD3CC9}"/>
              </a:ext>
            </a:extLst>
          </p:cNvPr>
          <p:cNvSpPr>
            <a:spLocks noGrp="1"/>
          </p:cNvSpPr>
          <p:nvPr>
            <p:ph type="pic" sz="quarter" idx="17" hasCustomPrompt="1"/>
          </p:nvPr>
        </p:nvSpPr>
        <p:spPr>
          <a:xfrm>
            <a:off x="276201" y="233172"/>
            <a:ext cx="4023360" cy="6391656"/>
          </a:xfrm>
          <a:blipFill>
            <a:blip r:embed="rId2">
              <a:alphaModFix amt="60000"/>
            </a:blip>
            <a:stretch>
              <a:fillRect/>
            </a:stretch>
          </a:blipFill>
        </p:spPr>
        <p:txBody>
          <a:bodyPr/>
          <a:lstStyle>
            <a:lvl1pPr>
              <a:defRPr/>
            </a:lvl1pPr>
          </a:lstStyle>
          <a:p>
            <a:r>
              <a:rPr lang="en-US" dirty="0"/>
              <a:t> </a:t>
            </a:r>
          </a:p>
        </p:txBody>
      </p:sp>
      <p:cxnSp>
        <p:nvCxnSpPr>
          <p:cNvPr id="10" name="Straight Connector 9">
            <a:extLst>
              <a:ext uri="{FF2B5EF4-FFF2-40B4-BE49-F238E27FC236}">
                <a16:creationId xmlns:a16="http://schemas.microsoft.com/office/drawing/2014/main" id="{D8828F05-5102-DECF-D23D-45D10DF04ED1}"/>
              </a:ext>
            </a:extLst>
          </p:cNvPr>
          <p:cNvCxnSpPr>
            <a:cxnSpLocks/>
          </p:cNvCxnSpPr>
          <p:nvPr userDrawn="1"/>
        </p:nvCxnSpPr>
        <p:spPr>
          <a:xfrm>
            <a:off x="5296812"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ontent Placeholder 6">
            <a:extLst>
              <a:ext uri="{FF2B5EF4-FFF2-40B4-BE49-F238E27FC236}">
                <a16:creationId xmlns:a16="http://schemas.microsoft.com/office/drawing/2014/main" id="{9B592AC5-89CD-4A5B-6EC1-2622ED92A8B3}"/>
              </a:ext>
            </a:extLst>
          </p:cNvPr>
          <p:cNvSpPr>
            <a:spLocks noGrp="1"/>
          </p:cNvSpPr>
          <p:nvPr>
            <p:ph sz="quarter" idx="15"/>
          </p:nvPr>
        </p:nvSpPr>
        <p:spPr>
          <a:xfrm>
            <a:off x="5195084" y="2771255"/>
            <a:ext cx="6384266"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192038" y="6343955"/>
            <a:ext cx="2985400"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a:prstGeom prst="rect">
            <a:avLst/>
          </a:prstGeom>
        </p:spPr>
        <p:txBody>
          <a:bodyPr>
            <a:noAutofit/>
          </a:bodyPr>
          <a:lstStyle/>
          <a:p>
            <a:r>
              <a:rPr lang="en-US"/>
              <a:t>20xx</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76303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65" name="Group 64">
            <a:extLst>
              <a:ext uri="{FF2B5EF4-FFF2-40B4-BE49-F238E27FC236}">
                <a16:creationId xmlns:a16="http://schemas.microsoft.com/office/drawing/2014/main" id="{218FBE0F-9B63-6A71-94B1-0F594CAF611D}"/>
              </a:ext>
            </a:extLst>
          </p:cNvPr>
          <p:cNvGrpSpPr/>
          <p:nvPr/>
        </p:nvGrpSpPr>
        <p:grpSpPr>
          <a:xfrm rot="2700000">
            <a:off x="10522137" y="4483036"/>
            <a:ext cx="633413" cy="1862138"/>
            <a:chOff x="5959192" y="333389"/>
            <a:chExt cx="633413" cy="1862138"/>
          </a:xfrm>
        </p:grpSpPr>
        <p:grpSp>
          <p:nvGrpSpPr>
            <p:cNvPr id="66" name="Group 65">
              <a:extLst>
                <a:ext uri="{FF2B5EF4-FFF2-40B4-BE49-F238E27FC236}">
                  <a16:creationId xmlns:a16="http://schemas.microsoft.com/office/drawing/2014/main" id="{15FF1AEF-EA93-71FD-09DD-2D65CBDC09D9}"/>
                </a:ext>
              </a:extLst>
            </p:cNvPr>
            <p:cNvGrpSpPr/>
            <p:nvPr/>
          </p:nvGrpSpPr>
          <p:grpSpPr>
            <a:xfrm>
              <a:off x="5959192" y="333389"/>
              <a:ext cx="633413" cy="1419225"/>
              <a:chOff x="5959192" y="333389"/>
              <a:chExt cx="633413" cy="1419225"/>
            </a:xfrm>
          </p:grpSpPr>
          <p:sp>
            <p:nvSpPr>
              <p:cNvPr id="68" name="Freeform 68">
                <a:extLst>
                  <a:ext uri="{FF2B5EF4-FFF2-40B4-BE49-F238E27FC236}">
                    <a16:creationId xmlns:a16="http://schemas.microsoft.com/office/drawing/2014/main" id="{CE3B7C33-3CEA-C7DC-6D9B-1B19D283EAB7}"/>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69">
                <a:extLst>
                  <a:ext uri="{FF2B5EF4-FFF2-40B4-BE49-F238E27FC236}">
                    <a16:creationId xmlns:a16="http://schemas.microsoft.com/office/drawing/2014/main" id="{44E07912-E7DB-41E1-BBB5-E914477D273F}"/>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67" name="Line 70">
              <a:extLst>
                <a:ext uri="{FF2B5EF4-FFF2-40B4-BE49-F238E27FC236}">
                  <a16:creationId xmlns:a16="http://schemas.microsoft.com/office/drawing/2014/main" id="{0679C784-04BA-6538-188E-E570BFAA79A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0" name="Group 69">
            <a:extLst>
              <a:ext uri="{FF2B5EF4-FFF2-40B4-BE49-F238E27FC236}">
                <a16:creationId xmlns:a16="http://schemas.microsoft.com/office/drawing/2014/main" id="{C4EE5BC5-2282-EF22-2D27-9605690AD2F9}"/>
              </a:ext>
            </a:extLst>
          </p:cNvPr>
          <p:cNvGrpSpPr/>
          <p:nvPr/>
        </p:nvGrpSpPr>
        <p:grpSpPr>
          <a:xfrm>
            <a:off x="1079500" y="649304"/>
            <a:ext cx="698051" cy="1372591"/>
            <a:chOff x="1079500" y="649304"/>
            <a:chExt cx="698051" cy="1372591"/>
          </a:xfrm>
        </p:grpSpPr>
        <p:sp>
          <p:nvSpPr>
            <p:cNvPr id="71" name="Oval 70">
              <a:extLst>
                <a:ext uri="{FF2B5EF4-FFF2-40B4-BE49-F238E27FC236}">
                  <a16:creationId xmlns:a16="http://schemas.microsoft.com/office/drawing/2014/main" id="{728D3B3C-3AE0-8ED5-280F-D333F02F1258}"/>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72" name="Group 71">
              <a:extLst>
                <a:ext uri="{FF2B5EF4-FFF2-40B4-BE49-F238E27FC236}">
                  <a16:creationId xmlns:a16="http://schemas.microsoft.com/office/drawing/2014/main" id="{FEF8264A-5687-D010-2ECD-9D58025DB73F}"/>
                </a:ext>
              </a:extLst>
            </p:cNvPr>
            <p:cNvGrpSpPr/>
            <p:nvPr/>
          </p:nvGrpSpPr>
          <p:grpSpPr>
            <a:xfrm rot="10800000">
              <a:off x="1079500" y="952167"/>
              <a:ext cx="641184" cy="1069728"/>
              <a:chOff x="6484111" y="2967038"/>
              <a:chExt cx="641184" cy="1069728"/>
            </a:xfrm>
          </p:grpSpPr>
          <p:grpSp>
            <p:nvGrpSpPr>
              <p:cNvPr id="73" name="Group 72">
                <a:extLst>
                  <a:ext uri="{FF2B5EF4-FFF2-40B4-BE49-F238E27FC236}">
                    <a16:creationId xmlns:a16="http://schemas.microsoft.com/office/drawing/2014/main" id="{60A8F3A8-A2DC-5ADC-4FD9-393659D891DE}"/>
                  </a:ext>
                </a:extLst>
              </p:cNvPr>
              <p:cNvGrpSpPr/>
              <p:nvPr/>
            </p:nvGrpSpPr>
            <p:grpSpPr>
              <a:xfrm>
                <a:off x="6808136" y="2967038"/>
                <a:ext cx="317159" cy="932400"/>
                <a:chOff x="6808136" y="2967038"/>
                <a:chExt cx="317159" cy="932400"/>
              </a:xfrm>
            </p:grpSpPr>
            <p:sp>
              <p:nvSpPr>
                <p:cNvPr id="78" name="Freeform 68">
                  <a:extLst>
                    <a:ext uri="{FF2B5EF4-FFF2-40B4-BE49-F238E27FC236}">
                      <a16:creationId xmlns:a16="http://schemas.microsoft.com/office/drawing/2014/main" id="{0B7D5584-0C9B-A0CD-A775-8C759CBAC82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69">
                  <a:extLst>
                    <a:ext uri="{FF2B5EF4-FFF2-40B4-BE49-F238E27FC236}">
                      <a16:creationId xmlns:a16="http://schemas.microsoft.com/office/drawing/2014/main" id="{5FAFBF8A-D6D3-F82D-B4E1-5D0E1DE8220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Line 70">
                  <a:extLst>
                    <a:ext uri="{FF2B5EF4-FFF2-40B4-BE49-F238E27FC236}">
                      <a16:creationId xmlns:a16="http://schemas.microsoft.com/office/drawing/2014/main" id="{6D9602E0-52EF-81E6-73A3-E6F3B2521F9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 name="Group 73">
                <a:extLst>
                  <a:ext uri="{FF2B5EF4-FFF2-40B4-BE49-F238E27FC236}">
                    <a16:creationId xmlns:a16="http://schemas.microsoft.com/office/drawing/2014/main" id="{B72D4C62-7F4E-3C19-F030-759BBCC73ADD}"/>
                  </a:ext>
                </a:extLst>
              </p:cNvPr>
              <p:cNvGrpSpPr/>
              <p:nvPr/>
            </p:nvGrpSpPr>
            <p:grpSpPr>
              <a:xfrm rot="18900000" flipH="1">
                <a:off x="6484111" y="3104366"/>
                <a:ext cx="317159" cy="932400"/>
                <a:chOff x="6808136" y="2967038"/>
                <a:chExt cx="317159" cy="932400"/>
              </a:xfrm>
            </p:grpSpPr>
            <p:sp>
              <p:nvSpPr>
                <p:cNvPr id="75" name="Freeform 68">
                  <a:extLst>
                    <a:ext uri="{FF2B5EF4-FFF2-40B4-BE49-F238E27FC236}">
                      <a16:creationId xmlns:a16="http://schemas.microsoft.com/office/drawing/2014/main" id="{9B64F73D-DDBE-F99D-B5A4-E2031361D67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9">
                  <a:extLst>
                    <a:ext uri="{FF2B5EF4-FFF2-40B4-BE49-F238E27FC236}">
                      <a16:creationId xmlns:a16="http://schemas.microsoft.com/office/drawing/2014/main" id="{BB633787-0233-D377-F0AF-3F313A1835D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Line 70">
                  <a:extLst>
                    <a:ext uri="{FF2B5EF4-FFF2-40B4-BE49-F238E27FC236}">
                      <a16:creationId xmlns:a16="http://schemas.microsoft.com/office/drawing/2014/main" id="{E218811C-28A2-31DD-C23E-EF36A5D3510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1" name="Straight Connector 60">
            <a:extLst>
              <a:ext uri="{FF2B5EF4-FFF2-40B4-BE49-F238E27FC236}">
                <a16:creationId xmlns:a16="http://schemas.microsoft.com/office/drawing/2014/main" id="{46345B66-BEAE-193A-4397-C22AA5BF93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354469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Title 1">
            <a:extLst>
              <a:ext uri="{FF2B5EF4-FFF2-40B4-BE49-F238E27FC236}">
                <a16:creationId xmlns:a16="http://schemas.microsoft.com/office/drawing/2014/main" id="{6FA74A03-875B-FA64-4AF9-93EBDBB38452}"/>
              </a:ext>
            </a:extLst>
          </p:cNvPr>
          <p:cNvSpPr>
            <a:spLocks noGrp="1"/>
          </p:cNvSpPr>
          <p:nvPr>
            <p:ph type="title"/>
          </p:nvPr>
        </p:nvSpPr>
        <p:spPr>
          <a:xfrm>
            <a:off x="3757422" y="1747177"/>
            <a:ext cx="4677156" cy="1495065"/>
          </a:xfrm>
          <a:prstGeom prst="rect">
            <a:avLst/>
          </a:prstGeom>
        </p:spPr>
        <p:txBody>
          <a:bodyPr anchor="b">
            <a:noAutofit/>
          </a:bodyPr>
          <a:lstStyle>
            <a:lvl1pPr algn="ctr">
              <a:defRPr sz="3200">
                <a:solidFill>
                  <a:schemeClr val="tx1">
                    <a:lumMod val="75000"/>
                    <a:lumOff val="25000"/>
                  </a:schemeClr>
                </a:solidFill>
              </a:defRPr>
            </a:lvl1pPr>
          </a:lstStyle>
          <a:p>
            <a:r>
              <a:rPr lang="en-US" dirty="0"/>
              <a:t>Click to edit Master title style</a:t>
            </a:r>
          </a:p>
        </p:txBody>
      </p:sp>
      <p:sp>
        <p:nvSpPr>
          <p:cNvPr id="59" name="Content Placeholder 7">
            <a:extLst>
              <a:ext uri="{FF2B5EF4-FFF2-40B4-BE49-F238E27FC236}">
                <a16:creationId xmlns:a16="http://schemas.microsoft.com/office/drawing/2014/main" id="{A53C4390-318D-97F3-BC85-79B2C11CBDDC}"/>
              </a:ext>
            </a:extLst>
          </p:cNvPr>
          <p:cNvSpPr>
            <a:spLocks noGrp="1"/>
          </p:cNvSpPr>
          <p:nvPr>
            <p:ph sz="quarter" idx="14"/>
          </p:nvPr>
        </p:nvSpPr>
        <p:spPr>
          <a:xfrm>
            <a:off x="3757422" y="3847150"/>
            <a:ext cx="4677156" cy="2014819"/>
          </a:xfrm>
        </p:spPr>
        <p:txBody>
          <a:bodyPr anchor="t" anchorCtr="0">
            <a:noAutofit/>
          </a:bodyPr>
          <a:lstStyle>
            <a:lvl1pPr marL="0" indent="0" algn="ctr">
              <a:buNone/>
              <a:defRPr sz="1400"/>
            </a:lvl1pPr>
            <a:lvl2pPr marL="228600" indent="0" algn="ctr">
              <a:buNone/>
              <a:defRPr sz="1400"/>
            </a:lvl2pPr>
            <a:lvl3pPr marL="457200" indent="0" algn="ctr">
              <a:buNone/>
              <a:defRPr sz="1400"/>
            </a:lvl3pPr>
            <a:lvl4pPr marL="685800" indent="0" algn="ctr">
              <a:buNone/>
              <a:defRPr sz="1400"/>
            </a:lvl4pPr>
            <a:lvl5pPr marL="914400" indent="0" algn="ctr">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40877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7A6EA59-28D6-DA53-6F3E-EF38136F981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8" name="Group 7">
              <a:extLst>
                <a:ext uri="{FF2B5EF4-FFF2-40B4-BE49-F238E27FC236}">
                  <a16:creationId xmlns:a16="http://schemas.microsoft.com/office/drawing/2014/main" id="{32FCA871-839C-CEC7-2429-2FB727ED154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 name="Straight Connector 11">
                <a:extLst>
                  <a:ext uri="{FF2B5EF4-FFF2-40B4-BE49-F238E27FC236}">
                    <a16:creationId xmlns:a16="http://schemas.microsoft.com/office/drawing/2014/main" id="{294CE533-E091-38A9-12CE-9D47E91484D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4C87F8D-8670-D62F-6A3D-320EB05E7C6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 name="Rectangle 30">
                <a:extLst>
                  <a:ext uri="{FF2B5EF4-FFF2-40B4-BE49-F238E27FC236}">
                    <a16:creationId xmlns:a16="http://schemas.microsoft.com/office/drawing/2014/main" id="{658C07E6-9AB5-F814-07D0-179C8EA4C1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30">
                <a:extLst>
                  <a:ext uri="{FF2B5EF4-FFF2-40B4-BE49-F238E27FC236}">
                    <a16:creationId xmlns:a16="http://schemas.microsoft.com/office/drawing/2014/main" id="{312A15F3-AD33-F4D5-DB86-AB66803005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FBDE8181-8F3F-D7BB-5383-9E342A3280E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 name="Freeform: Shape 141">
                <a:extLst>
                  <a:ext uri="{FF2B5EF4-FFF2-40B4-BE49-F238E27FC236}">
                    <a16:creationId xmlns:a16="http://schemas.microsoft.com/office/drawing/2014/main" id="{B248150E-6D66-9535-F0D8-EA9C79BC60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1" name="Freeform: Shape 142">
                <a:extLst>
                  <a:ext uri="{FF2B5EF4-FFF2-40B4-BE49-F238E27FC236}">
                    <a16:creationId xmlns:a16="http://schemas.microsoft.com/office/drawing/2014/main" id="{4A3475E1-5BDA-CFB0-E1B9-6A85E4E03A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cxnSp>
        <p:nvCxnSpPr>
          <p:cNvPr id="17" name="Straight Connector 16">
            <a:extLst>
              <a:ext uri="{FF2B5EF4-FFF2-40B4-BE49-F238E27FC236}">
                <a16:creationId xmlns:a16="http://schemas.microsoft.com/office/drawing/2014/main" id="{56185C57-0CFE-3698-7D7A-034CA9A84ACC}"/>
              </a:ext>
            </a:extLst>
          </p:cNvPr>
          <p:cNvCxnSpPr>
            <a:cxnSpLocks/>
          </p:cNvCxnSpPr>
          <p:nvPr/>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Title 15">
            <a:extLst>
              <a:ext uri="{FF2B5EF4-FFF2-40B4-BE49-F238E27FC236}">
                <a16:creationId xmlns:a16="http://schemas.microsoft.com/office/drawing/2014/main" id="{4A3E2E5C-03FE-F488-47C1-088F8046CA14}"/>
              </a:ext>
            </a:extLst>
          </p:cNvPr>
          <p:cNvSpPr>
            <a:spLocks noGrp="1"/>
          </p:cNvSpPr>
          <p:nvPr>
            <p:ph type="title"/>
          </p:nvPr>
        </p:nvSpPr>
        <p:spPr>
          <a:xfrm>
            <a:off x="612649" y="2197571"/>
            <a:ext cx="3661890" cy="2483849"/>
          </a:xfrm>
        </p:spPr>
        <p:txBody>
          <a:bodyPr anchor="ctr"/>
          <a:lstStyle/>
          <a:p>
            <a:r>
              <a:rPr lang="en-US" dirty="0"/>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815450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3" name="Frame">
            <a:extLst>
              <a:ext uri="{FF2B5EF4-FFF2-40B4-BE49-F238E27FC236}">
                <a16:creationId xmlns:a16="http://schemas.microsoft.com/office/drawing/2014/main" id="{0A3B5A60-DF42-D2CD-2CEF-35252D05C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666999" y="-2667001"/>
            <a:ext cx="6858003" cy="12192000"/>
          </a:xfrm>
          <a:custGeom>
            <a:avLst/>
            <a:gdLst>
              <a:gd name="connsiteX0" fmla="*/ 233174 w 6858003"/>
              <a:gd name="connsiteY0" fmla="*/ 11958827 h 12192000"/>
              <a:gd name="connsiteX1" fmla="*/ 6624830 w 6858003"/>
              <a:gd name="connsiteY1" fmla="*/ 11958827 h 12192000"/>
              <a:gd name="connsiteX2" fmla="*/ 6624830 w 6858003"/>
              <a:gd name="connsiteY2" fmla="*/ 233172 h 12192000"/>
              <a:gd name="connsiteX3" fmla="*/ 233174 w 6858003"/>
              <a:gd name="connsiteY3" fmla="*/ 233172 h 12192000"/>
              <a:gd name="connsiteX4" fmla="*/ 0 w 6858003"/>
              <a:gd name="connsiteY4" fmla="*/ 12191999 h 12192000"/>
              <a:gd name="connsiteX5" fmla="*/ 0 w 6858003"/>
              <a:gd name="connsiteY5" fmla="*/ 11958827 h 12192000"/>
              <a:gd name="connsiteX6" fmla="*/ 2 w 6858003"/>
              <a:gd name="connsiteY6" fmla="*/ 11958827 h 12192000"/>
              <a:gd name="connsiteX7" fmla="*/ 2 w 6858003"/>
              <a:gd name="connsiteY7" fmla="*/ 233172 h 12192000"/>
              <a:gd name="connsiteX8" fmla="*/ 1 w 6858003"/>
              <a:gd name="connsiteY8" fmla="*/ 233172 h 12192000"/>
              <a:gd name="connsiteX9" fmla="*/ 1 w 6858003"/>
              <a:gd name="connsiteY9" fmla="*/ 0 h 12192000"/>
              <a:gd name="connsiteX10" fmla="*/ 2 w 6858003"/>
              <a:gd name="connsiteY10" fmla="*/ 0 h 12192000"/>
              <a:gd name="connsiteX11" fmla="*/ 233174 w 6858003"/>
              <a:gd name="connsiteY11" fmla="*/ 0 h 12192000"/>
              <a:gd name="connsiteX12" fmla="*/ 6624830 w 6858003"/>
              <a:gd name="connsiteY12" fmla="*/ 0 h 12192000"/>
              <a:gd name="connsiteX13" fmla="*/ 6858002 w 6858003"/>
              <a:gd name="connsiteY13" fmla="*/ 0 h 12192000"/>
              <a:gd name="connsiteX14" fmla="*/ 6858003 w 6858003"/>
              <a:gd name="connsiteY14" fmla="*/ 0 h 12192000"/>
              <a:gd name="connsiteX15" fmla="*/ 6858003 w 6858003"/>
              <a:gd name="connsiteY15" fmla="*/ 233172 h 12192000"/>
              <a:gd name="connsiteX16" fmla="*/ 6858002 w 6858003"/>
              <a:gd name="connsiteY16" fmla="*/ 233172 h 12192000"/>
              <a:gd name="connsiteX17" fmla="*/ 6858002 w 6858003"/>
              <a:gd name="connsiteY17" fmla="*/ 11958827 h 12192000"/>
              <a:gd name="connsiteX18" fmla="*/ 6858002 w 6858003"/>
              <a:gd name="connsiteY18" fmla="*/ 12191999 h 12192000"/>
              <a:gd name="connsiteX19" fmla="*/ 6858002 w 6858003"/>
              <a:gd name="connsiteY19" fmla="*/ 12192000 h 12192000"/>
              <a:gd name="connsiteX20" fmla="*/ 6624830 w 6858003"/>
              <a:gd name="connsiteY20" fmla="*/ 12192000 h 12192000"/>
              <a:gd name="connsiteX21" fmla="*/ 6624830 w 6858003"/>
              <a:gd name="connsiteY21" fmla="*/ 12191999 h 12192000"/>
              <a:gd name="connsiteX22" fmla="*/ 233174 w 6858003"/>
              <a:gd name="connsiteY22" fmla="*/ 12191999 h 12192000"/>
              <a:gd name="connsiteX23" fmla="*/ 233174 w 6858003"/>
              <a:gd name="connsiteY23" fmla="*/ 12192000 h 12192000"/>
              <a:gd name="connsiteX24" fmla="*/ 2 w 6858003"/>
              <a:gd name="connsiteY24" fmla="*/ 12192000 h 12192000"/>
              <a:gd name="connsiteX25" fmla="*/ 2 w 6858003"/>
              <a:gd name="connsiteY25" fmla="*/ 12191999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8003" h="12192000">
                <a:moveTo>
                  <a:pt x="233174" y="11958827"/>
                </a:moveTo>
                <a:lnTo>
                  <a:pt x="6624830" y="11958827"/>
                </a:lnTo>
                <a:lnTo>
                  <a:pt x="6624830" y="233172"/>
                </a:lnTo>
                <a:lnTo>
                  <a:pt x="233174" y="233172"/>
                </a:lnTo>
                <a:close/>
                <a:moveTo>
                  <a:pt x="0" y="12191999"/>
                </a:moveTo>
                <a:lnTo>
                  <a:pt x="0" y="11958827"/>
                </a:lnTo>
                <a:lnTo>
                  <a:pt x="2" y="11958827"/>
                </a:lnTo>
                <a:lnTo>
                  <a:pt x="2" y="233172"/>
                </a:lnTo>
                <a:lnTo>
                  <a:pt x="1" y="233172"/>
                </a:lnTo>
                <a:lnTo>
                  <a:pt x="1" y="0"/>
                </a:lnTo>
                <a:lnTo>
                  <a:pt x="2" y="0"/>
                </a:lnTo>
                <a:lnTo>
                  <a:pt x="233174" y="0"/>
                </a:lnTo>
                <a:lnTo>
                  <a:pt x="6624830" y="0"/>
                </a:lnTo>
                <a:lnTo>
                  <a:pt x="6858002" y="0"/>
                </a:lnTo>
                <a:lnTo>
                  <a:pt x="6858003" y="0"/>
                </a:lnTo>
                <a:lnTo>
                  <a:pt x="6858003" y="233172"/>
                </a:lnTo>
                <a:lnTo>
                  <a:pt x="6858002" y="233172"/>
                </a:lnTo>
                <a:lnTo>
                  <a:pt x="6858002" y="11958827"/>
                </a:lnTo>
                <a:lnTo>
                  <a:pt x="6858002" y="12191999"/>
                </a:lnTo>
                <a:lnTo>
                  <a:pt x="6858002" y="12192000"/>
                </a:lnTo>
                <a:lnTo>
                  <a:pt x="6624830" y="12192000"/>
                </a:lnTo>
                <a:lnTo>
                  <a:pt x="6624830" y="12191999"/>
                </a:lnTo>
                <a:lnTo>
                  <a:pt x="233174" y="12191999"/>
                </a:lnTo>
                <a:lnTo>
                  <a:pt x="233174" y="12192000"/>
                </a:lnTo>
                <a:lnTo>
                  <a:pt x="2" y="12192000"/>
                </a:lnTo>
                <a:lnTo>
                  <a:pt x="2" y="12191999"/>
                </a:lnTo>
                <a:close/>
              </a:path>
            </a:pathLst>
          </a:cu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alpha val="20000"/>
                </a:schemeClr>
              </a:solidFill>
            </a:endParaRPr>
          </a:p>
        </p:txBody>
      </p:sp>
      <p:cxnSp>
        <p:nvCxnSpPr>
          <p:cNvPr id="17" name="Straight Connector 16">
            <a:extLst>
              <a:ext uri="{FF2B5EF4-FFF2-40B4-BE49-F238E27FC236}">
                <a16:creationId xmlns:a16="http://schemas.microsoft.com/office/drawing/2014/main" id="{56185C57-0CFE-3698-7D7A-034CA9A84ACC}"/>
              </a:ext>
            </a:extLst>
          </p:cNvPr>
          <p:cNvCxnSpPr>
            <a:cxnSpLocks/>
          </p:cNvCxnSpPr>
          <p:nvPr userDrawn="1"/>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61DD36E2-CAE6-8C77-72F4-2AF2403154B2}"/>
              </a:ext>
            </a:extLst>
          </p:cNvPr>
          <p:cNvSpPr>
            <a:spLocks noGrp="1"/>
          </p:cNvSpPr>
          <p:nvPr>
            <p:ph type="title"/>
          </p:nvPr>
        </p:nvSpPr>
        <p:spPr>
          <a:xfrm>
            <a:off x="609601" y="2199132"/>
            <a:ext cx="3664938" cy="2459736"/>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158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A3441A-751A-4C14-8F12-1737265EAF68}"/>
              </a:ext>
            </a:extLst>
          </p:cNvPr>
          <p:cNvCxnSpPr>
            <a:cxnSpLocks/>
          </p:cNvCxnSpPr>
          <p:nvPr userDrawn="1"/>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8B35408D-7D8B-356F-9E0A-2AB7AEB2FD1D}"/>
              </a:ext>
            </a:extLst>
          </p:cNvPr>
          <p:cNvSpPr>
            <a:spLocks noGrp="1"/>
          </p:cNvSpPr>
          <p:nvPr>
            <p:ph type="title"/>
          </p:nvPr>
        </p:nvSpPr>
        <p:spPr>
          <a:xfrm>
            <a:off x="612647" y="1698393"/>
            <a:ext cx="3677228" cy="3461213"/>
          </a:xfrm>
          <a:prstGeom prst="rect">
            <a:avLst/>
          </a:prstGeom>
        </p:spPr>
        <p:txBody>
          <a:bodyPr anchor="ctr">
            <a:no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4648" y="1698394"/>
            <a:ext cx="4956175" cy="3461212"/>
          </a:xfrm>
        </p:spPr>
        <p:txBody>
          <a:bodyPr anchor="ct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627986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7FC7FF4C-7465-B229-0CED-4652B1D903B1}"/>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371599"/>
            <a:ext cx="3677228" cy="4114802"/>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4648" y="1371598"/>
            <a:ext cx="5939849" cy="411480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364445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A111205-9D87-3642-8052-153C2ECA2F84}"/>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958670"/>
            <a:ext cx="3651436" cy="4940661"/>
          </a:xfrm>
          <a:prstGeom prst="rect">
            <a:avLst/>
          </a:prstGeom>
        </p:spPr>
        <p:txBody>
          <a:bodyPr anchor="ctr">
            <a:no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4648" y="958671"/>
            <a:ext cx="5939849" cy="4940660"/>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050380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9C14383-F969-7F64-05B9-667C4A1E57DE}"/>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E3EB48D4-74F6-A14E-7A13-6572193D10D0}"/>
              </a:ext>
            </a:extLst>
          </p:cNvPr>
          <p:cNvSpPr>
            <a:spLocks noGrp="1"/>
          </p:cNvSpPr>
          <p:nvPr>
            <p:ph type="title"/>
          </p:nvPr>
        </p:nvSpPr>
        <p:spPr>
          <a:xfrm>
            <a:off x="612648" y="1700553"/>
            <a:ext cx="3651432" cy="3456894"/>
          </a:xfrm>
          <a:prstGeom prst="rect">
            <a:avLst/>
          </a:prstGeom>
        </p:spPr>
        <p:txBody>
          <a:bodyPr anchor="ctr">
            <a:noAutofit/>
          </a:bodyPr>
          <a:lstStyle>
            <a:lvl1pPr>
              <a:defRPr sz="3200"/>
            </a:lvl1pPr>
          </a:lstStyle>
          <a:p>
            <a:r>
              <a:rPr lang="en-US" dirty="0"/>
              <a:t>Click to edit Master title style</a:t>
            </a:r>
          </a:p>
        </p:txBody>
      </p:sp>
      <p:sp>
        <p:nvSpPr>
          <p:cNvPr id="13" name="Content Placeholder 7">
            <a:extLst>
              <a:ext uri="{FF2B5EF4-FFF2-40B4-BE49-F238E27FC236}">
                <a16:creationId xmlns:a16="http://schemas.microsoft.com/office/drawing/2014/main" id="{D049C7FF-E413-2319-577F-E835FCB16323}"/>
              </a:ext>
            </a:extLst>
          </p:cNvPr>
          <p:cNvSpPr>
            <a:spLocks noGrp="1"/>
          </p:cNvSpPr>
          <p:nvPr>
            <p:ph sz="quarter" idx="13"/>
          </p:nvPr>
        </p:nvSpPr>
        <p:spPr>
          <a:xfrm>
            <a:off x="5184648" y="685800"/>
            <a:ext cx="6367321" cy="5486400"/>
          </a:xfrm>
        </p:spPr>
        <p:txBody>
          <a:bodyPr anchor="ct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307263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24D6F1-F825-A697-C77E-EE383A267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8" name="Title 1">
            <a:extLst>
              <a:ext uri="{FF2B5EF4-FFF2-40B4-BE49-F238E27FC236}">
                <a16:creationId xmlns:a16="http://schemas.microsoft.com/office/drawing/2014/main" id="{87524C43-05C6-713A-A7A0-5B61D403A310}"/>
              </a:ext>
            </a:extLst>
          </p:cNvPr>
          <p:cNvSpPr>
            <a:spLocks noGrp="1"/>
          </p:cNvSpPr>
          <p:nvPr>
            <p:ph type="title"/>
          </p:nvPr>
        </p:nvSpPr>
        <p:spPr>
          <a:xfrm>
            <a:off x="4724401" y="685805"/>
            <a:ext cx="6858000" cy="919089"/>
          </a:xfrm>
          <a:prstGeom prst="rect">
            <a:avLst/>
          </a:prstGeom>
        </p:spPr>
        <p:txBody>
          <a:bodyPr anchor="b">
            <a:noAutofit/>
          </a:bodyPr>
          <a:lstStyle/>
          <a:p>
            <a:r>
              <a:rPr lang="en-US" dirty="0"/>
              <a:t>Click to edit Master title style</a:t>
            </a:r>
          </a:p>
        </p:txBody>
      </p:sp>
      <p:sp>
        <p:nvSpPr>
          <p:cNvPr id="16" name="Picture Placeholder 15">
            <a:extLst>
              <a:ext uri="{FF2B5EF4-FFF2-40B4-BE49-F238E27FC236}">
                <a16:creationId xmlns:a16="http://schemas.microsoft.com/office/drawing/2014/main" id="{44CABD78-2C2E-D0EC-F3B8-8A2A35209A2D}"/>
              </a:ext>
            </a:extLst>
          </p:cNvPr>
          <p:cNvSpPr>
            <a:spLocks noGrp="1"/>
          </p:cNvSpPr>
          <p:nvPr>
            <p:ph type="pic" sz="quarter" idx="18" hasCustomPrompt="1"/>
          </p:nvPr>
        </p:nvSpPr>
        <p:spPr>
          <a:xfrm>
            <a:off x="273895" y="269622"/>
            <a:ext cx="3557016" cy="6309360"/>
          </a:xfrm>
          <a:blipFill>
            <a:blip r:embed="rId2">
              <a:alphaModFix amt="60000"/>
            </a:blip>
            <a:stretch>
              <a:fillRect/>
            </a:stretch>
          </a:blipFill>
        </p:spPr>
        <p:txBody>
          <a:bodyPr/>
          <a:lstStyle>
            <a:lvl1pPr>
              <a:defRPr/>
            </a:lvl1pPr>
          </a:lstStyle>
          <a:p>
            <a:r>
              <a:rPr lang="en-US" dirty="0"/>
              <a:t> </a:t>
            </a:r>
          </a:p>
        </p:txBody>
      </p:sp>
      <p:sp>
        <p:nvSpPr>
          <p:cNvPr id="19" name="Content Placeholder 7">
            <a:extLst>
              <a:ext uri="{FF2B5EF4-FFF2-40B4-BE49-F238E27FC236}">
                <a16:creationId xmlns:a16="http://schemas.microsoft.com/office/drawing/2014/main" id="{FACA9154-AC02-B86A-D855-99A470C6C8EF}"/>
              </a:ext>
            </a:extLst>
          </p:cNvPr>
          <p:cNvSpPr>
            <a:spLocks noGrp="1"/>
          </p:cNvSpPr>
          <p:nvPr>
            <p:ph sz="quarter" idx="14"/>
          </p:nvPr>
        </p:nvSpPr>
        <p:spPr>
          <a:xfrm>
            <a:off x="4718304"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EDA75CD6-1692-0933-12E2-EB8CE59CAA5E}"/>
              </a:ext>
            </a:extLst>
          </p:cNvPr>
          <p:cNvCxnSpPr>
            <a:cxnSpLocks/>
          </p:cNvCxnSpPr>
          <p:nvPr userDrawn="1"/>
        </p:nvCxnSpPr>
        <p:spPr>
          <a:xfrm>
            <a:off x="4816981"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718304" y="6343955"/>
            <a:ext cx="3364903"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893579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52C56C-7EB8-A318-6D91-80EB32B17E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7193" y="0"/>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4A99718A-53B5-82A2-E582-B7B5E1E9E6D9}"/>
              </a:ext>
            </a:extLst>
          </p:cNvPr>
          <p:cNvSpPr>
            <a:spLocks noGrp="1"/>
          </p:cNvSpPr>
          <p:nvPr>
            <p:ph type="title"/>
          </p:nvPr>
        </p:nvSpPr>
        <p:spPr>
          <a:xfrm>
            <a:off x="615697" y="685805"/>
            <a:ext cx="6858000" cy="919089"/>
          </a:xfrm>
          <a:prstGeom prst="rect">
            <a:avLst/>
          </a:prstGeom>
        </p:spPr>
        <p:txBody>
          <a:bodyPr anchor="b">
            <a:noAutofit/>
          </a:bodyPr>
          <a:lstStyle/>
          <a:p>
            <a:r>
              <a:rPr lang="en-US" dirty="0"/>
              <a:t>Click to edit Master title style</a:t>
            </a:r>
          </a:p>
        </p:txBody>
      </p:sp>
      <p:sp>
        <p:nvSpPr>
          <p:cNvPr id="7" name="Content Placeholder 7">
            <a:extLst>
              <a:ext uri="{FF2B5EF4-FFF2-40B4-BE49-F238E27FC236}">
                <a16:creationId xmlns:a16="http://schemas.microsoft.com/office/drawing/2014/main" id="{3AD1E39C-735F-1F75-9337-EDCE2B424BAF}"/>
              </a:ext>
            </a:extLst>
          </p:cNvPr>
          <p:cNvSpPr>
            <a:spLocks noGrp="1"/>
          </p:cNvSpPr>
          <p:nvPr>
            <p:ph sz="quarter" idx="14"/>
          </p:nvPr>
        </p:nvSpPr>
        <p:spPr>
          <a:xfrm>
            <a:off x="609600"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C88CA274-D6D4-139F-1A72-F2C3684E4368}"/>
              </a:ext>
            </a:extLst>
          </p:cNvPr>
          <p:cNvCxnSpPr>
            <a:cxnSpLocks/>
          </p:cNvCxnSpPr>
          <p:nvPr userDrawn="1"/>
        </p:nvCxnSpPr>
        <p:spPr>
          <a:xfrm>
            <a:off x="714375"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Footer Placeholder 8">
            <a:extLst>
              <a:ext uri="{FF2B5EF4-FFF2-40B4-BE49-F238E27FC236}">
                <a16:creationId xmlns:a16="http://schemas.microsoft.com/office/drawing/2014/main" id="{5397D948-213E-C5B8-CCB3-226CD4CC5EED}"/>
              </a:ext>
            </a:extLst>
          </p:cNvPr>
          <p:cNvSpPr>
            <a:spLocks noGrp="1"/>
          </p:cNvSpPr>
          <p:nvPr>
            <p:ph type="ftr" sz="quarter" idx="16"/>
          </p:nvPr>
        </p:nvSpPr>
        <p:spPr>
          <a:xfrm>
            <a:off x="609600" y="6343955"/>
            <a:ext cx="3364903" cy="365125"/>
          </a:xfrm>
          <a:prstGeom prst="rect">
            <a:avLst/>
          </a:prstGeom>
        </p:spPr>
        <p:txBody>
          <a:bodyPr>
            <a:noAutofit/>
          </a:bodyPr>
          <a:lstStyle/>
          <a:p>
            <a:r>
              <a:rPr lang="en-US"/>
              <a:t>Sample Footer Text</a:t>
            </a:r>
          </a:p>
        </p:txBody>
      </p:sp>
      <p:sp>
        <p:nvSpPr>
          <p:cNvPr id="13" name="Date Placeholder 3">
            <a:extLst>
              <a:ext uri="{FF2B5EF4-FFF2-40B4-BE49-F238E27FC236}">
                <a16:creationId xmlns:a16="http://schemas.microsoft.com/office/drawing/2014/main" id="{AA11C22E-51FF-D73F-B8D3-C9D076083087}"/>
              </a:ext>
            </a:extLst>
          </p:cNvPr>
          <p:cNvSpPr>
            <a:spLocks noGrp="1"/>
          </p:cNvSpPr>
          <p:nvPr>
            <p:ph type="dt" sz="half" idx="15"/>
          </p:nvPr>
        </p:nvSpPr>
        <p:spPr>
          <a:xfrm>
            <a:off x="4922009" y="6343955"/>
            <a:ext cx="2060808" cy="365125"/>
          </a:xfrm>
          <a:prstGeom prst="rect">
            <a:avLst/>
          </a:prstGeom>
        </p:spPr>
        <p:txBody>
          <a:bodyPr>
            <a:noAutofit/>
          </a:bodyPr>
          <a:lstStyle/>
          <a:p>
            <a:r>
              <a:rPr lang="en-US"/>
              <a:t>20xx</a:t>
            </a:r>
          </a:p>
        </p:txBody>
      </p:sp>
      <p:sp>
        <p:nvSpPr>
          <p:cNvPr id="15" name="Slide Number Placeholder 9">
            <a:extLst>
              <a:ext uri="{FF2B5EF4-FFF2-40B4-BE49-F238E27FC236}">
                <a16:creationId xmlns:a16="http://schemas.microsoft.com/office/drawing/2014/main" id="{2A57B0BC-65E1-54C5-64F2-81779F24285C}"/>
              </a:ext>
            </a:extLst>
          </p:cNvPr>
          <p:cNvSpPr>
            <a:spLocks noGrp="1"/>
          </p:cNvSpPr>
          <p:nvPr>
            <p:ph type="sldNum" sz="quarter" idx="17"/>
          </p:nvPr>
        </p:nvSpPr>
        <p:spPr>
          <a:xfrm>
            <a:off x="7038392" y="6343955"/>
            <a:ext cx="429207" cy="365125"/>
          </a:xfrm>
          <a:prstGeom prst="rect">
            <a:avLst/>
          </a:prstGeom>
        </p:spPr>
        <p:txBody>
          <a:bodyPr>
            <a:noAutofit/>
          </a:bodyPr>
          <a:lstStyle/>
          <a:p>
            <a:fld id="{AEAA3239-9EA4-4A65-A281-97F994456D9F}" type="slidenum">
              <a:rPr lang="en-US" smtClean="0"/>
              <a:t>‹#›</a:t>
            </a:fld>
            <a:endParaRPr lang="en-US"/>
          </a:p>
        </p:txBody>
      </p:sp>
      <p:sp>
        <p:nvSpPr>
          <p:cNvPr id="5" name="Picture Placeholder 15">
            <a:extLst>
              <a:ext uri="{FF2B5EF4-FFF2-40B4-BE49-F238E27FC236}">
                <a16:creationId xmlns:a16="http://schemas.microsoft.com/office/drawing/2014/main" id="{1B018A5C-EF6B-7AB3-6E86-E1FF40B4E9A1}"/>
              </a:ext>
            </a:extLst>
          </p:cNvPr>
          <p:cNvSpPr>
            <a:spLocks noGrp="1"/>
          </p:cNvSpPr>
          <p:nvPr>
            <p:ph type="pic" sz="quarter" idx="18" hasCustomPrompt="1"/>
          </p:nvPr>
        </p:nvSpPr>
        <p:spPr>
          <a:xfrm>
            <a:off x="8361088" y="274320"/>
            <a:ext cx="3557016" cy="6309360"/>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009949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246C31-A056-2D2B-EB3A-8C1B01785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3" name="Title 1">
            <a:extLst>
              <a:ext uri="{FF2B5EF4-FFF2-40B4-BE49-F238E27FC236}">
                <a16:creationId xmlns:a16="http://schemas.microsoft.com/office/drawing/2014/main" id="{D7F4F31B-033B-01E7-065C-C1E9FF6C07F9}"/>
              </a:ext>
            </a:extLst>
          </p:cNvPr>
          <p:cNvSpPr>
            <a:spLocks noGrp="1"/>
          </p:cNvSpPr>
          <p:nvPr>
            <p:ph type="title"/>
          </p:nvPr>
        </p:nvSpPr>
        <p:spPr>
          <a:xfrm>
            <a:off x="3557014" y="709099"/>
            <a:ext cx="8019289" cy="891101"/>
          </a:xfrm>
          <a:prstGeom prst="rect">
            <a:avLst/>
          </a:prstGeom>
        </p:spPr>
        <p:txBody>
          <a:bodyPr anchor="b">
            <a:noAutofit/>
          </a:bodyPr>
          <a:lstStyle>
            <a:lvl1pPr>
              <a:defRPr sz="3200"/>
            </a:lvl1pPr>
          </a:lstStyle>
          <a:p>
            <a:r>
              <a:rPr lang="en-US" dirty="0"/>
              <a:t>Click to edit Master title style</a:t>
            </a:r>
          </a:p>
        </p:txBody>
      </p:sp>
      <p:sp>
        <p:nvSpPr>
          <p:cNvPr id="10" name="Picture Placeholder 15">
            <a:extLst>
              <a:ext uri="{FF2B5EF4-FFF2-40B4-BE49-F238E27FC236}">
                <a16:creationId xmlns:a16="http://schemas.microsoft.com/office/drawing/2014/main" id="{6DECEA09-BF69-1A41-377F-55B34707197E}"/>
              </a:ext>
            </a:extLst>
          </p:cNvPr>
          <p:cNvSpPr>
            <a:spLocks noGrp="1"/>
          </p:cNvSpPr>
          <p:nvPr>
            <p:ph type="pic" sz="quarter" idx="18" hasCustomPrompt="1"/>
          </p:nvPr>
        </p:nvSpPr>
        <p:spPr>
          <a:xfrm>
            <a:off x="269746" y="269622"/>
            <a:ext cx="2395728" cy="6309360"/>
          </a:xfrm>
          <a:blipFill>
            <a:blip r:embed="rId2">
              <a:alphaModFix amt="60000"/>
            </a:blip>
            <a:stretch>
              <a:fillRect/>
            </a:stretch>
          </a:blipFill>
        </p:spPr>
        <p:txBody>
          <a:bodyPr/>
          <a:lstStyle>
            <a:lvl1pPr>
              <a:defRPr/>
            </a:lvl1pPr>
          </a:lstStyle>
          <a:p>
            <a:r>
              <a:rPr lang="en-US" dirty="0"/>
              <a:t> </a:t>
            </a:r>
          </a:p>
        </p:txBody>
      </p:sp>
      <p:sp>
        <p:nvSpPr>
          <p:cNvPr id="12" name="Content Placeholder 7">
            <a:extLst>
              <a:ext uri="{FF2B5EF4-FFF2-40B4-BE49-F238E27FC236}">
                <a16:creationId xmlns:a16="http://schemas.microsoft.com/office/drawing/2014/main" id="{264E6032-E2DD-DC72-9E75-BAB830416F45}"/>
              </a:ext>
            </a:extLst>
          </p:cNvPr>
          <p:cNvSpPr>
            <a:spLocks noGrp="1"/>
          </p:cNvSpPr>
          <p:nvPr>
            <p:ph sz="quarter" idx="14"/>
          </p:nvPr>
        </p:nvSpPr>
        <p:spPr>
          <a:xfrm>
            <a:off x="3557014"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3557014" y="6343955"/>
            <a:ext cx="3422906"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noAutofit/>
          </a:bodyPr>
          <a:lstStyle/>
          <a:p>
            <a:r>
              <a:rPr lang="en-US"/>
              <a:t>20xx</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2" name="Straight Connector 1">
            <a:extLst>
              <a:ext uri="{FF2B5EF4-FFF2-40B4-BE49-F238E27FC236}">
                <a16:creationId xmlns:a16="http://schemas.microsoft.com/office/drawing/2014/main" id="{9727AEE3-AD29-F7D6-BFA0-59B889778837}"/>
              </a:ext>
            </a:extLst>
          </p:cNvPr>
          <p:cNvCxnSpPr>
            <a:cxnSpLocks/>
          </p:cNvCxnSpPr>
          <p:nvPr userDrawn="1"/>
        </p:nvCxnSpPr>
        <p:spPr>
          <a:xfrm>
            <a:off x="3661789"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18864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E81DF0F-1D08-CFC3-D336-6E69AD26CA81}"/>
              </a:ext>
            </a:extLst>
          </p:cNvPr>
          <p:cNvCxnSpPr>
            <a:cxnSpLocks/>
          </p:cNvCxnSpPr>
          <p:nvPr userDrawn="1"/>
        </p:nvCxnSpPr>
        <p:spPr>
          <a:xfrm>
            <a:off x="714375"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918502E-0DE9-66F0-120E-B9F9EDDBC2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52116"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4" name="Title 1">
            <a:extLst>
              <a:ext uri="{FF2B5EF4-FFF2-40B4-BE49-F238E27FC236}">
                <a16:creationId xmlns:a16="http://schemas.microsoft.com/office/drawing/2014/main" id="{2ADEEE89-7A53-BFD6-F854-BC4947CE2B58}"/>
              </a:ext>
            </a:extLst>
          </p:cNvPr>
          <p:cNvSpPr>
            <a:spLocks noGrp="1"/>
          </p:cNvSpPr>
          <p:nvPr>
            <p:ph type="title"/>
          </p:nvPr>
        </p:nvSpPr>
        <p:spPr>
          <a:xfrm>
            <a:off x="609600" y="709099"/>
            <a:ext cx="8019289" cy="891101"/>
          </a:xfrm>
          <a:prstGeom prst="rect">
            <a:avLst/>
          </a:prstGeom>
        </p:spPr>
        <p:txBody>
          <a:bodyPr anchor="b">
            <a:noAutofit/>
          </a:bodyPr>
          <a:lstStyle>
            <a:lvl1pPr>
              <a:defRPr sz="3200"/>
            </a:lvl1pPr>
          </a:lstStyle>
          <a:p>
            <a:r>
              <a:rPr lang="en-US" dirty="0"/>
              <a:t>Click to edit Master title style</a:t>
            </a:r>
          </a:p>
        </p:txBody>
      </p:sp>
      <p:sp>
        <p:nvSpPr>
          <p:cNvPr id="11" name="Content Placeholder 7">
            <a:extLst>
              <a:ext uri="{FF2B5EF4-FFF2-40B4-BE49-F238E27FC236}">
                <a16:creationId xmlns:a16="http://schemas.microsoft.com/office/drawing/2014/main" id="{8E4281B5-46C8-0290-9B6E-154BCEB2F9F1}"/>
              </a:ext>
            </a:extLst>
          </p:cNvPr>
          <p:cNvSpPr>
            <a:spLocks noGrp="1"/>
          </p:cNvSpPr>
          <p:nvPr>
            <p:ph sz="quarter" idx="14"/>
          </p:nvPr>
        </p:nvSpPr>
        <p:spPr>
          <a:xfrm>
            <a:off x="609600"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3">
            <a:extLst>
              <a:ext uri="{FF2B5EF4-FFF2-40B4-BE49-F238E27FC236}">
                <a16:creationId xmlns:a16="http://schemas.microsoft.com/office/drawing/2014/main" id="{9CF2DB13-C77B-68E8-AA32-2A399E83A39F}"/>
              </a:ext>
            </a:extLst>
          </p:cNvPr>
          <p:cNvSpPr>
            <a:spLocks noGrp="1"/>
          </p:cNvSpPr>
          <p:nvPr>
            <p:ph type="ftr" sz="quarter" idx="16"/>
          </p:nvPr>
        </p:nvSpPr>
        <p:spPr>
          <a:xfrm>
            <a:off x="609600" y="6343955"/>
            <a:ext cx="3422906" cy="365125"/>
          </a:xfrm>
          <a:prstGeom prst="rect">
            <a:avLst/>
          </a:prstGeom>
        </p:spPr>
        <p:txBody>
          <a:bodyPr>
            <a:noAutofit/>
          </a:bodyPr>
          <a:lstStyle/>
          <a:p>
            <a:r>
              <a:rPr lang="en-US"/>
              <a:t>Sample Footer Text</a:t>
            </a:r>
          </a:p>
        </p:txBody>
      </p:sp>
      <p:sp>
        <p:nvSpPr>
          <p:cNvPr id="16" name="Date Placeholder 2">
            <a:extLst>
              <a:ext uri="{FF2B5EF4-FFF2-40B4-BE49-F238E27FC236}">
                <a16:creationId xmlns:a16="http://schemas.microsoft.com/office/drawing/2014/main" id="{723C7477-007B-AF5F-BF27-20DF2D11C11B}"/>
              </a:ext>
            </a:extLst>
          </p:cNvPr>
          <p:cNvSpPr>
            <a:spLocks noGrp="1"/>
          </p:cNvSpPr>
          <p:nvPr>
            <p:ph type="dt" sz="half" idx="15"/>
          </p:nvPr>
        </p:nvSpPr>
        <p:spPr>
          <a:xfrm>
            <a:off x="5998285" y="6343955"/>
            <a:ext cx="2150873" cy="365125"/>
          </a:xfrm>
          <a:prstGeom prst="rect">
            <a:avLst/>
          </a:prstGeom>
        </p:spPr>
        <p:txBody>
          <a:bodyPr>
            <a:noAutofit/>
          </a:bodyPr>
          <a:lstStyle/>
          <a:p>
            <a:r>
              <a:rPr lang="en-US"/>
              <a:t>20xx</a:t>
            </a:r>
          </a:p>
        </p:txBody>
      </p:sp>
      <p:sp>
        <p:nvSpPr>
          <p:cNvPr id="18" name="Slide Number Placeholder 8">
            <a:extLst>
              <a:ext uri="{FF2B5EF4-FFF2-40B4-BE49-F238E27FC236}">
                <a16:creationId xmlns:a16="http://schemas.microsoft.com/office/drawing/2014/main" id="{9F76A51B-A740-5EA5-477F-42182383C5FF}"/>
              </a:ext>
            </a:extLst>
          </p:cNvPr>
          <p:cNvSpPr>
            <a:spLocks noGrp="1"/>
          </p:cNvSpPr>
          <p:nvPr>
            <p:ph type="sldNum" sz="quarter" idx="17"/>
          </p:nvPr>
        </p:nvSpPr>
        <p:spPr>
          <a:xfrm>
            <a:off x="8199682" y="6343955"/>
            <a:ext cx="429207" cy="365125"/>
          </a:xfrm>
          <a:prstGeom prst="rect">
            <a:avLst/>
          </a:prstGeom>
        </p:spPr>
        <p:txBody>
          <a:bodyPr>
            <a:noAutofit/>
          </a:bodyPr>
          <a:lstStyle/>
          <a:p>
            <a:fld id="{AEAA3239-9EA4-4A65-A281-97F994456D9F}" type="slidenum">
              <a:rPr lang="en-US" smtClean="0"/>
              <a:t>‹#›</a:t>
            </a:fld>
            <a:endParaRPr lang="en-US"/>
          </a:p>
        </p:txBody>
      </p:sp>
      <p:sp>
        <p:nvSpPr>
          <p:cNvPr id="20" name="Picture Placeholder 15">
            <a:extLst>
              <a:ext uri="{FF2B5EF4-FFF2-40B4-BE49-F238E27FC236}">
                <a16:creationId xmlns:a16="http://schemas.microsoft.com/office/drawing/2014/main" id="{5FA75C2B-3307-6106-9020-5A6F5C28CE54}"/>
              </a:ext>
            </a:extLst>
          </p:cNvPr>
          <p:cNvSpPr>
            <a:spLocks noGrp="1"/>
          </p:cNvSpPr>
          <p:nvPr>
            <p:ph type="pic" sz="quarter" idx="18" hasCustomPrompt="1"/>
          </p:nvPr>
        </p:nvSpPr>
        <p:spPr>
          <a:xfrm>
            <a:off x="9521861" y="269622"/>
            <a:ext cx="2395728" cy="6309360"/>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8612010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1A88DE7-0F60-6168-9CA3-51F9168BA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75"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04302" y="685800"/>
            <a:ext cx="4572001" cy="895139"/>
          </a:xfrm>
          <a:prstGeom prst="rect">
            <a:avLst/>
          </a:prstGeom>
        </p:spPr>
        <p:txBody>
          <a:bodyPr anchor="b">
            <a:noAutofit/>
          </a:bodyPr>
          <a:lstStyle>
            <a:lvl1pPr>
              <a:defRPr sz="3200"/>
            </a:lvl1pPr>
          </a:lstStyle>
          <a:p>
            <a:r>
              <a:rPr lang="en-US" dirty="0"/>
              <a:t>Click to edit Master title style</a:t>
            </a:r>
          </a:p>
        </p:txBody>
      </p:sp>
      <p:sp>
        <p:nvSpPr>
          <p:cNvPr id="13" name="Picture Placeholder 15">
            <a:extLst>
              <a:ext uri="{FF2B5EF4-FFF2-40B4-BE49-F238E27FC236}">
                <a16:creationId xmlns:a16="http://schemas.microsoft.com/office/drawing/2014/main" id="{74F04492-82BE-6873-2EB5-D1F54A59D796}"/>
              </a:ext>
            </a:extLst>
          </p:cNvPr>
          <p:cNvSpPr>
            <a:spLocks noGrp="1"/>
          </p:cNvSpPr>
          <p:nvPr>
            <p:ph type="pic" sz="quarter" idx="18" hasCustomPrompt="1"/>
          </p:nvPr>
        </p:nvSpPr>
        <p:spPr>
          <a:xfrm>
            <a:off x="271445" y="274320"/>
            <a:ext cx="5852160" cy="6309360"/>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10400"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04302" y="6343955"/>
            <a:ext cx="2105099"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10" name="Straight Connector 9">
            <a:extLst>
              <a:ext uri="{FF2B5EF4-FFF2-40B4-BE49-F238E27FC236}">
                <a16:creationId xmlns:a16="http://schemas.microsoft.com/office/drawing/2014/main" id="{BC824679-0DD4-43C3-4580-78706496FBE2}"/>
              </a:ext>
            </a:extLst>
          </p:cNvPr>
          <p:cNvCxnSpPr>
            <a:cxnSpLocks/>
          </p:cNvCxnSpPr>
          <p:nvPr userDrawn="1"/>
        </p:nvCxnSpPr>
        <p:spPr>
          <a:xfrm>
            <a:off x="7099930" y="185727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43134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2192057-ED66-C8A5-B85E-40F2037C6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1200"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9B106E7D-3EDD-EA41-1839-6F135AE55491}"/>
              </a:ext>
            </a:extLst>
          </p:cNvPr>
          <p:cNvSpPr>
            <a:spLocks noGrp="1"/>
          </p:cNvSpPr>
          <p:nvPr>
            <p:ph type="title"/>
          </p:nvPr>
        </p:nvSpPr>
        <p:spPr>
          <a:xfrm>
            <a:off x="612649" y="685800"/>
            <a:ext cx="4572001" cy="895139"/>
          </a:xfrm>
          <a:prstGeom prst="rect">
            <a:avLst/>
          </a:prstGeom>
        </p:spPr>
        <p:txBody>
          <a:bodyPr anchor="b">
            <a:noAutofit/>
          </a:bodyPr>
          <a:lstStyle>
            <a:lvl1pPr>
              <a:defRPr sz="3200"/>
            </a:lvl1pPr>
          </a:lstStyle>
          <a:p>
            <a:r>
              <a:rPr lang="en-US"/>
              <a:t>Click to edit Master title style</a:t>
            </a:r>
          </a:p>
        </p:txBody>
      </p:sp>
      <p:sp>
        <p:nvSpPr>
          <p:cNvPr id="11" name="Content Placeholder 7">
            <a:extLst>
              <a:ext uri="{FF2B5EF4-FFF2-40B4-BE49-F238E27FC236}">
                <a16:creationId xmlns:a16="http://schemas.microsoft.com/office/drawing/2014/main" id="{42A4AC27-FC3B-F141-88F5-7282935954DD}"/>
              </a:ext>
            </a:extLst>
          </p:cNvPr>
          <p:cNvSpPr>
            <a:spLocks noGrp="1"/>
          </p:cNvSpPr>
          <p:nvPr>
            <p:ph sz="quarter" idx="14"/>
          </p:nvPr>
        </p:nvSpPr>
        <p:spPr>
          <a:xfrm>
            <a:off x="618747"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5">
            <a:extLst>
              <a:ext uri="{FF2B5EF4-FFF2-40B4-BE49-F238E27FC236}">
                <a16:creationId xmlns:a16="http://schemas.microsoft.com/office/drawing/2014/main" id="{79943DFD-7853-50DB-DFE8-2D0792CC1535}"/>
              </a:ext>
            </a:extLst>
          </p:cNvPr>
          <p:cNvSpPr>
            <a:spLocks noGrp="1"/>
          </p:cNvSpPr>
          <p:nvPr>
            <p:ph type="ftr" sz="quarter" idx="11"/>
          </p:nvPr>
        </p:nvSpPr>
        <p:spPr>
          <a:xfrm>
            <a:off x="612649" y="6343955"/>
            <a:ext cx="2105099"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3" name="Date Placeholder 4">
            <a:extLst>
              <a:ext uri="{FF2B5EF4-FFF2-40B4-BE49-F238E27FC236}">
                <a16:creationId xmlns:a16="http://schemas.microsoft.com/office/drawing/2014/main" id="{C5840587-9753-9826-EA98-7CF7F15308F0}"/>
              </a:ext>
            </a:extLst>
          </p:cNvPr>
          <p:cNvSpPr>
            <a:spLocks noGrp="1"/>
          </p:cNvSpPr>
          <p:nvPr>
            <p:ph type="dt" sz="half" idx="10"/>
          </p:nvPr>
        </p:nvSpPr>
        <p:spPr>
          <a:xfrm>
            <a:off x="2983414"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9" name="Slide Number Placeholder 6">
            <a:extLst>
              <a:ext uri="{FF2B5EF4-FFF2-40B4-BE49-F238E27FC236}">
                <a16:creationId xmlns:a16="http://schemas.microsoft.com/office/drawing/2014/main" id="{D3C41979-6374-97D1-3061-3AB9D9EB80CF}"/>
              </a:ext>
            </a:extLst>
          </p:cNvPr>
          <p:cNvSpPr>
            <a:spLocks noGrp="1"/>
          </p:cNvSpPr>
          <p:nvPr>
            <p:ph type="sldNum" sz="quarter" idx="12"/>
          </p:nvPr>
        </p:nvSpPr>
        <p:spPr>
          <a:xfrm>
            <a:off x="4755443"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14" name="Picture Placeholder 15">
            <a:extLst>
              <a:ext uri="{FF2B5EF4-FFF2-40B4-BE49-F238E27FC236}">
                <a16:creationId xmlns:a16="http://schemas.microsoft.com/office/drawing/2014/main" id="{48CB05E2-2306-9AA8-0977-833AD0146BEB}"/>
              </a:ext>
            </a:extLst>
          </p:cNvPr>
          <p:cNvSpPr>
            <a:spLocks noGrp="1"/>
          </p:cNvSpPr>
          <p:nvPr>
            <p:ph type="pic" sz="quarter" idx="18" hasCustomPrompt="1"/>
          </p:nvPr>
        </p:nvSpPr>
        <p:spPr>
          <a:xfrm>
            <a:off x="6065520" y="274320"/>
            <a:ext cx="5852160" cy="6309360"/>
          </a:xfrm>
          <a:blipFill>
            <a:blip r:embed="rId2">
              <a:alphaModFix amt="60000"/>
            </a:blip>
            <a:stretch>
              <a:fillRect/>
            </a:stretch>
          </a:blipFill>
        </p:spPr>
        <p:txBody>
          <a:bodyPr/>
          <a:lstStyle>
            <a:lvl1pPr>
              <a:defRPr/>
            </a:lvl1pPr>
          </a:lstStyle>
          <a:p>
            <a:r>
              <a:rPr lang="en-US" dirty="0"/>
              <a:t> </a:t>
            </a:r>
          </a:p>
        </p:txBody>
      </p:sp>
      <p:cxnSp>
        <p:nvCxnSpPr>
          <p:cNvPr id="2" name="Straight Connector 1">
            <a:extLst>
              <a:ext uri="{FF2B5EF4-FFF2-40B4-BE49-F238E27FC236}">
                <a16:creationId xmlns:a16="http://schemas.microsoft.com/office/drawing/2014/main" id="{B6796377-F057-555E-6D11-962F10D4E655}"/>
              </a:ext>
            </a:extLst>
          </p:cNvPr>
          <p:cNvCxnSpPr>
            <a:cxnSpLocks/>
          </p:cNvCxnSpPr>
          <p:nvPr userDrawn="1"/>
        </p:nvCxnSpPr>
        <p:spPr>
          <a:xfrm>
            <a:off x="714375" y="1857272"/>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58696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5C2E769-CE9C-F713-6844-D0DBB458CE18}"/>
              </a:ext>
            </a:extLst>
          </p:cNvPr>
          <p:cNvCxnSpPr>
            <a:cxnSpLocks/>
          </p:cNvCxnSpPr>
          <p:nvPr userDrawn="1"/>
        </p:nvCxnSpPr>
        <p:spPr>
          <a:xfrm>
            <a:off x="8029448"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EB2937D-47DC-BF81-9ACE-6E67A57245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3011DB78-8965-7609-C35E-80AF7F5B774C}"/>
              </a:ext>
            </a:extLst>
          </p:cNvPr>
          <p:cNvSpPr>
            <a:spLocks noGrp="1"/>
          </p:cNvSpPr>
          <p:nvPr>
            <p:ph type="title"/>
          </p:nvPr>
        </p:nvSpPr>
        <p:spPr>
          <a:xfrm>
            <a:off x="7924800" y="671136"/>
            <a:ext cx="3657474" cy="909797"/>
          </a:xfrm>
          <a:prstGeom prst="rect">
            <a:avLst/>
          </a:prstGeom>
        </p:spPr>
        <p:txBody>
          <a:bodyPr anchor="b">
            <a:noAutofit/>
          </a:bodyPr>
          <a:lstStyle>
            <a:lvl1pPr>
              <a:defRPr sz="3200"/>
            </a:lvl1pPr>
          </a:lstStyle>
          <a:p>
            <a:r>
              <a:rPr lang="en-US" dirty="0"/>
              <a:t>Click to edit Master title style</a:t>
            </a:r>
          </a:p>
        </p:txBody>
      </p:sp>
      <p:sp>
        <p:nvSpPr>
          <p:cNvPr id="16" name="Picture Placeholder 15">
            <a:extLst>
              <a:ext uri="{FF2B5EF4-FFF2-40B4-BE49-F238E27FC236}">
                <a16:creationId xmlns:a16="http://schemas.microsoft.com/office/drawing/2014/main" id="{E6A4CFA5-203B-9204-E7F5-11EF9CE3C387}"/>
              </a:ext>
            </a:extLst>
          </p:cNvPr>
          <p:cNvSpPr>
            <a:spLocks noGrp="1"/>
          </p:cNvSpPr>
          <p:nvPr>
            <p:ph type="pic" sz="quarter" idx="18" hasCustomPrompt="1"/>
          </p:nvPr>
        </p:nvSpPr>
        <p:spPr>
          <a:xfrm>
            <a:off x="272796" y="269622"/>
            <a:ext cx="6766560" cy="6309360"/>
          </a:xfrm>
          <a:blipFill>
            <a:blip r:embed="rId2">
              <a:alphaModFix amt="60000"/>
            </a:blip>
            <a:stretch>
              <a:fillRect/>
            </a:stretch>
          </a:blipFill>
        </p:spPr>
        <p:txBody>
          <a:bodyPr/>
          <a:lstStyle>
            <a:lvl1pPr>
              <a:defRPr/>
            </a:lvl1pPr>
          </a:lstStyle>
          <a:p>
            <a:r>
              <a:rPr lang="en-US" dirty="0"/>
              <a:t> </a:t>
            </a:r>
          </a:p>
        </p:txBody>
      </p:sp>
      <p:sp>
        <p:nvSpPr>
          <p:cNvPr id="7" name="Content Placeholder 7">
            <a:extLst>
              <a:ext uri="{FF2B5EF4-FFF2-40B4-BE49-F238E27FC236}">
                <a16:creationId xmlns:a16="http://schemas.microsoft.com/office/drawing/2014/main" id="{C241E3CA-9184-3359-07D1-2172C4BB2F46}"/>
              </a:ext>
            </a:extLst>
          </p:cNvPr>
          <p:cNvSpPr>
            <a:spLocks noGrp="1"/>
          </p:cNvSpPr>
          <p:nvPr>
            <p:ph sz="quarter" idx="14"/>
          </p:nvPr>
        </p:nvSpPr>
        <p:spPr>
          <a:xfrm>
            <a:off x="7924801" y="2133602"/>
            <a:ext cx="3657600" cy="205739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8">
            <a:extLst>
              <a:ext uri="{FF2B5EF4-FFF2-40B4-BE49-F238E27FC236}">
                <a16:creationId xmlns:a16="http://schemas.microsoft.com/office/drawing/2014/main" id="{3822FD9A-C9C0-E27F-705F-B30E4B512FDF}"/>
              </a:ext>
            </a:extLst>
          </p:cNvPr>
          <p:cNvSpPr>
            <a:spLocks noGrp="1"/>
          </p:cNvSpPr>
          <p:nvPr>
            <p:ph type="ftr" sz="quarter" idx="16"/>
          </p:nvPr>
        </p:nvSpPr>
        <p:spPr>
          <a:xfrm>
            <a:off x="7924800" y="6343955"/>
            <a:ext cx="1637337" cy="365125"/>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497E974A-B754-DA38-ADA3-45911636DA7D}"/>
              </a:ext>
            </a:extLst>
          </p:cNvPr>
          <p:cNvSpPr>
            <a:spLocks noGrp="1"/>
          </p:cNvSpPr>
          <p:nvPr>
            <p:ph type="dt" sz="half" idx="15"/>
          </p:nvPr>
        </p:nvSpPr>
        <p:spPr>
          <a:xfrm>
            <a:off x="10174785" y="6343955"/>
            <a:ext cx="949766" cy="365125"/>
          </a:xfrm>
          <a:prstGeom prst="rect">
            <a:avLst/>
          </a:prstGeom>
        </p:spPr>
        <p:txBody>
          <a:bodyPr/>
          <a:lstStyle/>
          <a:p>
            <a:r>
              <a:rPr lang="en-US"/>
              <a:t>20xx</a:t>
            </a:r>
          </a:p>
        </p:txBody>
      </p:sp>
      <p:sp>
        <p:nvSpPr>
          <p:cNvPr id="14" name="Slide Number Placeholder 9">
            <a:extLst>
              <a:ext uri="{FF2B5EF4-FFF2-40B4-BE49-F238E27FC236}">
                <a16:creationId xmlns:a16="http://schemas.microsoft.com/office/drawing/2014/main" id="{38B0FACB-4CC5-0738-E059-C2E9D2B56C75}"/>
              </a:ext>
            </a:extLst>
          </p:cNvPr>
          <p:cNvSpPr>
            <a:spLocks noGrp="1"/>
          </p:cNvSpPr>
          <p:nvPr>
            <p:ph type="sldNum" sz="quarter" idx="17"/>
          </p:nvPr>
        </p:nvSpPr>
        <p:spPr>
          <a:xfrm>
            <a:off x="11153067"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170958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58D487-A1F1-683A-BAB0-CF458881A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79848" y="0"/>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7" name="Title 1">
            <a:extLst>
              <a:ext uri="{FF2B5EF4-FFF2-40B4-BE49-F238E27FC236}">
                <a16:creationId xmlns:a16="http://schemas.microsoft.com/office/drawing/2014/main" id="{ACD7794F-E7D5-AAA7-1586-2916735DFAD0}"/>
              </a:ext>
            </a:extLst>
          </p:cNvPr>
          <p:cNvSpPr>
            <a:spLocks noGrp="1"/>
          </p:cNvSpPr>
          <p:nvPr>
            <p:ph type="title"/>
          </p:nvPr>
        </p:nvSpPr>
        <p:spPr>
          <a:xfrm>
            <a:off x="609600" y="671136"/>
            <a:ext cx="3657474" cy="909797"/>
          </a:xfrm>
          <a:prstGeom prst="rect">
            <a:avLst/>
          </a:prstGeom>
        </p:spPr>
        <p:txBody>
          <a:bodyPr anchor="b">
            <a:noAutofit/>
          </a:bodyPr>
          <a:lstStyle>
            <a:lvl1pPr>
              <a:defRPr sz="3200"/>
            </a:lvl1pPr>
          </a:lstStyle>
          <a:p>
            <a:r>
              <a:rPr lang="en-US" dirty="0"/>
              <a:t>Click to edit Master title style</a:t>
            </a:r>
          </a:p>
        </p:txBody>
      </p:sp>
      <p:sp>
        <p:nvSpPr>
          <p:cNvPr id="4" name="Content Placeholder 7">
            <a:extLst>
              <a:ext uri="{FF2B5EF4-FFF2-40B4-BE49-F238E27FC236}">
                <a16:creationId xmlns:a16="http://schemas.microsoft.com/office/drawing/2014/main" id="{060857C7-82E4-7465-780B-F61FDE2F4044}"/>
              </a:ext>
            </a:extLst>
          </p:cNvPr>
          <p:cNvSpPr>
            <a:spLocks noGrp="1"/>
          </p:cNvSpPr>
          <p:nvPr>
            <p:ph sz="quarter" idx="14"/>
          </p:nvPr>
        </p:nvSpPr>
        <p:spPr>
          <a:xfrm>
            <a:off x="609601" y="2133601"/>
            <a:ext cx="3657600" cy="205740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8">
            <a:extLst>
              <a:ext uri="{FF2B5EF4-FFF2-40B4-BE49-F238E27FC236}">
                <a16:creationId xmlns:a16="http://schemas.microsoft.com/office/drawing/2014/main" id="{F80C8C98-47A2-E988-3AE6-34783DFB0E00}"/>
              </a:ext>
            </a:extLst>
          </p:cNvPr>
          <p:cNvSpPr>
            <a:spLocks noGrp="1"/>
          </p:cNvSpPr>
          <p:nvPr>
            <p:ph type="ftr" sz="quarter" idx="16"/>
          </p:nvPr>
        </p:nvSpPr>
        <p:spPr>
          <a:xfrm>
            <a:off x="609600" y="6343955"/>
            <a:ext cx="1637337" cy="365125"/>
          </a:xfrm>
          <a:prstGeom prst="rect">
            <a:avLst/>
          </a:prstGeom>
        </p:spPr>
        <p:txBody>
          <a:bodyPr/>
          <a:lstStyle/>
          <a:p>
            <a:r>
              <a:rPr lang="en-US"/>
              <a:t>Sample Footer Text</a:t>
            </a:r>
          </a:p>
        </p:txBody>
      </p:sp>
      <p:sp>
        <p:nvSpPr>
          <p:cNvPr id="15" name="Date Placeholder 3">
            <a:extLst>
              <a:ext uri="{FF2B5EF4-FFF2-40B4-BE49-F238E27FC236}">
                <a16:creationId xmlns:a16="http://schemas.microsoft.com/office/drawing/2014/main" id="{06918495-7937-AB95-AE9B-E73858FCDCCB}"/>
              </a:ext>
            </a:extLst>
          </p:cNvPr>
          <p:cNvSpPr>
            <a:spLocks noGrp="1"/>
          </p:cNvSpPr>
          <p:nvPr>
            <p:ph type="dt" sz="half" idx="15"/>
          </p:nvPr>
        </p:nvSpPr>
        <p:spPr>
          <a:xfrm>
            <a:off x="2888101" y="6343955"/>
            <a:ext cx="949766" cy="365125"/>
          </a:xfrm>
          <a:prstGeom prst="rect">
            <a:avLst/>
          </a:prstGeom>
        </p:spPr>
        <p:txBody>
          <a:bodyPr/>
          <a:lstStyle/>
          <a:p>
            <a:r>
              <a:rPr lang="en-US"/>
              <a:t>20xx</a:t>
            </a:r>
          </a:p>
        </p:txBody>
      </p:sp>
      <p:sp>
        <p:nvSpPr>
          <p:cNvPr id="16" name="Slide Number Placeholder 9">
            <a:extLst>
              <a:ext uri="{FF2B5EF4-FFF2-40B4-BE49-F238E27FC236}">
                <a16:creationId xmlns:a16="http://schemas.microsoft.com/office/drawing/2014/main" id="{C1F54C04-CA0C-C7FC-EA6D-307BB54375F0}"/>
              </a:ext>
            </a:extLst>
          </p:cNvPr>
          <p:cNvSpPr>
            <a:spLocks noGrp="1"/>
          </p:cNvSpPr>
          <p:nvPr>
            <p:ph type="sldNum" sz="quarter" idx="17"/>
          </p:nvPr>
        </p:nvSpPr>
        <p:spPr>
          <a:xfrm>
            <a:off x="3837867" y="6343955"/>
            <a:ext cx="429207" cy="365125"/>
          </a:xfrm>
          <a:prstGeom prst="rect">
            <a:avLst/>
          </a:prstGeom>
        </p:spPr>
        <p:txBody>
          <a:bodyPr/>
          <a:lstStyle/>
          <a:p>
            <a:fld id="{AEAA3239-9EA4-4A65-A281-97F994456D9F}" type="slidenum">
              <a:rPr lang="en-US" smtClean="0"/>
              <a:t>‹#›</a:t>
            </a:fld>
            <a:endParaRPr lang="en-US"/>
          </a:p>
        </p:txBody>
      </p:sp>
      <p:sp>
        <p:nvSpPr>
          <p:cNvPr id="6" name="Picture Placeholder 15">
            <a:extLst>
              <a:ext uri="{FF2B5EF4-FFF2-40B4-BE49-F238E27FC236}">
                <a16:creationId xmlns:a16="http://schemas.microsoft.com/office/drawing/2014/main" id="{7CFA71BB-777B-7E69-94EC-F6787A89A6E6}"/>
              </a:ext>
            </a:extLst>
          </p:cNvPr>
          <p:cNvSpPr>
            <a:spLocks noGrp="1"/>
          </p:cNvSpPr>
          <p:nvPr>
            <p:ph type="pic" sz="quarter" idx="19" hasCustomPrompt="1"/>
          </p:nvPr>
        </p:nvSpPr>
        <p:spPr>
          <a:xfrm>
            <a:off x="5152644" y="274320"/>
            <a:ext cx="6766560" cy="6309360"/>
          </a:xfrm>
          <a:blipFill>
            <a:blip r:embed="rId2">
              <a:alphaModFix amt="60000"/>
            </a:blip>
            <a:stretch>
              <a:fillRect/>
            </a:stretch>
          </a:blipFill>
        </p:spPr>
        <p:txBody>
          <a:bodyPr/>
          <a:lstStyle>
            <a:lvl1pPr>
              <a:defRPr/>
            </a:lvl1pPr>
          </a:lstStyle>
          <a:p>
            <a:r>
              <a:rPr lang="en-US" dirty="0"/>
              <a:t> </a:t>
            </a:r>
          </a:p>
        </p:txBody>
      </p:sp>
      <p:cxnSp>
        <p:nvCxnSpPr>
          <p:cNvPr id="10" name="Straight Connector 9">
            <a:extLst>
              <a:ext uri="{FF2B5EF4-FFF2-40B4-BE49-F238E27FC236}">
                <a16:creationId xmlns:a16="http://schemas.microsoft.com/office/drawing/2014/main" id="{5C9694AE-FEB4-9B39-47B8-87A023695B5F}"/>
              </a:ext>
            </a:extLst>
          </p:cNvPr>
          <p:cNvCxnSpPr>
            <a:cxnSpLocks/>
          </p:cNvCxnSpPr>
          <p:nvPr userDrawn="1"/>
        </p:nvCxnSpPr>
        <p:spPr>
          <a:xfrm>
            <a:off x="714375"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291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5D45617-3FAE-4E81-40AD-B8D3BE8E8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8"/>
            <a:ext cx="2749218" cy="1804827"/>
          </a:xfrm>
          <a:prstGeom prst="rect">
            <a:avLst/>
          </a:prstGeom>
        </p:spPr>
        <p:txBody>
          <a:bodyPr anchor="b">
            <a:noAutofit/>
          </a:bodyPr>
          <a:lstStyle/>
          <a:p>
            <a:r>
              <a:rPr lang="en-US" dirty="0"/>
              <a:t>Click to edit Master title style</a:t>
            </a:r>
          </a:p>
        </p:txBody>
      </p:sp>
      <p:sp>
        <p:nvSpPr>
          <p:cNvPr id="14" name="Picture Placeholder 13">
            <a:extLst>
              <a:ext uri="{FF2B5EF4-FFF2-40B4-BE49-F238E27FC236}">
                <a16:creationId xmlns:a16="http://schemas.microsoft.com/office/drawing/2014/main" id="{24F57C26-948D-3FE2-92DA-246D40F41964}"/>
              </a:ext>
            </a:extLst>
          </p:cNvPr>
          <p:cNvSpPr>
            <a:spLocks noGrp="1"/>
          </p:cNvSpPr>
          <p:nvPr>
            <p:ph type="pic" sz="quarter" idx="15" hasCustomPrompt="1"/>
          </p:nvPr>
        </p:nvSpPr>
        <p:spPr>
          <a:xfrm>
            <a:off x="272796" y="269622"/>
            <a:ext cx="7680960" cy="6309360"/>
          </a:xfrm>
          <a:blipFill>
            <a:blip r:embed="rId2">
              <a:alphaModFix amt="60000"/>
            </a:blip>
            <a:stretch>
              <a:fillRect/>
            </a:stretch>
          </a:blipFill>
        </p:spPr>
        <p:txBody>
          <a:bodyPr/>
          <a:lstStyle>
            <a:lvl1pPr>
              <a:defRPr/>
            </a:lvl1pPr>
          </a:lstStyle>
          <a:p>
            <a:r>
              <a:rPr lang="en-US" dirty="0"/>
              <a:t> </a:t>
            </a:r>
          </a:p>
        </p:txBody>
      </p:sp>
      <p:sp>
        <p:nvSpPr>
          <p:cNvPr id="9" name="Content Placeholder 7">
            <a:extLst>
              <a:ext uri="{FF2B5EF4-FFF2-40B4-BE49-F238E27FC236}">
                <a16:creationId xmlns:a16="http://schemas.microsoft.com/office/drawing/2014/main" id="{2A3C8EAC-492E-1D2B-97C8-8A7308054588}"/>
              </a:ext>
            </a:extLst>
          </p:cNvPr>
          <p:cNvSpPr>
            <a:spLocks noGrp="1"/>
          </p:cNvSpPr>
          <p:nvPr>
            <p:ph sz="quarter" idx="16"/>
          </p:nvPr>
        </p:nvSpPr>
        <p:spPr>
          <a:xfrm>
            <a:off x="88392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62064"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76704"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39152"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cxnSp>
        <p:nvCxnSpPr>
          <p:cNvPr id="13" name="Straight Connector 12">
            <a:extLst>
              <a:ext uri="{FF2B5EF4-FFF2-40B4-BE49-F238E27FC236}">
                <a16:creationId xmlns:a16="http://schemas.microsoft.com/office/drawing/2014/main" id="{AC757DBD-64FF-E8CF-5B53-1EF6808C8918}"/>
              </a:ext>
            </a:extLst>
          </p:cNvPr>
          <p:cNvCxnSpPr>
            <a:cxnSpLocks/>
          </p:cNvCxnSpPr>
          <p:nvPr userDrawn="1"/>
        </p:nvCxnSpPr>
        <p:spPr>
          <a:xfrm>
            <a:off x="89439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72115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3AC31A53-5AD8-A443-D12C-F30129B4F766}"/>
              </a:ext>
            </a:extLst>
          </p:cNvPr>
          <p:cNvCxnSpPr>
            <a:cxnSpLocks/>
          </p:cNvCxnSpPr>
          <p:nvPr userDrawn="1"/>
        </p:nvCxnSpPr>
        <p:spPr>
          <a:xfrm>
            <a:off x="7143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B186E7E-5BAD-AF3D-FBBE-17817921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0703"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29F8BB2D-A7E5-DBED-DD20-974C9BE9F2C6}"/>
              </a:ext>
            </a:extLst>
          </p:cNvPr>
          <p:cNvSpPr>
            <a:spLocks noGrp="1"/>
          </p:cNvSpPr>
          <p:nvPr>
            <p:ph type="title"/>
          </p:nvPr>
        </p:nvSpPr>
        <p:spPr>
          <a:xfrm>
            <a:off x="609600" y="685808"/>
            <a:ext cx="2749218" cy="1804827"/>
          </a:xfrm>
          <a:prstGeom prst="rect">
            <a:avLst/>
          </a:prstGeom>
        </p:spPr>
        <p:txBody>
          <a:bodyPr anchor="b">
            <a:noAutofit/>
          </a:bodyPr>
          <a:lstStyle/>
          <a:p>
            <a:r>
              <a:rPr lang="en-US"/>
              <a:t>Click to edit Master title style</a:t>
            </a:r>
          </a:p>
        </p:txBody>
      </p:sp>
      <p:sp>
        <p:nvSpPr>
          <p:cNvPr id="30" name="Content Placeholder 7">
            <a:extLst>
              <a:ext uri="{FF2B5EF4-FFF2-40B4-BE49-F238E27FC236}">
                <a16:creationId xmlns:a16="http://schemas.microsoft.com/office/drawing/2014/main" id="{76BCE583-5400-574C-6116-EFC25C5C41F2}"/>
              </a:ext>
            </a:extLst>
          </p:cNvPr>
          <p:cNvSpPr>
            <a:spLocks noGrp="1"/>
          </p:cNvSpPr>
          <p:nvPr>
            <p:ph sz="quarter" idx="14"/>
          </p:nvPr>
        </p:nvSpPr>
        <p:spPr>
          <a:xfrm>
            <a:off x="6096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5">
            <a:extLst>
              <a:ext uri="{FF2B5EF4-FFF2-40B4-BE49-F238E27FC236}">
                <a16:creationId xmlns:a16="http://schemas.microsoft.com/office/drawing/2014/main" id="{EBFDA9C1-7EB7-7B39-28EA-264DE42E317B}"/>
              </a:ext>
            </a:extLst>
          </p:cNvPr>
          <p:cNvSpPr>
            <a:spLocks noGrp="1"/>
          </p:cNvSpPr>
          <p:nvPr>
            <p:ph type="ftr" sz="quarter" idx="11"/>
          </p:nvPr>
        </p:nvSpPr>
        <p:spPr>
          <a:xfrm>
            <a:off x="633567"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10" name="Date Placeholder 4">
            <a:extLst>
              <a:ext uri="{FF2B5EF4-FFF2-40B4-BE49-F238E27FC236}">
                <a16:creationId xmlns:a16="http://schemas.microsoft.com/office/drawing/2014/main" id="{E3A43207-F6CC-A357-E839-73384BA5E1A8}"/>
              </a:ext>
            </a:extLst>
          </p:cNvPr>
          <p:cNvSpPr>
            <a:spLocks noGrp="1"/>
          </p:cNvSpPr>
          <p:nvPr>
            <p:ph type="dt" sz="half" idx="10"/>
          </p:nvPr>
        </p:nvSpPr>
        <p:spPr>
          <a:xfrm>
            <a:off x="2048207"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13" name="Slide Number Placeholder 6">
            <a:extLst>
              <a:ext uri="{FF2B5EF4-FFF2-40B4-BE49-F238E27FC236}">
                <a16:creationId xmlns:a16="http://schemas.microsoft.com/office/drawing/2014/main" id="{B0A25FC7-86D1-3925-E290-26CF68DB5232}"/>
              </a:ext>
            </a:extLst>
          </p:cNvPr>
          <p:cNvSpPr>
            <a:spLocks noGrp="1"/>
          </p:cNvSpPr>
          <p:nvPr>
            <p:ph type="sldNum" sz="quarter" idx="12"/>
          </p:nvPr>
        </p:nvSpPr>
        <p:spPr>
          <a:xfrm>
            <a:off x="2910655"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25" name="Picture Placeholder 13">
            <a:extLst>
              <a:ext uri="{FF2B5EF4-FFF2-40B4-BE49-F238E27FC236}">
                <a16:creationId xmlns:a16="http://schemas.microsoft.com/office/drawing/2014/main" id="{98B25542-4AC6-A316-6C17-7D2226A56805}"/>
              </a:ext>
            </a:extLst>
          </p:cNvPr>
          <p:cNvSpPr>
            <a:spLocks noGrp="1"/>
          </p:cNvSpPr>
          <p:nvPr>
            <p:ph type="pic" sz="quarter" idx="15" hasCustomPrompt="1"/>
          </p:nvPr>
        </p:nvSpPr>
        <p:spPr>
          <a:xfrm>
            <a:off x="4243499" y="269622"/>
            <a:ext cx="7680960" cy="6309360"/>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5515126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7F7D08-392D-7E73-0486-E68DA575A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4996"/>
            <a:ext cx="12192001" cy="425978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859868"/>
            <a:ext cx="3635475" cy="1159932"/>
          </a:xfrm>
          <a:prstGeom prst="rect">
            <a:avLst/>
          </a:prstGeom>
        </p:spPr>
        <p:txBody>
          <a:bodyPr anchor="ctr">
            <a:noAutofit/>
          </a:bodyPr>
          <a:lstStyle>
            <a:lvl1pPr>
              <a:defRPr sz="3200"/>
            </a:lvl1pPr>
          </a:lstStyle>
          <a:p>
            <a:r>
              <a:rPr lang="en-US" dirty="0"/>
              <a:t>Click to edit Master title style</a:t>
            </a:r>
          </a:p>
        </p:txBody>
      </p:sp>
      <p:sp>
        <p:nvSpPr>
          <p:cNvPr id="12" name="Picture Placeholder 23">
            <a:extLst>
              <a:ext uri="{FF2B5EF4-FFF2-40B4-BE49-F238E27FC236}">
                <a16:creationId xmlns:a16="http://schemas.microsoft.com/office/drawing/2014/main" id="{4E35383E-CE2A-008E-E1E8-2E0B728D0F92}"/>
              </a:ext>
            </a:extLst>
          </p:cNvPr>
          <p:cNvSpPr>
            <a:spLocks noGrp="1"/>
          </p:cNvSpPr>
          <p:nvPr>
            <p:ph type="pic" sz="quarter" idx="15" hasCustomPrompt="1"/>
          </p:nvPr>
        </p:nvSpPr>
        <p:spPr>
          <a:xfrm>
            <a:off x="275842" y="277993"/>
            <a:ext cx="11640312" cy="3712464"/>
          </a:xfrm>
          <a:blipFill>
            <a:blip r:embed="rId2">
              <a:alphaModFix amt="60000"/>
            </a:blip>
            <a:stretch>
              <a:fillRect/>
            </a:stretch>
          </a:blipFill>
        </p:spPr>
        <p:txBody>
          <a:bodyPr/>
          <a:lstStyle>
            <a:lvl1pPr>
              <a:defRPr/>
            </a:lvl1pPr>
          </a:lstStyle>
          <a:p>
            <a:r>
              <a:rPr lang="en-US" dirty="0"/>
              <a:t> </a:t>
            </a:r>
          </a:p>
        </p:txBody>
      </p:sp>
      <p:cxnSp>
        <p:nvCxnSpPr>
          <p:cNvPr id="4" name="Straight Connector 3">
            <a:extLst>
              <a:ext uri="{FF2B5EF4-FFF2-40B4-BE49-F238E27FC236}">
                <a16:creationId xmlns:a16="http://schemas.microsoft.com/office/drawing/2014/main" id="{B90D005D-712B-494B-56DF-924DDF482030}"/>
              </a:ext>
            </a:extLst>
          </p:cNvPr>
          <p:cNvCxnSpPr>
            <a:cxnSpLocks/>
          </p:cNvCxnSpPr>
          <p:nvPr/>
        </p:nvCxnSpPr>
        <p:spPr>
          <a:xfrm rot="16200000" flipH="1">
            <a:off x="4221480" y="5439835"/>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43480" y="4859868"/>
            <a:ext cx="6804335" cy="1159932"/>
          </a:xfrm>
        </p:spPr>
        <p:txBody>
          <a:bodyPr vert="horz" lIns="91440" tIns="45720" rIns="91440" bIns="45720" rtlCol="0" anchor="ctr">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727697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FC57C7-558E-E972-FC3D-33EA5AE15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0"/>
            <a:ext cx="12192001" cy="31242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62138"/>
            <a:ext cx="3044954" cy="2291441"/>
          </a:xfrm>
          <a:prstGeom prst="rect">
            <a:avLst/>
          </a:prstGeom>
        </p:spPr>
        <p:txBody>
          <a:bodyPr anchor="t">
            <a:noAutofit/>
          </a:bodyPr>
          <a:lstStyle>
            <a:lvl1pPr>
              <a:defRPr sz="3200"/>
            </a:lvl1pPr>
          </a:lstStyle>
          <a:p>
            <a:r>
              <a:rPr lang="en-US" dirty="0"/>
              <a:t>Click to edit Master title style</a:t>
            </a:r>
          </a:p>
        </p:txBody>
      </p:sp>
      <p:sp>
        <p:nvSpPr>
          <p:cNvPr id="12" name="Picture Placeholder 23">
            <a:extLst>
              <a:ext uri="{FF2B5EF4-FFF2-40B4-BE49-F238E27FC236}">
                <a16:creationId xmlns:a16="http://schemas.microsoft.com/office/drawing/2014/main" id="{129E37EC-D646-B8F8-28A4-78B2F3C0ED1A}"/>
              </a:ext>
            </a:extLst>
          </p:cNvPr>
          <p:cNvSpPr>
            <a:spLocks noGrp="1"/>
          </p:cNvSpPr>
          <p:nvPr>
            <p:ph type="pic" sz="quarter" idx="15" hasCustomPrompt="1"/>
          </p:nvPr>
        </p:nvSpPr>
        <p:spPr>
          <a:xfrm>
            <a:off x="275842" y="272796"/>
            <a:ext cx="11640312" cy="2578608"/>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62137"/>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315290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8C59FCA-4A79-A2FA-6580-49E46A3E6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3733800"/>
            <a:ext cx="12192001" cy="3127248"/>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4" name="Title 1">
            <a:extLst>
              <a:ext uri="{FF2B5EF4-FFF2-40B4-BE49-F238E27FC236}">
                <a16:creationId xmlns:a16="http://schemas.microsoft.com/office/drawing/2014/main" id="{08939F2A-119D-9DB2-839A-5279FDC03B78}"/>
              </a:ext>
            </a:extLst>
          </p:cNvPr>
          <p:cNvSpPr>
            <a:spLocks noGrp="1"/>
          </p:cNvSpPr>
          <p:nvPr>
            <p:ph type="title"/>
          </p:nvPr>
        </p:nvSpPr>
        <p:spPr>
          <a:xfrm>
            <a:off x="612646" y="798095"/>
            <a:ext cx="3044954" cy="2291441"/>
          </a:xfrm>
          <a:prstGeom prst="rect">
            <a:avLst/>
          </a:prstGeom>
        </p:spPr>
        <p:txBody>
          <a:bodyPr anchor="t">
            <a:noAutofit/>
          </a:bodyPr>
          <a:lstStyle>
            <a:lvl1pPr>
              <a:defRPr sz="3200"/>
            </a:lvl1pPr>
          </a:lstStyle>
          <a:p>
            <a:r>
              <a:rPr lang="en-US" dirty="0"/>
              <a:t>Click to edit Master title style</a:t>
            </a:r>
          </a:p>
        </p:txBody>
      </p:sp>
      <p:sp>
        <p:nvSpPr>
          <p:cNvPr id="5" name="Content Placeholder 7">
            <a:extLst>
              <a:ext uri="{FF2B5EF4-FFF2-40B4-BE49-F238E27FC236}">
                <a16:creationId xmlns:a16="http://schemas.microsoft.com/office/drawing/2014/main" id="{2A6D404D-0656-13AC-E54B-1B2AF72DA212}"/>
              </a:ext>
            </a:extLst>
          </p:cNvPr>
          <p:cNvSpPr>
            <a:spLocks noGrp="1"/>
          </p:cNvSpPr>
          <p:nvPr>
            <p:ph sz="quarter" idx="14"/>
          </p:nvPr>
        </p:nvSpPr>
        <p:spPr>
          <a:xfrm>
            <a:off x="4122370" y="798094"/>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Date Placeholder 4">
            <a:extLst>
              <a:ext uri="{FF2B5EF4-FFF2-40B4-BE49-F238E27FC236}">
                <a16:creationId xmlns:a16="http://schemas.microsoft.com/office/drawing/2014/main" id="{8460894B-FE88-D983-F7F5-A84B72F3C467}"/>
              </a:ext>
            </a:extLst>
          </p:cNvPr>
          <p:cNvSpPr>
            <a:spLocks noGrp="1"/>
          </p:cNvSpPr>
          <p:nvPr>
            <p:ph type="dt" sz="half" idx="10"/>
          </p:nvPr>
        </p:nvSpPr>
        <p:spPr>
          <a:xfrm>
            <a:off x="612647" y="3295955"/>
            <a:ext cx="2202644" cy="365125"/>
          </a:xfrm>
          <a:prstGeom prst="rect">
            <a:avLst/>
          </a:prstGeom>
        </p:spPr>
        <p:txBody>
          <a:bodyPr/>
          <a:lstStyle/>
          <a:p>
            <a:r>
              <a:rPr lang="en-US"/>
              <a:t>20xx</a:t>
            </a:r>
          </a:p>
        </p:txBody>
      </p:sp>
      <p:sp>
        <p:nvSpPr>
          <p:cNvPr id="34" name="Footer Placeholder 5">
            <a:extLst>
              <a:ext uri="{FF2B5EF4-FFF2-40B4-BE49-F238E27FC236}">
                <a16:creationId xmlns:a16="http://schemas.microsoft.com/office/drawing/2014/main" id="{64575FAD-3BCD-7A5B-92C1-37F78686E8D1}"/>
              </a:ext>
            </a:extLst>
          </p:cNvPr>
          <p:cNvSpPr>
            <a:spLocks noGrp="1"/>
          </p:cNvSpPr>
          <p:nvPr>
            <p:ph type="ftr" sz="quarter" idx="11"/>
          </p:nvPr>
        </p:nvSpPr>
        <p:spPr>
          <a:xfrm>
            <a:off x="4693298" y="3295955"/>
            <a:ext cx="2805405" cy="365125"/>
          </a:xfrm>
          <a:prstGeom prst="rect">
            <a:avLst/>
          </a:prstGeom>
        </p:spPr>
        <p:txBody>
          <a:bodyPr/>
          <a:lstStyle/>
          <a:p>
            <a:r>
              <a:rPr lang="en-US"/>
              <a:t>Sample Footer Text</a:t>
            </a:r>
          </a:p>
        </p:txBody>
      </p:sp>
      <p:sp>
        <p:nvSpPr>
          <p:cNvPr id="35" name="Slide Number Placeholder 6">
            <a:extLst>
              <a:ext uri="{FF2B5EF4-FFF2-40B4-BE49-F238E27FC236}">
                <a16:creationId xmlns:a16="http://schemas.microsoft.com/office/drawing/2014/main" id="{7997EEDC-D1C0-066F-E485-FE93F79A4AB0}"/>
              </a:ext>
            </a:extLst>
          </p:cNvPr>
          <p:cNvSpPr>
            <a:spLocks noGrp="1"/>
          </p:cNvSpPr>
          <p:nvPr>
            <p:ph type="sldNum" sz="quarter" idx="12"/>
          </p:nvPr>
        </p:nvSpPr>
        <p:spPr>
          <a:xfrm>
            <a:off x="11147096" y="3295955"/>
            <a:ext cx="429207" cy="365125"/>
          </a:xfrm>
          <a:prstGeom prst="rect">
            <a:avLst/>
          </a:prstGeom>
        </p:spPr>
        <p:txBody>
          <a:bodyPr/>
          <a:lstStyle/>
          <a:p>
            <a:fld id="{AEAA3239-9EA4-4A65-A281-97F994456D9F}" type="slidenum">
              <a:rPr lang="en-US" smtClean="0"/>
              <a:t>‹#›</a:t>
            </a:fld>
            <a:endParaRPr lang="en-US"/>
          </a:p>
        </p:txBody>
      </p:sp>
      <p:sp>
        <p:nvSpPr>
          <p:cNvPr id="24" name="Picture Placeholder 23">
            <a:extLst>
              <a:ext uri="{FF2B5EF4-FFF2-40B4-BE49-F238E27FC236}">
                <a16:creationId xmlns:a16="http://schemas.microsoft.com/office/drawing/2014/main" id="{AB21FF36-BD72-F91E-1B19-764F89FF709B}"/>
              </a:ext>
            </a:extLst>
          </p:cNvPr>
          <p:cNvSpPr>
            <a:spLocks noGrp="1"/>
          </p:cNvSpPr>
          <p:nvPr>
            <p:ph type="pic" sz="quarter" idx="15" hasCustomPrompt="1"/>
          </p:nvPr>
        </p:nvSpPr>
        <p:spPr>
          <a:xfrm>
            <a:off x="275842" y="4008120"/>
            <a:ext cx="11640312" cy="2578608"/>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7773561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B54C44A-A2E0-68DD-0C63-6448965DF7BB}"/>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CA5B575-5CE1-A472-F5EF-784B83927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5848" y="2181821"/>
            <a:ext cx="4407408"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467DFEA6-9362-A6DE-501A-DE01BA9E8E6D}"/>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dirty="0"/>
              <a:t>Click to edit Master title style</a:t>
            </a:r>
          </a:p>
        </p:txBody>
      </p:sp>
      <p:sp>
        <p:nvSpPr>
          <p:cNvPr id="14" name="Content Placeholder 7">
            <a:extLst>
              <a:ext uri="{FF2B5EF4-FFF2-40B4-BE49-F238E27FC236}">
                <a16:creationId xmlns:a16="http://schemas.microsoft.com/office/drawing/2014/main" id="{A0577F22-3FDE-BBCC-550E-988B3C31CB15}"/>
              </a:ext>
            </a:extLst>
          </p:cNvPr>
          <p:cNvSpPr>
            <a:spLocks noGrp="1"/>
          </p:cNvSpPr>
          <p:nvPr>
            <p:ph sz="quarter" idx="14"/>
          </p:nvPr>
        </p:nvSpPr>
        <p:spPr>
          <a:xfrm>
            <a:off x="612646"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23">
            <a:extLst>
              <a:ext uri="{FF2B5EF4-FFF2-40B4-BE49-F238E27FC236}">
                <a16:creationId xmlns:a16="http://schemas.microsoft.com/office/drawing/2014/main" id="{2AEC6A7B-DD19-0A7B-1268-1D51DDEF329E}"/>
              </a:ext>
            </a:extLst>
          </p:cNvPr>
          <p:cNvSpPr>
            <a:spLocks noGrp="1"/>
          </p:cNvSpPr>
          <p:nvPr>
            <p:ph type="pic" sz="quarter" idx="18" hasCustomPrompt="1"/>
          </p:nvPr>
        </p:nvSpPr>
        <p:spPr>
          <a:xfrm>
            <a:off x="7440168" y="2478717"/>
            <a:ext cx="3858768" cy="3419856"/>
          </a:xfrm>
          <a:blipFill>
            <a:blip r:embed="rId2">
              <a:alphaModFix amt="60000"/>
            </a:blip>
            <a:stretch>
              <a:fillRect/>
            </a:stretch>
          </a:blipFill>
        </p:spPr>
        <p:txBody>
          <a:bodyPr/>
          <a:lstStyle>
            <a:lvl1pPr>
              <a:defRPr/>
            </a:lvl1pPr>
          </a:lstStyle>
          <a:p>
            <a:r>
              <a:rPr lang="en-US" dirty="0"/>
              <a:t> </a:t>
            </a:r>
          </a:p>
        </p:txBody>
      </p:sp>
      <p:sp>
        <p:nvSpPr>
          <p:cNvPr id="7" name="Date Placeholder 4">
            <a:extLst>
              <a:ext uri="{FF2B5EF4-FFF2-40B4-BE49-F238E27FC236}">
                <a16:creationId xmlns:a16="http://schemas.microsoft.com/office/drawing/2014/main" id="{B9E95395-D89E-0043-F426-2BB8FB0FDAC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1" name="Footer Placeholder 5">
            <a:extLst>
              <a:ext uri="{FF2B5EF4-FFF2-40B4-BE49-F238E27FC236}">
                <a16:creationId xmlns:a16="http://schemas.microsoft.com/office/drawing/2014/main" id="{A91BF2A0-1C9B-2FC0-B3D8-1FE0B288994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3" name="Slide Number Placeholder 6">
            <a:extLst>
              <a:ext uri="{FF2B5EF4-FFF2-40B4-BE49-F238E27FC236}">
                <a16:creationId xmlns:a16="http://schemas.microsoft.com/office/drawing/2014/main" id="{DC39D989-0E8D-4F7C-51E7-FE5743D404E4}"/>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7376707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FCE1F90-615F-9F95-B9AB-58D4A69578F5}"/>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064172E-92BD-EBA7-48F4-D1248DC72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31024" y="2181821"/>
            <a:ext cx="6442232"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5" name="Title 1">
            <a:extLst>
              <a:ext uri="{FF2B5EF4-FFF2-40B4-BE49-F238E27FC236}">
                <a16:creationId xmlns:a16="http://schemas.microsoft.com/office/drawing/2014/main" id="{B0FDB523-462A-5591-99AE-C3C29FACD139}"/>
              </a:ext>
            </a:extLst>
          </p:cNvPr>
          <p:cNvSpPr>
            <a:spLocks noGrp="1"/>
          </p:cNvSpPr>
          <p:nvPr>
            <p:ph type="title"/>
          </p:nvPr>
        </p:nvSpPr>
        <p:spPr>
          <a:xfrm>
            <a:off x="612647" y="709099"/>
            <a:ext cx="3912880" cy="891101"/>
          </a:xfrm>
          <a:prstGeom prst="rect">
            <a:avLst/>
          </a:prstGeom>
        </p:spPr>
        <p:txBody>
          <a:bodyPr anchor="b">
            <a:no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205106"/>
            <a:ext cx="3912880" cy="3967073"/>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23">
            <a:extLst>
              <a:ext uri="{FF2B5EF4-FFF2-40B4-BE49-F238E27FC236}">
                <a16:creationId xmlns:a16="http://schemas.microsoft.com/office/drawing/2014/main" id="{43BD8E09-1E6C-A8B9-C809-7F1D27D0FD6A}"/>
              </a:ext>
            </a:extLst>
          </p:cNvPr>
          <p:cNvSpPr>
            <a:spLocks noGrp="1"/>
          </p:cNvSpPr>
          <p:nvPr>
            <p:ph type="pic" sz="quarter" idx="18" hasCustomPrompt="1"/>
          </p:nvPr>
        </p:nvSpPr>
        <p:spPr>
          <a:xfrm>
            <a:off x="5403200" y="2478717"/>
            <a:ext cx="5897880" cy="3419856"/>
          </a:xfrm>
          <a:blipFill>
            <a:blip r:embed="rId2">
              <a:alphaModFix amt="6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7554292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CF6E978-0239-0091-232E-1AFEC0C5F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181821"/>
            <a:ext cx="4304620"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99D44447-F033-C9CE-67C6-019549965081}"/>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dirty="0"/>
              <a:t>Click to edit Master title style</a:t>
            </a:r>
          </a:p>
        </p:txBody>
      </p:sp>
      <p:sp>
        <p:nvSpPr>
          <p:cNvPr id="11" name="Picture Placeholder 23">
            <a:extLst>
              <a:ext uri="{FF2B5EF4-FFF2-40B4-BE49-F238E27FC236}">
                <a16:creationId xmlns:a16="http://schemas.microsoft.com/office/drawing/2014/main" id="{2635C552-0ED9-A459-F18A-3CDED20E5BE3}"/>
              </a:ext>
            </a:extLst>
          </p:cNvPr>
          <p:cNvSpPr>
            <a:spLocks noGrp="1"/>
          </p:cNvSpPr>
          <p:nvPr>
            <p:ph type="pic" sz="quarter" idx="18" hasCustomPrompt="1"/>
          </p:nvPr>
        </p:nvSpPr>
        <p:spPr>
          <a:xfrm>
            <a:off x="987593" y="2455432"/>
            <a:ext cx="3758184" cy="3419856"/>
          </a:xfrm>
          <a:blipFill>
            <a:blip r:embed="rId2">
              <a:alphaModFix amt="60000"/>
            </a:blip>
            <a:stretch>
              <a:fillRect/>
            </a:stretch>
          </a:blipFill>
        </p:spPr>
        <p:txBody>
          <a:bodyPr/>
          <a:lstStyle>
            <a:lvl1pPr>
              <a:defRPr/>
            </a:lvl1pPr>
          </a:lstStyle>
          <a:p>
            <a:r>
              <a:rPr lang="en-US" dirty="0"/>
              <a:t> </a:t>
            </a:r>
          </a:p>
        </p:txBody>
      </p:sp>
      <p:sp>
        <p:nvSpPr>
          <p:cNvPr id="12" name="Content Placeholder 7">
            <a:extLst>
              <a:ext uri="{FF2B5EF4-FFF2-40B4-BE49-F238E27FC236}">
                <a16:creationId xmlns:a16="http://schemas.microsoft.com/office/drawing/2014/main" id="{9488295D-6787-D840-9DD4-495F1F086107}"/>
              </a:ext>
            </a:extLst>
          </p:cNvPr>
          <p:cNvSpPr>
            <a:spLocks noGrp="1"/>
          </p:cNvSpPr>
          <p:nvPr>
            <p:ph sz="quarter" idx="14"/>
          </p:nvPr>
        </p:nvSpPr>
        <p:spPr>
          <a:xfrm>
            <a:off x="5635749"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4">
            <a:extLst>
              <a:ext uri="{FF2B5EF4-FFF2-40B4-BE49-F238E27FC236}">
                <a16:creationId xmlns:a16="http://schemas.microsoft.com/office/drawing/2014/main" id="{44C833D8-E0E9-C749-0443-2B06F6DE03FC}"/>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5" name="Footer Placeholder 5">
            <a:extLst>
              <a:ext uri="{FF2B5EF4-FFF2-40B4-BE49-F238E27FC236}">
                <a16:creationId xmlns:a16="http://schemas.microsoft.com/office/drawing/2014/main" id="{ACAE9DFF-C773-D714-0C09-80240DE19FAF}"/>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6" name="Slide Number Placeholder 6">
            <a:extLst>
              <a:ext uri="{FF2B5EF4-FFF2-40B4-BE49-F238E27FC236}">
                <a16:creationId xmlns:a16="http://schemas.microsoft.com/office/drawing/2014/main" id="{339D6C62-B024-DF78-9414-D350E282202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4696798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E966A3D-9E5F-3C1B-B9EC-73F3340D5D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4768976"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C502CF0E-9C51-830C-CEDE-80A5D47BD90C}"/>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64BAD4E0-57C4-108C-9E27-5EAD1A833249}"/>
              </a:ext>
            </a:extLst>
          </p:cNvPr>
          <p:cNvSpPr>
            <a:spLocks noGrp="1"/>
          </p:cNvSpPr>
          <p:nvPr>
            <p:ph type="pic" sz="quarter" idx="15" hasCustomPrompt="1"/>
          </p:nvPr>
        </p:nvSpPr>
        <p:spPr>
          <a:xfrm>
            <a:off x="986599" y="2480792"/>
            <a:ext cx="4224528" cy="3392424"/>
          </a:xfrm>
          <a:blipFill>
            <a:blip r:embed="rId2">
              <a:alphaModFix amt="60000"/>
            </a:blip>
            <a:stretch>
              <a:fillRect/>
            </a:stretch>
          </a:blipFill>
        </p:spPr>
        <p:txBody>
          <a:bodyPr/>
          <a:lstStyle>
            <a:lvl1pPr>
              <a:defRPr/>
            </a:lvl1pPr>
          </a:lstStyle>
          <a:p>
            <a:r>
              <a:rPr lang="en-US" dirty="0"/>
              <a:t> </a:t>
            </a:r>
          </a:p>
        </p:txBody>
      </p:sp>
      <p:sp>
        <p:nvSpPr>
          <p:cNvPr id="3" name="Content Placeholder 7">
            <a:extLst>
              <a:ext uri="{FF2B5EF4-FFF2-40B4-BE49-F238E27FC236}">
                <a16:creationId xmlns:a16="http://schemas.microsoft.com/office/drawing/2014/main" id="{982AE6CE-D2D4-2329-86C0-F9C45831470E}"/>
              </a:ext>
            </a:extLst>
          </p:cNvPr>
          <p:cNvSpPr>
            <a:spLocks noGrp="1"/>
          </p:cNvSpPr>
          <p:nvPr>
            <p:ph sz="quarter" idx="14"/>
          </p:nvPr>
        </p:nvSpPr>
        <p:spPr>
          <a:xfrm>
            <a:off x="6095999" y="732155"/>
            <a:ext cx="5486401" cy="5405377"/>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9322134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5B3841-4258-5EBB-78B0-8DBB8BA82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3854577"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0" name="Title 1">
            <a:extLst>
              <a:ext uri="{FF2B5EF4-FFF2-40B4-BE49-F238E27FC236}">
                <a16:creationId xmlns:a16="http://schemas.microsoft.com/office/drawing/2014/main" id="{B6A14BD6-3E7F-C8A6-3ED2-DC935EEEEEE0}"/>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dirty="0"/>
              <a:t>Click to edit Master title style</a:t>
            </a:r>
          </a:p>
        </p:txBody>
      </p:sp>
      <p:sp>
        <p:nvSpPr>
          <p:cNvPr id="14" name="Picture Placeholder 13">
            <a:extLst>
              <a:ext uri="{FF2B5EF4-FFF2-40B4-BE49-F238E27FC236}">
                <a16:creationId xmlns:a16="http://schemas.microsoft.com/office/drawing/2014/main" id="{21767FCA-DB6F-605F-8C30-6399DF325E09}"/>
              </a:ext>
            </a:extLst>
          </p:cNvPr>
          <p:cNvSpPr>
            <a:spLocks noGrp="1"/>
          </p:cNvSpPr>
          <p:nvPr>
            <p:ph type="pic" sz="quarter" idx="15" hasCustomPrompt="1"/>
          </p:nvPr>
        </p:nvSpPr>
        <p:spPr>
          <a:xfrm>
            <a:off x="988695" y="2480792"/>
            <a:ext cx="3310128" cy="3392424"/>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709098"/>
            <a:ext cx="6394704" cy="5439805"/>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2681779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3C60B43-3F02-3807-6E46-2B1B4C989A3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10" name="Rectangle 9">
              <a:extLst>
                <a:ext uri="{FF2B5EF4-FFF2-40B4-BE49-F238E27FC236}">
                  <a16:creationId xmlns:a16="http://schemas.microsoft.com/office/drawing/2014/main" id="{DF27A944-872A-E8C8-8FC2-88B5F89140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70AFD51-4B4D-0743-F50D-5DA14EC3395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2" name="Group 11">
                <a:extLst>
                  <a:ext uri="{FF2B5EF4-FFF2-40B4-BE49-F238E27FC236}">
                    <a16:creationId xmlns:a16="http://schemas.microsoft.com/office/drawing/2014/main" id="{E0878CA7-F6BC-3D54-9B31-0D36C99C9C9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7" name="Freeform 68">
                  <a:extLst>
                    <a:ext uri="{FF2B5EF4-FFF2-40B4-BE49-F238E27FC236}">
                      <a16:creationId xmlns:a16="http://schemas.microsoft.com/office/drawing/2014/main" id="{70D6BE5D-D14F-F86C-1B5D-DF11BCBBBF2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0B935B11-11F9-F9FC-984C-B97E8C740D6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BE8CD0AC-752A-36C8-B3D7-C2498B3605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3" name="Group 12">
                <a:extLst>
                  <a:ext uri="{FF2B5EF4-FFF2-40B4-BE49-F238E27FC236}">
                    <a16:creationId xmlns:a16="http://schemas.microsoft.com/office/drawing/2014/main" id="{61EB58C7-3472-9645-303A-C65C14123F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4" name="Freeform 68">
                  <a:extLst>
                    <a:ext uri="{FF2B5EF4-FFF2-40B4-BE49-F238E27FC236}">
                      <a16:creationId xmlns:a16="http://schemas.microsoft.com/office/drawing/2014/main" id="{A6A0616B-8873-18F1-6B0F-49D27CB1CF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2415C0C-C484-F133-E62B-AF2C09A1A3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9AC31EC2-05CF-F921-C115-C93D2D5D3C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20" name="Group 19">
            <a:extLst>
              <a:ext uri="{FF2B5EF4-FFF2-40B4-BE49-F238E27FC236}">
                <a16:creationId xmlns:a16="http://schemas.microsoft.com/office/drawing/2014/main" id="{2DB1D249-E32E-CA54-2B0E-07373055B0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4987925" y="5634038"/>
            <a:ext cx="2216150" cy="1177924"/>
            <a:chOff x="4987925" y="2840038"/>
            <a:chExt cx="2216150" cy="1177924"/>
          </a:xfrm>
        </p:grpSpPr>
        <p:sp>
          <p:nvSpPr>
            <p:cNvPr id="21" name="Rectangle 20">
              <a:extLst>
                <a:ext uri="{FF2B5EF4-FFF2-40B4-BE49-F238E27FC236}">
                  <a16:creationId xmlns:a16="http://schemas.microsoft.com/office/drawing/2014/main" id="{3151709B-660C-1490-E355-0D6EFA8B23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F9006C11-A305-CB26-F3C9-F793404FAFE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3" name="Group 22">
                <a:extLst>
                  <a:ext uri="{FF2B5EF4-FFF2-40B4-BE49-F238E27FC236}">
                    <a16:creationId xmlns:a16="http://schemas.microsoft.com/office/drawing/2014/main" id="{62141B28-A487-DAF4-07D7-398EEC73292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8" name="Freeform 68">
                  <a:extLst>
                    <a:ext uri="{FF2B5EF4-FFF2-40B4-BE49-F238E27FC236}">
                      <a16:creationId xmlns:a16="http://schemas.microsoft.com/office/drawing/2014/main" id="{08544E82-7C10-6056-96F9-890D203187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B3767EA-BEDF-6F5A-3F2A-63110758F7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894D12DF-C2FB-ECB1-D126-DE70BD1389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4" name="Group 23">
                <a:extLst>
                  <a:ext uri="{FF2B5EF4-FFF2-40B4-BE49-F238E27FC236}">
                    <a16:creationId xmlns:a16="http://schemas.microsoft.com/office/drawing/2014/main" id="{EB321FA9-CD00-E340-DF3A-DF2F6056D2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5" name="Freeform 68">
                  <a:extLst>
                    <a:ext uri="{FF2B5EF4-FFF2-40B4-BE49-F238E27FC236}">
                      <a16:creationId xmlns:a16="http://schemas.microsoft.com/office/drawing/2014/main" id="{7F442571-8A8E-F056-8120-0A7166739E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69">
                  <a:extLst>
                    <a:ext uri="{FF2B5EF4-FFF2-40B4-BE49-F238E27FC236}">
                      <a16:creationId xmlns:a16="http://schemas.microsoft.com/office/drawing/2014/main" id="{90B1B727-221D-4181-A364-D5B709E701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Line 70">
                  <a:extLst>
                    <a:ext uri="{FF2B5EF4-FFF2-40B4-BE49-F238E27FC236}">
                      <a16:creationId xmlns:a16="http://schemas.microsoft.com/office/drawing/2014/main" id="{675BA8D2-1FF0-72E0-6BB5-84E882FF72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6" name="Title 1">
            <a:extLst>
              <a:ext uri="{FF2B5EF4-FFF2-40B4-BE49-F238E27FC236}">
                <a16:creationId xmlns:a16="http://schemas.microsoft.com/office/drawing/2014/main" id="{A180BF33-C99D-1A4A-5974-7053CE7E7482}"/>
              </a:ext>
            </a:extLst>
          </p:cNvPr>
          <p:cNvSpPr>
            <a:spLocks noGrp="1"/>
          </p:cNvSpPr>
          <p:nvPr>
            <p:ph type="title"/>
          </p:nvPr>
        </p:nvSpPr>
        <p:spPr>
          <a:xfrm>
            <a:off x="1524001" y="4893732"/>
            <a:ext cx="9144000" cy="822013"/>
          </a:xfrm>
          <a:prstGeom prst="rect">
            <a:avLst/>
          </a:prstGeom>
        </p:spPr>
        <p:txBody>
          <a:bodyPr anchor="t">
            <a:noAutofit/>
          </a:bodyPr>
          <a:lstStyle>
            <a:lvl1pPr algn="ctr">
              <a:lnSpc>
                <a:spcPct val="110000"/>
              </a:lnSpc>
              <a:defRPr sz="1800" b="0" i="0">
                <a:solidFill>
                  <a:schemeClr val="bg1">
                    <a:lumMod val="75000"/>
                    <a:lumOff val="25000"/>
                  </a:schemeClr>
                </a:solidFill>
                <a:latin typeface="+mn-lt"/>
              </a:defRPr>
            </a:lvl1pPr>
          </a:lstStyle>
          <a:p>
            <a:r>
              <a:rPr lang="en-US" dirty="0"/>
              <a:t>Click to edit Master title style</a:t>
            </a:r>
          </a:p>
        </p:txBody>
      </p:sp>
      <p:sp>
        <p:nvSpPr>
          <p:cNvPr id="8" name="Content Placeholder 6">
            <a:extLst>
              <a:ext uri="{FF2B5EF4-FFF2-40B4-BE49-F238E27FC236}">
                <a16:creationId xmlns:a16="http://schemas.microsoft.com/office/drawing/2014/main" id="{63DD70A9-B50E-61D0-C634-34E20A3D422B}"/>
              </a:ext>
            </a:extLst>
          </p:cNvPr>
          <p:cNvSpPr>
            <a:spLocks noGrp="1"/>
          </p:cNvSpPr>
          <p:nvPr>
            <p:ph sz="quarter" idx="13" hasCustomPrompt="1"/>
          </p:nvPr>
        </p:nvSpPr>
        <p:spPr>
          <a:xfrm>
            <a:off x="1524001" y="1107047"/>
            <a:ext cx="9144000" cy="3660809"/>
          </a:xfrm>
        </p:spPr>
        <p:txBody>
          <a:bodyPr anchor="b">
            <a:noAutofit/>
          </a:bodyPr>
          <a:lstStyle>
            <a:lvl1pPr marL="0" indent="0" algn="ctr">
              <a:lnSpc>
                <a:spcPct val="90000"/>
              </a:lnSpc>
              <a:buNone/>
              <a:defRPr sz="23000" b="0">
                <a:solidFill>
                  <a:schemeClr val="bg1">
                    <a:lumMod val="75000"/>
                    <a:lumOff val="25000"/>
                  </a:schemeClr>
                </a:solidFill>
                <a:latin typeface="+mj-lt"/>
                <a:ea typeface="Batang" panose="02030600000101010101" pitchFamily="18" charset="-127"/>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229600"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8477309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46C6E13-5F92-0B54-E552-A8E8EA32109D}"/>
              </a:ext>
            </a:extLst>
          </p:cNvPr>
          <p:cNvGrpSpPr/>
          <p:nvPr/>
        </p:nvGrpSpPr>
        <p:grpSpPr>
          <a:xfrm flipH="1">
            <a:off x="8353425" y="531607"/>
            <a:ext cx="3838575" cy="6520778"/>
            <a:chOff x="192855" y="531607"/>
            <a:chExt cx="3838575" cy="6520778"/>
          </a:xfrm>
        </p:grpSpPr>
        <p:grpSp>
          <p:nvGrpSpPr>
            <p:cNvPr id="8" name="Group 7">
              <a:extLst>
                <a:ext uri="{FF2B5EF4-FFF2-40B4-BE49-F238E27FC236}">
                  <a16:creationId xmlns:a16="http://schemas.microsoft.com/office/drawing/2014/main" id="{581DD79D-1CEE-4719-00FE-4FD53EA315E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2" name="Freeform 64">
                <a:extLst>
                  <a:ext uri="{FF2B5EF4-FFF2-40B4-BE49-F238E27FC236}">
                    <a16:creationId xmlns:a16="http://schemas.microsoft.com/office/drawing/2014/main" id="{63458FA5-D071-3A46-EB12-8B6C8D6396A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81">
                <a:extLst>
                  <a:ext uri="{FF2B5EF4-FFF2-40B4-BE49-F238E27FC236}">
                    <a16:creationId xmlns:a16="http://schemas.microsoft.com/office/drawing/2014/main" id="{4DD1D754-B9F5-6269-D3E0-3703961659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61">
                <a:extLst>
                  <a:ext uri="{FF2B5EF4-FFF2-40B4-BE49-F238E27FC236}">
                    <a16:creationId xmlns:a16="http://schemas.microsoft.com/office/drawing/2014/main" id="{F3A3D4E7-3A71-4AB8-FB08-8CEDD527A7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34">
                <a:extLst>
                  <a:ext uri="{FF2B5EF4-FFF2-40B4-BE49-F238E27FC236}">
                    <a16:creationId xmlns:a16="http://schemas.microsoft.com/office/drawing/2014/main" id="{497067EC-F598-B7C7-88F4-2F57F6D874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4">
                <a:extLst>
                  <a:ext uri="{FF2B5EF4-FFF2-40B4-BE49-F238E27FC236}">
                    <a16:creationId xmlns:a16="http://schemas.microsoft.com/office/drawing/2014/main" id="{1A115B41-BE53-1781-C3A0-8F7DBB6CF7F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87">
                <a:extLst>
                  <a:ext uri="{FF2B5EF4-FFF2-40B4-BE49-F238E27FC236}">
                    <a16:creationId xmlns:a16="http://schemas.microsoft.com/office/drawing/2014/main" id="{AD9F9AC4-59AA-3FED-EB58-ABCC8422A5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0">
                <a:extLst>
                  <a:ext uri="{FF2B5EF4-FFF2-40B4-BE49-F238E27FC236}">
                    <a16:creationId xmlns:a16="http://schemas.microsoft.com/office/drawing/2014/main" id="{5C39FA36-DD8A-A8AF-995B-FEB1B81928A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59">
                <a:extLst>
                  <a:ext uri="{FF2B5EF4-FFF2-40B4-BE49-F238E27FC236}">
                    <a16:creationId xmlns:a16="http://schemas.microsoft.com/office/drawing/2014/main" id="{0435A07F-ABFF-DBCD-9D6E-B060E78839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2">
                <a:extLst>
                  <a:ext uri="{FF2B5EF4-FFF2-40B4-BE49-F238E27FC236}">
                    <a16:creationId xmlns:a16="http://schemas.microsoft.com/office/drawing/2014/main" id="{F61ED471-E9B3-E6FF-4DA3-8663BAB6BB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65">
                <a:extLst>
                  <a:ext uri="{FF2B5EF4-FFF2-40B4-BE49-F238E27FC236}">
                    <a16:creationId xmlns:a16="http://schemas.microsoft.com/office/drawing/2014/main" id="{66D48908-5C19-CE7C-FB3B-E55D124BE8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79">
                <a:extLst>
                  <a:ext uri="{FF2B5EF4-FFF2-40B4-BE49-F238E27FC236}">
                    <a16:creationId xmlns:a16="http://schemas.microsoft.com/office/drawing/2014/main" id="{9EBA239B-B2C2-C1D7-42F7-BB50522E1C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2">
                <a:extLst>
                  <a:ext uri="{FF2B5EF4-FFF2-40B4-BE49-F238E27FC236}">
                    <a16:creationId xmlns:a16="http://schemas.microsoft.com/office/drawing/2014/main" id="{7311065F-4C49-B37C-B6F2-EF021666B0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85">
                <a:extLst>
                  <a:ext uri="{FF2B5EF4-FFF2-40B4-BE49-F238E27FC236}">
                    <a16:creationId xmlns:a16="http://schemas.microsoft.com/office/drawing/2014/main" id="{EADE6C0A-9B31-463A-DC31-450FBFB0EA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44">
                <a:extLst>
                  <a:ext uri="{FF2B5EF4-FFF2-40B4-BE49-F238E27FC236}">
                    <a16:creationId xmlns:a16="http://schemas.microsoft.com/office/drawing/2014/main" id="{715F916F-BDD7-938C-7F9F-15FA32E2E2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6" name="Group 45">
                <a:extLst>
                  <a:ext uri="{FF2B5EF4-FFF2-40B4-BE49-F238E27FC236}">
                    <a16:creationId xmlns:a16="http://schemas.microsoft.com/office/drawing/2014/main" id="{A17F0837-6401-508D-9D16-AC64526C93F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7" name="Line 63">
                  <a:extLst>
                    <a:ext uri="{FF2B5EF4-FFF2-40B4-BE49-F238E27FC236}">
                      <a16:creationId xmlns:a16="http://schemas.microsoft.com/office/drawing/2014/main" id="{201E24E4-9DA0-20F2-7AE3-5DA927CDF4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6">
                  <a:extLst>
                    <a:ext uri="{FF2B5EF4-FFF2-40B4-BE49-F238E27FC236}">
                      <a16:creationId xmlns:a16="http://schemas.microsoft.com/office/drawing/2014/main" id="{F0D81B78-2590-5FE2-3E72-AED10BB9C81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67">
                  <a:extLst>
                    <a:ext uri="{FF2B5EF4-FFF2-40B4-BE49-F238E27FC236}">
                      <a16:creationId xmlns:a16="http://schemas.microsoft.com/office/drawing/2014/main" id="{1B0E3C51-648E-EED1-D8E4-5C1A83A793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0">
                  <a:extLst>
                    <a:ext uri="{FF2B5EF4-FFF2-40B4-BE49-F238E27FC236}">
                      <a16:creationId xmlns:a16="http://schemas.microsoft.com/office/drawing/2014/main" id="{B63F0A42-E73B-9C27-C8AC-5862ECD9A9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3">
                  <a:extLst>
                    <a:ext uri="{FF2B5EF4-FFF2-40B4-BE49-F238E27FC236}">
                      <a16:creationId xmlns:a16="http://schemas.microsoft.com/office/drawing/2014/main" id="{CFD7B0F1-6021-5D68-851A-183A3606E5C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6">
                  <a:extLst>
                    <a:ext uri="{FF2B5EF4-FFF2-40B4-BE49-F238E27FC236}">
                      <a16:creationId xmlns:a16="http://schemas.microsoft.com/office/drawing/2014/main" id="{E63766C1-D1F5-CD70-020F-548E199476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Line 89">
                  <a:extLst>
                    <a:ext uri="{FF2B5EF4-FFF2-40B4-BE49-F238E27FC236}">
                      <a16:creationId xmlns:a16="http://schemas.microsoft.com/office/drawing/2014/main" id="{9A7C8B71-FD3E-CF93-F909-DC78EB1BFE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2A83BBBA-0866-8DA7-4C6B-39E5341383F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10" name="Freeform 64">
                <a:extLst>
                  <a:ext uri="{FF2B5EF4-FFF2-40B4-BE49-F238E27FC236}">
                    <a16:creationId xmlns:a16="http://schemas.microsoft.com/office/drawing/2014/main" id="{55F21049-C8CB-1413-A3F0-41A22AF2A7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81">
                <a:extLst>
                  <a:ext uri="{FF2B5EF4-FFF2-40B4-BE49-F238E27FC236}">
                    <a16:creationId xmlns:a16="http://schemas.microsoft.com/office/drawing/2014/main" id="{173F64F1-9A9D-BC7E-B0A0-971F0F0F14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1">
                <a:extLst>
                  <a:ext uri="{FF2B5EF4-FFF2-40B4-BE49-F238E27FC236}">
                    <a16:creationId xmlns:a16="http://schemas.microsoft.com/office/drawing/2014/main" id="{B25A2E7D-3D32-4BB9-A01F-1F77476D5EA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8">
                <a:extLst>
                  <a:ext uri="{FF2B5EF4-FFF2-40B4-BE49-F238E27FC236}">
                    <a16:creationId xmlns:a16="http://schemas.microsoft.com/office/drawing/2014/main" id="{BD1373BC-8861-74A9-F90B-6D147FAB44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4">
                <a:extLst>
                  <a:ext uri="{FF2B5EF4-FFF2-40B4-BE49-F238E27FC236}">
                    <a16:creationId xmlns:a16="http://schemas.microsoft.com/office/drawing/2014/main" id="{1D0F6C7E-8186-9BA9-C089-F165E186A2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87">
                <a:extLst>
                  <a:ext uri="{FF2B5EF4-FFF2-40B4-BE49-F238E27FC236}">
                    <a16:creationId xmlns:a16="http://schemas.microsoft.com/office/drawing/2014/main" id="{359F8A83-D46B-F8FF-DC7C-3C04DCA8FF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0">
                <a:extLst>
                  <a:ext uri="{FF2B5EF4-FFF2-40B4-BE49-F238E27FC236}">
                    <a16:creationId xmlns:a16="http://schemas.microsoft.com/office/drawing/2014/main" id="{BFC83E63-6FC3-C31E-98CE-21843812F0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59">
                <a:extLst>
                  <a:ext uri="{FF2B5EF4-FFF2-40B4-BE49-F238E27FC236}">
                    <a16:creationId xmlns:a16="http://schemas.microsoft.com/office/drawing/2014/main" id="{302ABA44-3B57-F469-6C04-F66BDA7AE5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2">
                <a:extLst>
                  <a:ext uri="{FF2B5EF4-FFF2-40B4-BE49-F238E27FC236}">
                    <a16:creationId xmlns:a16="http://schemas.microsoft.com/office/drawing/2014/main" id="{7AEBB6FD-54FE-C7DA-9A26-50A06339E4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65">
                <a:extLst>
                  <a:ext uri="{FF2B5EF4-FFF2-40B4-BE49-F238E27FC236}">
                    <a16:creationId xmlns:a16="http://schemas.microsoft.com/office/drawing/2014/main" id="{5E33358E-58C6-D35A-1278-C81907C997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79">
                <a:extLst>
                  <a:ext uri="{FF2B5EF4-FFF2-40B4-BE49-F238E27FC236}">
                    <a16:creationId xmlns:a16="http://schemas.microsoft.com/office/drawing/2014/main" id="{03A5740E-D7E5-68C0-948E-9724E0ACF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2">
                <a:extLst>
                  <a:ext uri="{FF2B5EF4-FFF2-40B4-BE49-F238E27FC236}">
                    <a16:creationId xmlns:a16="http://schemas.microsoft.com/office/drawing/2014/main" id="{8AB4DD54-E3B5-6D41-1243-6F2D21CD99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5">
                <a:extLst>
                  <a:ext uri="{FF2B5EF4-FFF2-40B4-BE49-F238E27FC236}">
                    <a16:creationId xmlns:a16="http://schemas.microsoft.com/office/drawing/2014/main" id="{2A94B732-4A98-2F5C-F80B-6BBDB47064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88">
                <a:extLst>
                  <a:ext uri="{FF2B5EF4-FFF2-40B4-BE49-F238E27FC236}">
                    <a16:creationId xmlns:a16="http://schemas.microsoft.com/office/drawing/2014/main" id="{DF1D8441-3705-CC80-FE5F-2A09989AA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4" name="Group 23">
                <a:extLst>
                  <a:ext uri="{FF2B5EF4-FFF2-40B4-BE49-F238E27FC236}">
                    <a16:creationId xmlns:a16="http://schemas.microsoft.com/office/drawing/2014/main" id="{8F71A31A-59B3-9162-371C-C01A729D0C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5" name="Line 63">
                  <a:extLst>
                    <a:ext uri="{FF2B5EF4-FFF2-40B4-BE49-F238E27FC236}">
                      <a16:creationId xmlns:a16="http://schemas.microsoft.com/office/drawing/2014/main" id="{7CCBE56E-A31B-4C75-DC85-F53147C4D0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6">
                  <a:extLst>
                    <a:ext uri="{FF2B5EF4-FFF2-40B4-BE49-F238E27FC236}">
                      <a16:creationId xmlns:a16="http://schemas.microsoft.com/office/drawing/2014/main" id="{296ACE92-E4E8-3DA8-53B5-B4C1E3A8D2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67">
                  <a:extLst>
                    <a:ext uri="{FF2B5EF4-FFF2-40B4-BE49-F238E27FC236}">
                      <a16:creationId xmlns:a16="http://schemas.microsoft.com/office/drawing/2014/main" id="{7B0613D4-F0E5-89E7-9C18-8CFA239DF1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0">
                  <a:extLst>
                    <a:ext uri="{FF2B5EF4-FFF2-40B4-BE49-F238E27FC236}">
                      <a16:creationId xmlns:a16="http://schemas.microsoft.com/office/drawing/2014/main" id="{E622BCC5-94CF-3347-DA0D-7358D5BAEC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3">
                  <a:extLst>
                    <a:ext uri="{FF2B5EF4-FFF2-40B4-BE49-F238E27FC236}">
                      <a16:creationId xmlns:a16="http://schemas.microsoft.com/office/drawing/2014/main" id="{7A92BD29-9001-7192-3FC5-2BD68F7AF26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6">
                  <a:extLst>
                    <a:ext uri="{FF2B5EF4-FFF2-40B4-BE49-F238E27FC236}">
                      <a16:creationId xmlns:a16="http://schemas.microsoft.com/office/drawing/2014/main" id="{538F5771-4928-1E01-FE11-700BA53138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Line 89">
                  <a:extLst>
                    <a:ext uri="{FF2B5EF4-FFF2-40B4-BE49-F238E27FC236}">
                      <a16:creationId xmlns:a16="http://schemas.microsoft.com/office/drawing/2014/main" id="{7DCEABB5-FF34-2744-FB43-A0CE5EE8EB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54" name="Content Placeholder 53">
            <a:extLst>
              <a:ext uri="{FF2B5EF4-FFF2-40B4-BE49-F238E27FC236}">
                <a16:creationId xmlns:a16="http://schemas.microsoft.com/office/drawing/2014/main" id="{8FCCC77F-6C47-D9CF-D034-6C88D17987B1}"/>
              </a:ext>
            </a:extLst>
          </p:cNvPr>
          <p:cNvSpPr>
            <a:spLocks noGrp="1"/>
          </p:cNvSpPr>
          <p:nvPr>
            <p:ph sz="quarter" idx="16" hasCustomPrompt="1"/>
          </p:nvPr>
        </p:nvSpPr>
        <p:spPr>
          <a:xfrm>
            <a:off x="595313" y="660400"/>
            <a:ext cx="7821612" cy="4119563"/>
          </a:xfrm>
        </p:spPr>
        <p:txBody>
          <a:bodyPr anchor="b"/>
          <a:lstStyle>
            <a:lvl1pPr>
              <a:defRPr sz="23200">
                <a:solidFill>
                  <a:schemeClr val="tx1">
                    <a:lumMod val="75000"/>
                    <a:lumOff val="2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7953518" y="6343955"/>
            <a:ext cx="429207" cy="365125"/>
          </a:xfrm>
          <a:prstGeom prst="rect">
            <a:avLst/>
          </a:prstGeom>
        </p:spPr>
        <p:txBody>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62" name="Title 61">
            <a:extLst>
              <a:ext uri="{FF2B5EF4-FFF2-40B4-BE49-F238E27FC236}">
                <a16:creationId xmlns:a16="http://schemas.microsoft.com/office/drawing/2014/main" id="{AB82C1FD-F89F-A137-0472-2D6FEB286781}"/>
              </a:ext>
            </a:extLst>
          </p:cNvPr>
          <p:cNvSpPr>
            <a:spLocks noGrp="1"/>
          </p:cNvSpPr>
          <p:nvPr>
            <p:ph type="title"/>
          </p:nvPr>
        </p:nvSpPr>
        <p:spPr>
          <a:xfrm>
            <a:off x="612648" y="4900730"/>
            <a:ext cx="7786687" cy="1097839"/>
          </a:xfrm>
        </p:spPr>
        <p:txBody>
          <a:bodyPr anchor="t"/>
          <a:lstStyle>
            <a:lvl1pPr>
              <a:lnSpc>
                <a:spcPct val="100000"/>
              </a:lnSpc>
              <a:defRPr sz="1800">
                <a:solidFill>
                  <a:schemeClr val="tx1">
                    <a:lumMod val="75000"/>
                    <a:lumOff val="25000"/>
                  </a:schemeClr>
                </a:solidFill>
                <a:latin typeface="+mn-lt"/>
              </a:defRPr>
            </a:lvl1pPr>
          </a:lstStyle>
          <a:p>
            <a:r>
              <a:rPr lang="en-US"/>
              <a:t>Click to edit Master title style</a:t>
            </a:r>
          </a:p>
        </p:txBody>
      </p:sp>
    </p:spTree>
    <p:extLst>
      <p:ext uri="{BB962C8B-B14F-4D97-AF65-F5344CB8AC3E}">
        <p14:creationId xmlns:p14="http://schemas.microsoft.com/office/powerpoint/2010/main" val="36553323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77752CF-4BA1-3C90-9F5C-CDB8AA18E744}"/>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99E24818-6F19-BE8F-6603-A7DA9C66BC86}"/>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F057B91-4F38-726D-D0A5-CAFBB0F15B2E}"/>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FF13D6C9-742D-8DE0-0722-3F9455E0A479}"/>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DD4B8E7C-D15D-34D3-2F19-CE7E119866E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531A04BA-1034-8C2D-7B4F-FFE2FEEBF2C1}"/>
              </a:ext>
            </a:extLst>
          </p:cNvPr>
          <p:cNvGrpSpPr/>
          <p:nvPr/>
        </p:nvGrpSpPr>
        <p:grpSpPr>
          <a:xfrm>
            <a:off x="1079500" y="649304"/>
            <a:ext cx="698051" cy="1372591"/>
            <a:chOff x="1079500" y="649304"/>
            <a:chExt cx="698051" cy="1372591"/>
          </a:xfrm>
        </p:grpSpPr>
        <p:sp>
          <p:nvSpPr>
            <p:cNvPr id="13" name="Oval 12">
              <a:extLst>
                <a:ext uri="{FF2B5EF4-FFF2-40B4-BE49-F238E27FC236}">
                  <a16:creationId xmlns:a16="http://schemas.microsoft.com/office/drawing/2014/main" id="{D7573B03-A5C8-6F68-19F8-A605A3FFFA0A}"/>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4" name="Group 13">
              <a:extLst>
                <a:ext uri="{FF2B5EF4-FFF2-40B4-BE49-F238E27FC236}">
                  <a16:creationId xmlns:a16="http://schemas.microsoft.com/office/drawing/2014/main" id="{099CAF66-0082-3FFF-4237-037ECC53BBE7}"/>
                </a:ext>
              </a:extLst>
            </p:cNvPr>
            <p:cNvGrpSpPr/>
            <p:nvPr/>
          </p:nvGrpSpPr>
          <p:grpSpPr>
            <a:xfrm rot="10800000">
              <a:off x="1079500" y="952167"/>
              <a:ext cx="641184" cy="1069728"/>
              <a:chOff x="6484111" y="2967038"/>
              <a:chExt cx="641184" cy="1069728"/>
            </a:xfrm>
          </p:grpSpPr>
          <p:grpSp>
            <p:nvGrpSpPr>
              <p:cNvPr id="15" name="Group 14">
                <a:extLst>
                  <a:ext uri="{FF2B5EF4-FFF2-40B4-BE49-F238E27FC236}">
                    <a16:creationId xmlns:a16="http://schemas.microsoft.com/office/drawing/2014/main" id="{EC8C6674-8594-E6D0-B843-E6B1BC872E42}"/>
                  </a:ext>
                </a:extLst>
              </p:cNvPr>
              <p:cNvGrpSpPr/>
              <p:nvPr/>
            </p:nvGrpSpPr>
            <p:grpSpPr>
              <a:xfrm>
                <a:off x="6808136" y="2967038"/>
                <a:ext cx="317159" cy="932400"/>
                <a:chOff x="6808136" y="2967038"/>
                <a:chExt cx="317159" cy="932400"/>
              </a:xfrm>
            </p:grpSpPr>
            <p:sp>
              <p:nvSpPr>
                <p:cNvPr id="20" name="Freeform 68">
                  <a:extLst>
                    <a:ext uri="{FF2B5EF4-FFF2-40B4-BE49-F238E27FC236}">
                      <a16:creationId xmlns:a16="http://schemas.microsoft.com/office/drawing/2014/main" id="{A4B74803-AB06-F0B5-CAF3-164628FA3D6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472E58AB-3D73-FE3B-8E9C-C0905E195A9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Line 70">
                  <a:extLst>
                    <a:ext uri="{FF2B5EF4-FFF2-40B4-BE49-F238E27FC236}">
                      <a16:creationId xmlns:a16="http://schemas.microsoft.com/office/drawing/2014/main" id="{8F097B18-FA06-126F-3A35-26C99428075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6" name="Group 15">
                <a:extLst>
                  <a:ext uri="{FF2B5EF4-FFF2-40B4-BE49-F238E27FC236}">
                    <a16:creationId xmlns:a16="http://schemas.microsoft.com/office/drawing/2014/main" id="{8BC258A3-BB98-9C50-05A6-F4E1338502D3}"/>
                  </a:ext>
                </a:extLst>
              </p:cNvPr>
              <p:cNvGrpSpPr/>
              <p:nvPr/>
            </p:nvGrpSpPr>
            <p:grpSpPr>
              <a:xfrm rot="18900000" flipH="1">
                <a:off x="6484111" y="3104366"/>
                <a:ext cx="317159" cy="932400"/>
                <a:chOff x="6808136" y="2967038"/>
                <a:chExt cx="317159" cy="932400"/>
              </a:xfrm>
            </p:grpSpPr>
            <p:sp>
              <p:nvSpPr>
                <p:cNvPr id="17" name="Freeform 68">
                  <a:extLst>
                    <a:ext uri="{FF2B5EF4-FFF2-40B4-BE49-F238E27FC236}">
                      <a16:creationId xmlns:a16="http://schemas.microsoft.com/office/drawing/2014/main" id="{276FDCAB-5D59-FEE2-A415-A5948BAEC4DC}"/>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E3DF5097-6886-8ADE-885A-24C0B21C7D42}"/>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5D3400C4-73B6-95B3-1831-80DC32487EEE}"/>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5" name="Title 1">
            <a:extLst>
              <a:ext uri="{FF2B5EF4-FFF2-40B4-BE49-F238E27FC236}">
                <a16:creationId xmlns:a16="http://schemas.microsoft.com/office/drawing/2014/main" id="{D49EFEB0-E2EA-5928-A8E0-4E3586048C61}"/>
              </a:ext>
            </a:extLst>
          </p:cNvPr>
          <p:cNvSpPr>
            <a:spLocks noGrp="1"/>
          </p:cNvSpPr>
          <p:nvPr>
            <p:ph type="title"/>
          </p:nvPr>
        </p:nvSpPr>
        <p:spPr>
          <a:xfrm>
            <a:off x="2208895" y="4893732"/>
            <a:ext cx="7774211" cy="1097280"/>
          </a:xfrm>
          <a:prstGeom prst="rect">
            <a:avLst/>
          </a:prstGeom>
        </p:spPr>
        <p:txBody>
          <a:bodyPr anchor="t">
            <a:noAutofit/>
          </a:bodyPr>
          <a:lstStyle>
            <a:lvl1pPr algn="ctr">
              <a:lnSpc>
                <a:spcPct val="110000"/>
              </a:lnSpc>
              <a:defRPr sz="1800" b="0" i="0">
                <a:solidFill>
                  <a:schemeClr val="tx1">
                    <a:lumMod val="65000"/>
                    <a:lumOff val="35000"/>
                  </a:schemeClr>
                </a:solidFill>
                <a:latin typeface="+mn-lt"/>
              </a:defRPr>
            </a:lvl1pPr>
          </a:lstStyle>
          <a:p>
            <a:r>
              <a:rPr lang="en-US" dirty="0"/>
              <a:t>Click to edit Master title style</a:t>
            </a:r>
          </a:p>
        </p:txBody>
      </p:sp>
      <p:sp>
        <p:nvSpPr>
          <p:cNvPr id="26" name="Content Placeholder 6">
            <a:extLst>
              <a:ext uri="{FF2B5EF4-FFF2-40B4-BE49-F238E27FC236}">
                <a16:creationId xmlns:a16="http://schemas.microsoft.com/office/drawing/2014/main" id="{0152DD09-AB61-4F4C-9E1A-13373B0C0F6A}"/>
              </a:ext>
            </a:extLst>
          </p:cNvPr>
          <p:cNvSpPr>
            <a:spLocks noGrp="1"/>
          </p:cNvSpPr>
          <p:nvPr>
            <p:ph sz="quarter" idx="13" hasCustomPrompt="1"/>
          </p:nvPr>
        </p:nvSpPr>
        <p:spPr>
          <a:xfrm>
            <a:off x="2208895" y="685801"/>
            <a:ext cx="7774211" cy="4082056"/>
          </a:xfrm>
        </p:spPr>
        <p:txBody>
          <a:bodyPr anchor="b">
            <a:noAutofit/>
          </a:bodyPr>
          <a:lstStyle>
            <a:lvl1pPr marL="0" indent="0" algn="ctr">
              <a:lnSpc>
                <a:spcPct val="90000"/>
              </a:lnSpc>
              <a:buNone/>
              <a:defRPr sz="23000" b="0">
                <a:solidFill>
                  <a:schemeClr val="tx1">
                    <a:lumMod val="75000"/>
                    <a:lumOff val="25000"/>
                  </a:schemeClr>
                </a:solidFill>
                <a:latin typeface="+mj-lt"/>
                <a:ea typeface="Batang" panose="02030600000101010101" pitchFamily="18" charset="-127"/>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46644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2"/>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948CB83-964B-888F-78FF-AACD6099F73A}"/>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70C17E4C-DCC6-2046-B2E1-D1E0332600F0}"/>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9C58AF8-D1AE-E262-2941-EECB2D418E11}"/>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2F5AE8CC-0485-3842-29F8-DB900BDA6A6B}"/>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79EAF4E3-F1D3-E6D6-FE15-A6142C1ED9AE}"/>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952" cy="914400"/>
          </a:xfrm>
          <a:prstGeom prst="rect">
            <a:avLst/>
          </a:prstGeom>
        </p:spPr>
        <p:txBody>
          <a:bodyPr>
            <a:noAutofit/>
          </a:bodyPr>
          <a:lstStyle>
            <a:lvl1pPr>
              <a:defRPr>
                <a:solidFill>
                  <a:schemeClr val="bg1">
                    <a:lumMod val="75000"/>
                    <a:lumOff val="25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9144000" cy="5486399"/>
          </a:xfrm>
        </p:spPr>
        <p:txBody>
          <a:bodyPr anchor="t">
            <a:noAutofit/>
          </a:bodyPr>
          <a:lstStyle>
            <a:lvl1pPr marL="0" indent="0">
              <a:lnSpc>
                <a:spcPct val="90000"/>
              </a:lnSpc>
              <a:buNone/>
              <a:defRPr sz="5000" b="0" cap="all" baseline="0">
                <a:solidFill>
                  <a:schemeClr val="bg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bg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bg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bg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bg1">
                    <a:lumMod val="75000"/>
                    <a:lumOff val="25000"/>
                  </a:schemeClr>
                </a:solidFill>
                <a:latin typeface="+mj-lt"/>
                <a:ea typeface="Batang" panose="02030600000101010101" pitchFamily="18" charset="-12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2719884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bg2"/>
        </a:solidFill>
        <a:effectLst/>
      </p:bgPr>
    </p:bg>
    <p:spTree>
      <p:nvGrpSpPr>
        <p:cNvPr id="1" name=""/>
        <p:cNvGrpSpPr/>
        <p:nvPr/>
      </p:nvGrpSpPr>
      <p:grpSpPr>
        <a:xfrm>
          <a:off x="0" y="0"/>
          <a:ext cx="0" cy="0"/>
          <a:chOff x="0" y="0"/>
          <a:chExt cx="0" cy="0"/>
        </a:xfrm>
      </p:grpSpPr>
      <p:grpSp>
        <p:nvGrpSpPr>
          <p:cNvPr id="101" name="Group 100">
            <a:extLst>
              <a:ext uri="{FF2B5EF4-FFF2-40B4-BE49-F238E27FC236}">
                <a16:creationId xmlns:a16="http://schemas.microsoft.com/office/drawing/2014/main" id="{E21DD9B6-52E0-7169-7976-70CDEAC828D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102" name="Group 101">
              <a:extLst>
                <a:ext uri="{FF2B5EF4-FFF2-40B4-BE49-F238E27FC236}">
                  <a16:creationId xmlns:a16="http://schemas.microsoft.com/office/drawing/2014/main" id="{B03227F6-7039-B94F-5997-1E17787AFC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06" name="Straight Connector 105">
                <a:extLst>
                  <a:ext uri="{FF2B5EF4-FFF2-40B4-BE49-F238E27FC236}">
                    <a16:creationId xmlns:a16="http://schemas.microsoft.com/office/drawing/2014/main" id="{558E3E8E-104E-EA41-08BF-5E318159E5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75B027AC-13FC-39C1-D473-0A3B1455E03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8" name="Rectangle 30">
                <a:extLst>
                  <a:ext uri="{FF2B5EF4-FFF2-40B4-BE49-F238E27FC236}">
                    <a16:creationId xmlns:a16="http://schemas.microsoft.com/office/drawing/2014/main" id="{B71D1F97-BF2F-7148-AB61-48B42BC257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30">
                <a:extLst>
                  <a:ext uri="{FF2B5EF4-FFF2-40B4-BE49-F238E27FC236}">
                    <a16:creationId xmlns:a16="http://schemas.microsoft.com/office/drawing/2014/main" id="{85AF10AC-3AF6-1059-BD35-B708FF8A83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a:extLst>
                <a:ext uri="{FF2B5EF4-FFF2-40B4-BE49-F238E27FC236}">
                  <a16:creationId xmlns:a16="http://schemas.microsoft.com/office/drawing/2014/main" id="{13FE67EB-BA30-8EDC-4BF6-4558CC75E4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4" name="Freeform: Shape 141">
                <a:extLst>
                  <a:ext uri="{FF2B5EF4-FFF2-40B4-BE49-F238E27FC236}">
                    <a16:creationId xmlns:a16="http://schemas.microsoft.com/office/drawing/2014/main" id="{D710C972-B401-AED7-77AF-04633FE1C9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05" name="Freeform: Shape 142">
                <a:extLst>
                  <a:ext uri="{FF2B5EF4-FFF2-40B4-BE49-F238E27FC236}">
                    <a16:creationId xmlns:a16="http://schemas.microsoft.com/office/drawing/2014/main" id="{0E8234D7-B4D9-A716-9C7B-C53935A5AD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8226552" cy="914400"/>
          </a:xfrm>
          <a:prstGeom prst="rect">
            <a:avLst/>
          </a:prstGeom>
        </p:spPr>
        <p:txBody>
          <a:bodyPr>
            <a:noAutofit/>
          </a:bodyPr>
          <a:lstStyle>
            <a:lvl1pPr>
              <a:defRPr>
                <a:solidFill>
                  <a:schemeClr val="tx1">
                    <a:lumMod val="75000"/>
                    <a:lumOff val="25000"/>
                  </a:schemeClr>
                </a:solidFill>
                <a:latin typeface="+mj-lt"/>
              </a:defRPr>
            </a:lvl1pPr>
          </a:lstStyle>
          <a:p>
            <a:r>
              <a:rPr lang="en-US" dirty="0"/>
              <a:t>Click to edit Master title style</a:t>
            </a:r>
          </a:p>
        </p:txBody>
      </p:sp>
      <p:sp>
        <p:nvSpPr>
          <p:cNvPr id="6" name="Content Placeholder 6">
            <a:extLst>
              <a:ext uri="{FF2B5EF4-FFF2-40B4-BE49-F238E27FC236}">
                <a16:creationId xmlns:a16="http://schemas.microsoft.com/office/drawing/2014/main" id="{FC17A020-D6A3-77F7-85C7-53BE80D9026D}"/>
              </a:ext>
            </a:extLst>
          </p:cNvPr>
          <p:cNvSpPr>
            <a:spLocks noGrp="1"/>
          </p:cNvSpPr>
          <p:nvPr>
            <p:ph sz="quarter" idx="13" hasCustomPrompt="1"/>
          </p:nvPr>
        </p:nvSpPr>
        <p:spPr>
          <a:xfrm>
            <a:off x="609600" y="685800"/>
            <a:ext cx="8229600" cy="5486399"/>
          </a:xfrm>
        </p:spPr>
        <p:txBody>
          <a:bodyPr anchor="ctr">
            <a:noAutofit/>
          </a:bodyPr>
          <a:lstStyle>
            <a:lvl1pPr marL="0" indent="0">
              <a:lnSpc>
                <a:spcPct val="90000"/>
              </a:lnSpc>
              <a:buNone/>
              <a:defRPr sz="5000" b="0" cap="all" baseline="0">
                <a:solidFill>
                  <a:schemeClr val="tx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tx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tx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tx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tx1">
                    <a:lumMod val="75000"/>
                    <a:lumOff val="25000"/>
                  </a:schemeClr>
                </a:solidFill>
                <a:latin typeface="+mj-lt"/>
                <a:ea typeface="Batang" panose="02030600000101010101" pitchFamily="18" charset="-12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751178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62BAAD8-5E23-403F-8F97-DCFB134B81A8}"/>
              </a:ext>
            </a:extLst>
          </p:cNvPr>
          <p:cNvGrpSpPr/>
          <p:nvPr/>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78DB782-5204-DE67-F9A0-4A906680A49F}"/>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9" name="Group 8">
              <a:extLst>
                <a:ext uri="{FF2B5EF4-FFF2-40B4-BE49-F238E27FC236}">
                  <a16:creationId xmlns:a16="http://schemas.microsoft.com/office/drawing/2014/main" id="{9E76D249-95D9-CBEC-64CA-3FDC7A1CE75D}"/>
                </a:ext>
              </a:extLst>
            </p:cNvPr>
            <p:cNvGrpSpPr/>
            <p:nvPr/>
          </p:nvGrpSpPr>
          <p:grpSpPr>
            <a:xfrm rot="10800000">
              <a:off x="1079500" y="952167"/>
              <a:ext cx="641184" cy="1069728"/>
              <a:chOff x="6484111" y="2967038"/>
              <a:chExt cx="641184" cy="1069728"/>
            </a:xfrm>
          </p:grpSpPr>
          <p:grpSp>
            <p:nvGrpSpPr>
              <p:cNvPr id="10" name="Group 9">
                <a:extLst>
                  <a:ext uri="{FF2B5EF4-FFF2-40B4-BE49-F238E27FC236}">
                    <a16:creationId xmlns:a16="http://schemas.microsoft.com/office/drawing/2014/main" id="{D99002E3-B8F9-2383-6644-7A34CD978308}"/>
                  </a:ext>
                </a:extLst>
              </p:cNvPr>
              <p:cNvGrpSpPr/>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2ECA2663-32CE-943D-6756-F1FBDD98A6D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F1D89AC-FE53-59CC-9C9A-D5095FCF28F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97AE4A79-7C94-350A-D123-528B8EE9361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7156A5-D641-1556-B542-155C3BCD690B}"/>
                  </a:ext>
                </a:extLst>
              </p:cNvPr>
              <p:cNvGrpSpPr/>
              <p:nvPr/>
            </p:nvGrpSpPr>
            <p:grpSpPr>
              <a:xfrm rot="18900000" flipH="1">
                <a:off x="6484111" y="3104366"/>
                <a:ext cx="317159" cy="932400"/>
                <a:chOff x="6808136" y="2967038"/>
                <a:chExt cx="317159" cy="932400"/>
              </a:xfrm>
            </p:grpSpPr>
            <p:sp>
              <p:nvSpPr>
                <p:cNvPr id="12" name="Freeform 68">
                  <a:extLst>
                    <a:ext uri="{FF2B5EF4-FFF2-40B4-BE49-F238E27FC236}">
                      <a16:creationId xmlns:a16="http://schemas.microsoft.com/office/drawing/2014/main" id="{9DD821AB-1AFD-00AE-F5AC-072FA2831CC5}"/>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B44CFD51-7AA3-6464-ABAC-BCABA0E25597}"/>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3F6E13E8-6620-20F1-EFC9-DCAC2774FBC8}"/>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107" cy="914400"/>
          </a:xfrm>
          <a:prstGeom prst="rect">
            <a:avLst/>
          </a:prstGeom>
        </p:spPr>
        <p:txBody>
          <a:bodyPr>
            <a:noAutofit/>
          </a:bodyPr>
          <a:lstStyle/>
          <a:p>
            <a:r>
              <a:rPr lang="en-US"/>
              <a:t>Click to edit Master title style</a:t>
            </a:r>
          </a:p>
        </p:txBody>
      </p:sp>
      <p:sp>
        <p:nvSpPr>
          <p:cNvPr id="20" name="Content Placeholder 19">
            <a:extLst>
              <a:ext uri="{FF2B5EF4-FFF2-40B4-BE49-F238E27FC236}">
                <a16:creationId xmlns:a16="http://schemas.microsoft.com/office/drawing/2014/main" id="{9C628F80-5DEA-8C31-B904-3BC56FDFF696}"/>
              </a:ext>
            </a:extLst>
          </p:cNvPr>
          <p:cNvSpPr>
            <a:spLocks noGrp="1"/>
          </p:cNvSpPr>
          <p:nvPr>
            <p:ph sz="quarter" idx="14" hasCustomPrompt="1"/>
          </p:nvPr>
        </p:nvSpPr>
        <p:spPr>
          <a:xfrm>
            <a:off x="612775" y="650875"/>
            <a:ext cx="9139238" cy="5521325"/>
          </a:xfrm>
        </p:spPr>
        <p:txBody>
          <a:bodyPr anchor="b"/>
          <a:lstStyle>
            <a:lvl1pPr>
              <a:lnSpc>
                <a:spcPct val="90000"/>
              </a:lnSpc>
              <a:defRPr sz="5000" cap="all" baseline="0">
                <a:solidFill>
                  <a:schemeClr val="tx1">
                    <a:lumMod val="75000"/>
                    <a:lumOff val="25000"/>
                  </a:schemeClr>
                </a:solidFill>
                <a:latin typeface="+mj-lt"/>
              </a:defRPr>
            </a:lvl1pPr>
            <a:lvl2pPr>
              <a:lnSpc>
                <a:spcPct val="90000"/>
              </a:lnSpc>
              <a:defRPr sz="5000" cap="all" baseline="0">
                <a:solidFill>
                  <a:schemeClr val="tx1">
                    <a:lumMod val="75000"/>
                    <a:lumOff val="25000"/>
                  </a:schemeClr>
                </a:solidFill>
                <a:latin typeface="+mj-lt"/>
              </a:defRPr>
            </a:lvl2pPr>
            <a:lvl3pPr>
              <a:lnSpc>
                <a:spcPct val="90000"/>
              </a:lnSpc>
              <a:defRPr sz="5000" cap="all" baseline="0">
                <a:solidFill>
                  <a:schemeClr val="tx1">
                    <a:lumMod val="75000"/>
                    <a:lumOff val="25000"/>
                  </a:schemeClr>
                </a:solidFill>
                <a:latin typeface="+mj-lt"/>
              </a:defRPr>
            </a:lvl3pPr>
            <a:lvl4pPr>
              <a:lnSpc>
                <a:spcPct val="90000"/>
              </a:lnSpc>
              <a:defRPr sz="5000" cap="all" baseline="0">
                <a:solidFill>
                  <a:schemeClr val="tx1">
                    <a:lumMod val="75000"/>
                    <a:lumOff val="25000"/>
                  </a:schemeClr>
                </a:solidFill>
                <a:latin typeface="+mj-lt"/>
              </a:defRPr>
            </a:lvl4pPr>
            <a:lvl5pPr>
              <a:lnSpc>
                <a:spcPct val="90000"/>
              </a:lnSpc>
              <a:defRPr sz="5000" cap="all" baseline="0">
                <a:solidFill>
                  <a:schemeClr val="tx1">
                    <a:lumMod val="75000"/>
                    <a:lumOff val="25000"/>
                  </a:schemeClr>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1543796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30FA8BD-104F-B62D-9686-170237442A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8" name="Rectangle 7">
              <a:extLst>
                <a:ext uri="{FF2B5EF4-FFF2-40B4-BE49-F238E27FC236}">
                  <a16:creationId xmlns:a16="http://schemas.microsoft.com/office/drawing/2014/main" id="{68ED83C9-BFC9-A791-3662-CB404216CED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2AC42635-B2C5-71D2-D5BF-7BB171F5997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8DB8B70-A837-784C-BE01-7662C397EFB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5" name="Freeform 68">
                  <a:extLst>
                    <a:ext uri="{FF2B5EF4-FFF2-40B4-BE49-F238E27FC236}">
                      <a16:creationId xmlns:a16="http://schemas.microsoft.com/office/drawing/2014/main" id="{D944038A-4F94-C29A-5020-589829E2C3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A018A91-4BC0-5B20-4336-EE7FA90F21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4920CAFD-E512-4531-1169-ED481576AB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E3CA6F-C175-A73F-2E44-C039243F5AD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2" name="Freeform 68">
                  <a:extLst>
                    <a:ext uri="{FF2B5EF4-FFF2-40B4-BE49-F238E27FC236}">
                      <a16:creationId xmlns:a16="http://schemas.microsoft.com/office/drawing/2014/main" id="{2803DC2E-CE34-806E-D2CE-9F0121A4C3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A6A7E506-4934-4A00-8743-D201E56C20B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6D4C5F55-56C0-223F-9074-8C8EA50BA5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169920" y="4617355"/>
            <a:ext cx="5852160" cy="1545333"/>
          </a:xfrm>
          <a:prstGeom prst="rect">
            <a:avLst/>
          </a:prstGeom>
        </p:spPr>
        <p:txBody>
          <a:bodyPr anchor="ctr">
            <a:noAutofit/>
          </a:bodyPr>
          <a:lstStyle>
            <a:lvl1pPr algn="ctr">
              <a:lnSpc>
                <a:spcPct val="120000"/>
              </a:lnSpc>
              <a:defRPr sz="1800" b="0" i="0" spc="0">
                <a:solidFill>
                  <a:schemeClr val="tx1">
                    <a:lumMod val="65000"/>
                    <a:lumOff val="35000"/>
                  </a:schemeClr>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2925456"/>
          </a:xfrm>
        </p:spPr>
        <p:txBody>
          <a:bodyPr anchor="b">
            <a:noAutofit/>
          </a:bodyPr>
          <a:lstStyle>
            <a:lvl1pPr marL="164592" indent="-164592" algn="ctr">
              <a:lnSpc>
                <a:spcPct val="90000"/>
              </a:lnSpc>
              <a:spcBef>
                <a:spcPts val="0"/>
              </a:spcBef>
              <a:buNone/>
              <a:defRPr sz="4000" cap="all" baseline="0">
                <a:solidFill>
                  <a:schemeClr val="tx1">
                    <a:lumMod val="75000"/>
                    <a:lumOff val="25000"/>
                  </a:schemeClr>
                </a:solidFill>
                <a:latin typeface="+mj-lt"/>
                <a:ea typeface="Batang" panose="02030600000101010101" pitchFamily="18" charset="-127"/>
              </a:defRPr>
            </a:lvl1pPr>
          </a:lstStyle>
          <a:p>
            <a:pPr lvl="0"/>
            <a:r>
              <a:rPr lang="en-US" dirty="0"/>
              <a:t>Click to add Quote</a:t>
            </a:r>
          </a:p>
        </p:txBody>
      </p:sp>
      <p:cxnSp>
        <p:nvCxnSpPr>
          <p:cNvPr id="20" name="Straight Connector 19">
            <a:extLst>
              <a:ext uri="{FF2B5EF4-FFF2-40B4-BE49-F238E27FC236}">
                <a16:creationId xmlns:a16="http://schemas.microsoft.com/office/drawing/2014/main" id="{CDB58263-7B3B-44AD-A3FB-5F78690F9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365765"/>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224012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A4D7B3C-E2E2-A99D-707D-4A29E0F78A04}"/>
              </a:ext>
            </a:extLst>
          </p:cNvPr>
          <p:cNvGrpSpPr/>
          <p:nvPr/>
        </p:nvGrpSpPr>
        <p:grpSpPr>
          <a:xfrm flipH="1">
            <a:off x="9740417" y="457964"/>
            <a:ext cx="2227875" cy="5970551"/>
            <a:chOff x="9740417" y="457964"/>
            <a:chExt cx="2227875" cy="5970551"/>
          </a:xfrm>
        </p:grpSpPr>
        <p:grpSp>
          <p:nvGrpSpPr>
            <p:cNvPr id="14" name="Group 13">
              <a:extLst>
                <a:ext uri="{FF2B5EF4-FFF2-40B4-BE49-F238E27FC236}">
                  <a16:creationId xmlns:a16="http://schemas.microsoft.com/office/drawing/2014/main" id="{039081ED-1E4D-835D-7830-219AA69ADBE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30" name="Group 29">
                <a:extLst>
                  <a:ext uri="{FF2B5EF4-FFF2-40B4-BE49-F238E27FC236}">
                    <a16:creationId xmlns:a16="http://schemas.microsoft.com/office/drawing/2014/main" id="{87482348-118F-172A-CEC2-0BE109082A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6" name="Group 35">
                  <a:extLst>
                    <a:ext uri="{FF2B5EF4-FFF2-40B4-BE49-F238E27FC236}">
                      <a16:creationId xmlns:a16="http://schemas.microsoft.com/office/drawing/2014/main" id="{E24D7200-718C-1F03-6154-C121CE065B0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40" name="Straight Connector 39">
                    <a:extLst>
                      <a:ext uri="{FF2B5EF4-FFF2-40B4-BE49-F238E27FC236}">
                        <a16:creationId xmlns:a16="http://schemas.microsoft.com/office/drawing/2014/main" id="{92B64D78-7934-3FE5-87D9-F3A7D5D6AD6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A497D00-6369-FB97-B6F8-5A6E5F82321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2" name="Rectangle 30">
                    <a:extLst>
                      <a:ext uri="{FF2B5EF4-FFF2-40B4-BE49-F238E27FC236}">
                        <a16:creationId xmlns:a16="http://schemas.microsoft.com/office/drawing/2014/main" id="{E7E05EA8-E3B5-A489-7929-069B330E97B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0">
                    <a:extLst>
                      <a:ext uri="{FF2B5EF4-FFF2-40B4-BE49-F238E27FC236}">
                        <a16:creationId xmlns:a16="http://schemas.microsoft.com/office/drawing/2014/main" id="{1B76326D-6549-36D1-8925-974843D03D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1F73DD90-9C8D-3260-09BF-779734AD5C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8" name="Freeform: Shape 57">
                    <a:extLst>
                      <a:ext uri="{FF2B5EF4-FFF2-40B4-BE49-F238E27FC236}">
                        <a16:creationId xmlns:a16="http://schemas.microsoft.com/office/drawing/2014/main" id="{507ED09C-B71C-F301-CEBB-E4EAA116F4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9" name="Freeform: Shape 58">
                    <a:extLst>
                      <a:ext uri="{FF2B5EF4-FFF2-40B4-BE49-F238E27FC236}">
                        <a16:creationId xmlns:a16="http://schemas.microsoft.com/office/drawing/2014/main" id="{D0C5B0BC-51DA-81B3-9A19-E6FFDEC1B35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31" name="Group 30">
                <a:extLst>
                  <a:ext uri="{FF2B5EF4-FFF2-40B4-BE49-F238E27FC236}">
                    <a16:creationId xmlns:a16="http://schemas.microsoft.com/office/drawing/2014/main" id="{1F07DBFE-AC52-8CE2-60C8-996345985A3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32" name="Group 31">
                  <a:extLst>
                    <a:ext uri="{FF2B5EF4-FFF2-40B4-BE49-F238E27FC236}">
                      <a16:creationId xmlns:a16="http://schemas.microsoft.com/office/drawing/2014/main" id="{440BB012-2594-ED3D-1998-F8EFE65C0B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34" name="Freeform 68">
                    <a:extLst>
                      <a:ext uri="{FF2B5EF4-FFF2-40B4-BE49-F238E27FC236}">
                        <a16:creationId xmlns:a16="http://schemas.microsoft.com/office/drawing/2014/main" id="{2DE4023E-BC6D-AEE3-5769-908F1479B5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9">
                    <a:extLst>
                      <a:ext uri="{FF2B5EF4-FFF2-40B4-BE49-F238E27FC236}">
                        <a16:creationId xmlns:a16="http://schemas.microsoft.com/office/drawing/2014/main" id="{4806FFCC-55BD-F38B-78DA-C107F8CF77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33" name="Line 70">
                  <a:extLst>
                    <a:ext uri="{FF2B5EF4-FFF2-40B4-BE49-F238E27FC236}">
                      <a16:creationId xmlns:a16="http://schemas.microsoft.com/office/drawing/2014/main" id="{09587BBE-7BD5-0A5E-5711-CE564167CC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5" name="Group 14">
              <a:extLst>
                <a:ext uri="{FF2B5EF4-FFF2-40B4-BE49-F238E27FC236}">
                  <a16:creationId xmlns:a16="http://schemas.microsoft.com/office/drawing/2014/main" id="{AF9AFC1F-1EB3-9F87-5CDF-AE004E08D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6" name="Group 15">
                <a:extLst>
                  <a:ext uri="{FF2B5EF4-FFF2-40B4-BE49-F238E27FC236}">
                    <a16:creationId xmlns:a16="http://schemas.microsoft.com/office/drawing/2014/main" id="{48F2309A-4B72-CD70-792D-23EAFFDE6F8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6627476C-BCF0-6A4D-02A4-526DFA603B5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9D5AF189-B5B9-C29D-8E3E-EC8702F3676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62D464E-7CBA-A8C2-96A1-F54CBF232F8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C9030B14-7F34-518E-7149-0A4306370A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DCB4D896-DA64-0F12-3CA5-6161AB90C82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FB57B90-2476-D0DF-2C8B-7611AD6C9F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41">
                    <a:extLst>
                      <a:ext uri="{FF2B5EF4-FFF2-40B4-BE49-F238E27FC236}">
                        <a16:creationId xmlns:a16="http://schemas.microsoft.com/office/drawing/2014/main" id="{7F897B26-F7D8-0C81-447C-6942C7C6D0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142">
                    <a:extLst>
                      <a:ext uri="{FF2B5EF4-FFF2-40B4-BE49-F238E27FC236}">
                        <a16:creationId xmlns:a16="http://schemas.microsoft.com/office/drawing/2014/main" id="{7BEC136A-9A82-57FB-E919-71BEDCF9DED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7924E014-70E2-35E1-4035-AFE4CB40E46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8" name="Group 17">
                  <a:extLst>
                    <a:ext uri="{FF2B5EF4-FFF2-40B4-BE49-F238E27FC236}">
                      <a16:creationId xmlns:a16="http://schemas.microsoft.com/office/drawing/2014/main" id="{D9F05B2C-AB75-E3C7-905F-DDFB7661C93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4B2D29E0-A432-9BF7-4563-DA72650266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9FB0CA3B-A554-C7C6-489F-00CE622B0EB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BE41ACB0-DD9C-5E88-F826-C4E99E1F03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0" name="Title 9">
            <a:extLst>
              <a:ext uri="{FF2B5EF4-FFF2-40B4-BE49-F238E27FC236}">
                <a16:creationId xmlns:a16="http://schemas.microsoft.com/office/drawing/2014/main" id="{318DE55C-A74B-5D17-1D99-57F2DD93F3BB}"/>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bg1">
                    <a:lumMod val="75000"/>
                    <a:lumOff val="25000"/>
                  </a:schemeClr>
                </a:solidFill>
                <a:latin typeface="+mn-lt"/>
              </a:defRPr>
            </a:lvl1pPr>
          </a:lstStyle>
          <a:p>
            <a:r>
              <a:rPr lang="en-US" dirty="0"/>
              <a:t>Quote Author</a:t>
            </a:r>
          </a:p>
        </p:txBody>
      </p:sp>
      <p:sp>
        <p:nvSpPr>
          <p:cNvPr id="9" name="Content Placeholder 8">
            <a:extLst>
              <a:ext uri="{FF2B5EF4-FFF2-40B4-BE49-F238E27FC236}">
                <a16:creationId xmlns:a16="http://schemas.microsoft.com/office/drawing/2014/main" id="{E1BDC543-8F6B-6FBD-5568-8A52A08A7430}"/>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bg1">
                    <a:lumMod val="75000"/>
                    <a:lumOff val="25000"/>
                  </a:schemeClr>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8409992"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256379703"/>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67AE449-03BC-35B0-AEC3-D45692970205}"/>
              </a:ext>
            </a:extLst>
          </p:cNvPr>
          <p:cNvGrpSpPr/>
          <p:nvPr userDrawn="1"/>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08CF3E6-E425-C72A-B625-CFCF163D32A5}"/>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20" name="Group 19">
              <a:extLst>
                <a:ext uri="{FF2B5EF4-FFF2-40B4-BE49-F238E27FC236}">
                  <a16:creationId xmlns:a16="http://schemas.microsoft.com/office/drawing/2014/main" id="{45CB0A9B-08FF-70E7-543A-C060A982F2CF}"/>
                </a:ext>
              </a:extLst>
            </p:cNvPr>
            <p:cNvGrpSpPr/>
            <p:nvPr/>
          </p:nvGrpSpPr>
          <p:grpSpPr>
            <a:xfrm rot="10800000">
              <a:off x="1079500" y="952167"/>
              <a:ext cx="641184" cy="1069728"/>
              <a:chOff x="6484111" y="2967038"/>
              <a:chExt cx="641184" cy="1069728"/>
            </a:xfrm>
          </p:grpSpPr>
          <p:grpSp>
            <p:nvGrpSpPr>
              <p:cNvPr id="21" name="Group 20">
                <a:extLst>
                  <a:ext uri="{FF2B5EF4-FFF2-40B4-BE49-F238E27FC236}">
                    <a16:creationId xmlns:a16="http://schemas.microsoft.com/office/drawing/2014/main" id="{145CACDA-2DE0-21D6-B8DB-F9BC62E49AF7}"/>
                  </a:ext>
                </a:extLst>
              </p:cNvPr>
              <p:cNvGrpSpPr/>
              <p:nvPr/>
            </p:nvGrpSpPr>
            <p:grpSpPr>
              <a:xfrm>
                <a:off x="6808136" y="2967038"/>
                <a:ext cx="317159" cy="932400"/>
                <a:chOff x="6808136" y="2967038"/>
                <a:chExt cx="317159" cy="932400"/>
              </a:xfrm>
            </p:grpSpPr>
            <p:sp>
              <p:nvSpPr>
                <p:cNvPr id="26" name="Freeform 68">
                  <a:extLst>
                    <a:ext uri="{FF2B5EF4-FFF2-40B4-BE49-F238E27FC236}">
                      <a16:creationId xmlns:a16="http://schemas.microsoft.com/office/drawing/2014/main" id="{11B46CF9-4D52-6D2F-6FEA-67C5FD728C54}"/>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69">
                  <a:extLst>
                    <a:ext uri="{FF2B5EF4-FFF2-40B4-BE49-F238E27FC236}">
                      <a16:creationId xmlns:a16="http://schemas.microsoft.com/office/drawing/2014/main" id="{E3F7DC37-85A3-8DBC-5517-FC5DDD800D2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Line 70">
                  <a:extLst>
                    <a:ext uri="{FF2B5EF4-FFF2-40B4-BE49-F238E27FC236}">
                      <a16:creationId xmlns:a16="http://schemas.microsoft.com/office/drawing/2014/main" id="{FE216884-0A7A-4FBD-E4AC-20BA199D8706}"/>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2" name="Group 21">
                <a:extLst>
                  <a:ext uri="{FF2B5EF4-FFF2-40B4-BE49-F238E27FC236}">
                    <a16:creationId xmlns:a16="http://schemas.microsoft.com/office/drawing/2014/main" id="{3930D45B-64C3-F88B-4F01-D0155582FAA1}"/>
                  </a:ext>
                </a:extLst>
              </p:cNvPr>
              <p:cNvGrpSpPr/>
              <p:nvPr/>
            </p:nvGrpSpPr>
            <p:grpSpPr>
              <a:xfrm rot="18900000" flipH="1">
                <a:off x="6484111" y="3104366"/>
                <a:ext cx="317159" cy="932400"/>
                <a:chOff x="6808136" y="2967038"/>
                <a:chExt cx="317159" cy="932400"/>
              </a:xfrm>
            </p:grpSpPr>
            <p:sp>
              <p:nvSpPr>
                <p:cNvPr id="23" name="Freeform 68">
                  <a:extLst>
                    <a:ext uri="{FF2B5EF4-FFF2-40B4-BE49-F238E27FC236}">
                      <a16:creationId xmlns:a16="http://schemas.microsoft.com/office/drawing/2014/main" id="{154D7DF8-2B62-B394-8B97-0C34D9539D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302D7518-34D2-F390-F337-D7BFE83E8D7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68A249B2-F6A7-C4B8-ABD8-196C683EDA4D}"/>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1" name="Title 9">
            <a:extLst>
              <a:ext uri="{FF2B5EF4-FFF2-40B4-BE49-F238E27FC236}">
                <a16:creationId xmlns:a16="http://schemas.microsoft.com/office/drawing/2014/main" id="{5998F931-A369-4286-5D28-0D0CED7BC240}"/>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tx1">
                    <a:lumMod val="75000"/>
                    <a:lumOff val="25000"/>
                  </a:schemeClr>
                </a:solidFill>
                <a:latin typeface="+mn-lt"/>
              </a:defRPr>
            </a:lvl1pPr>
          </a:lstStyle>
          <a:p>
            <a:r>
              <a:rPr lang="en-US" dirty="0"/>
              <a:t>Quote Author</a:t>
            </a:r>
          </a:p>
        </p:txBody>
      </p:sp>
      <p:sp>
        <p:nvSpPr>
          <p:cNvPr id="8" name="Content Placeholder 8">
            <a:extLst>
              <a:ext uri="{FF2B5EF4-FFF2-40B4-BE49-F238E27FC236}">
                <a16:creationId xmlns:a16="http://schemas.microsoft.com/office/drawing/2014/main" id="{D3ED1498-0FE4-6EE1-2592-BE169CAAD957}"/>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tx1">
                    <a:lumMod val="75000"/>
                    <a:lumOff val="25000"/>
                  </a:schemeClr>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328994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1037"/>
            <a:ext cx="10963655" cy="919162"/>
          </a:xfrm>
          <a:prstGeom prst="rect">
            <a:avLst/>
          </a:prstGeom>
        </p:spPr>
        <p:txBody>
          <a:bodyPr anchor="b">
            <a:noAutofit/>
          </a:bodyPr>
          <a:lstStyle/>
          <a:p>
            <a:r>
              <a:rPr lang="en-US" dirty="0"/>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1065" y="1825625"/>
            <a:ext cx="5075237" cy="435133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6888996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13C3CA2-C6C0-82E2-7C81-4006F6A44BAF}"/>
              </a:ext>
            </a:extLst>
          </p:cNvPr>
          <p:cNvSpPr>
            <a:spLocks noGrp="1"/>
          </p:cNvSpPr>
          <p:nvPr>
            <p:ph type="title"/>
          </p:nvPr>
        </p:nvSpPr>
        <p:spPr>
          <a:xfrm>
            <a:off x="612647" y="676656"/>
            <a:ext cx="10963655" cy="919163"/>
          </a:xfrm>
          <a:prstGeom prst="rect">
            <a:avLst/>
          </a:prstGeom>
        </p:spPr>
        <p:txBody>
          <a:bodyPr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700" y="1685735"/>
            <a:ext cx="5074602"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64"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66511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903FFA5-BEAF-26BB-1ECD-2D735E8BD7DD}"/>
              </a:ext>
            </a:extLst>
          </p:cNvPr>
          <p:cNvSpPr>
            <a:spLocks noGrp="1"/>
          </p:cNvSpPr>
          <p:nvPr>
            <p:ph type="title"/>
          </p:nvPr>
        </p:nvSpPr>
        <p:spPr>
          <a:xfrm>
            <a:off x="612647" y="681036"/>
            <a:ext cx="10963655" cy="919163"/>
          </a:xfrm>
          <a:prstGeom prst="rect">
            <a:avLst/>
          </a:prstGeo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3601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8402291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C1B688C-63E7-2BFF-102C-4E3B1DCC94C7}"/>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375B801E-7C84-0C81-3226-862EED76EB2C}"/>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dirty="0"/>
              <a:t>Click to edit Master title style</a:t>
            </a:r>
          </a:p>
        </p:txBody>
      </p:sp>
      <p:sp>
        <p:nvSpPr>
          <p:cNvPr id="13" name="Text Placeholder 3">
            <a:extLst>
              <a:ext uri="{FF2B5EF4-FFF2-40B4-BE49-F238E27FC236}">
                <a16:creationId xmlns:a16="http://schemas.microsoft.com/office/drawing/2014/main" id="{6C0B5703-D4E0-53FF-A33C-315D4E49C99E}"/>
              </a:ext>
            </a:extLst>
          </p:cNvPr>
          <p:cNvSpPr>
            <a:spLocks noGrp="1"/>
          </p:cNvSpPr>
          <p:nvPr>
            <p:ph type="body" sz="half" idx="2"/>
          </p:nvPr>
        </p:nvSpPr>
        <p:spPr>
          <a:xfrm>
            <a:off x="612648" y="3046191"/>
            <a:ext cx="3654552" cy="3126009"/>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393366" cy="5486400"/>
          </a:xfrm>
        </p:spPr>
        <p:txBody>
          <a:bodyPr vert="horz" lIns="91440" tIns="45720" rIns="91440" bIns="45720" rtlCol="0" anchor="b">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958069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119A23E-A7C2-F4A1-F34A-78CDAAE39652}"/>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6E523965-95D5-2048-A337-42CF57714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81600" y="685800"/>
            <a:ext cx="6394703" cy="54864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046191"/>
            <a:ext cx="3654552" cy="3126009"/>
          </a:xfrm>
        </p:spPr>
        <p:txBody>
          <a:bodyPr anchor="t">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Picture Placeholder 13">
            <a:extLst>
              <a:ext uri="{FF2B5EF4-FFF2-40B4-BE49-F238E27FC236}">
                <a16:creationId xmlns:a16="http://schemas.microsoft.com/office/drawing/2014/main" id="{F5C634D1-455E-26F8-956F-445295F9C740}"/>
              </a:ext>
            </a:extLst>
          </p:cNvPr>
          <p:cNvSpPr>
            <a:spLocks noGrp="1"/>
          </p:cNvSpPr>
          <p:nvPr>
            <p:ph type="pic" sz="quarter" idx="15" hasCustomPrompt="1"/>
          </p:nvPr>
        </p:nvSpPr>
        <p:spPr>
          <a:xfrm>
            <a:off x="5457443" y="960120"/>
            <a:ext cx="5843016" cy="4937760"/>
          </a:xfrm>
          <a:blipFill>
            <a:blip r:embed="rId2">
              <a:alphaModFix amt="60000"/>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666360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2"/>
            <a:ext cx="9146080" cy="2250780"/>
          </a:xfrm>
          <a:prstGeom prst="rect">
            <a:avLst/>
          </a:prstGeom>
        </p:spPr>
        <p:txBody>
          <a:bodyPr anchor="b">
            <a:noAutofit/>
          </a:bodyPr>
          <a:lstStyle>
            <a:lvl1pPr>
              <a:defRPr sz="4000">
                <a:solidFill>
                  <a:schemeClr val="tx1">
                    <a:lumMod val="75000"/>
                    <a:lumOff val="25000"/>
                  </a:schemeClr>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9145953"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3" name="Straight Connector 2">
            <a:extLst>
              <a:ext uri="{FF2B5EF4-FFF2-40B4-BE49-F238E27FC236}">
                <a16:creationId xmlns:a16="http://schemas.microsoft.com/office/drawing/2014/main" id="{93A21DAF-0680-3109-32D1-F2152B86C712}"/>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1AC9AAAA-FF68-58B0-6AD3-81DAA78B9D79}"/>
              </a:ext>
            </a:extLst>
          </p:cNvPr>
          <p:cNvGrpSpPr/>
          <p:nvPr userDrawn="1"/>
        </p:nvGrpSpPr>
        <p:grpSpPr>
          <a:xfrm flipH="1">
            <a:off x="10414450" y="651327"/>
            <a:ext cx="698051" cy="1372591"/>
            <a:chOff x="1079500" y="649304"/>
            <a:chExt cx="698051" cy="1372591"/>
          </a:xfrm>
        </p:grpSpPr>
        <p:sp>
          <p:nvSpPr>
            <p:cNvPr id="9" name="Oval 8">
              <a:extLst>
                <a:ext uri="{FF2B5EF4-FFF2-40B4-BE49-F238E27FC236}">
                  <a16:creationId xmlns:a16="http://schemas.microsoft.com/office/drawing/2014/main" id="{59B2EA1E-B452-6BA4-E61C-1E0C336E7707}"/>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0" name="Group 9">
              <a:extLst>
                <a:ext uri="{FF2B5EF4-FFF2-40B4-BE49-F238E27FC236}">
                  <a16:creationId xmlns:a16="http://schemas.microsoft.com/office/drawing/2014/main" id="{0DDB7CD0-2D95-5BC6-ABC1-BC54BD6C4008}"/>
                </a:ext>
              </a:extLst>
            </p:cNvPr>
            <p:cNvGrpSpPr/>
            <p:nvPr/>
          </p:nvGrpSpPr>
          <p:grpSpPr>
            <a:xfrm rot="10800000">
              <a:off x="1079500" y="952167"/>
              <a:ext cx="641184" cy="1069728"/>
              <a:chOff x="6484111" y="2967038"/>
              <a:chExt cx="641184" cy="1069728"/>
            </a:xfrm>
          </p:grpSpPr>
          <p:grpSp>
            <p:nvGrpSpPr>
              <p:cNvPr id="11" name="Group 10">
                <a:extLst>
                  <a:ext uri="{FF2B5EF4-FFF2-40B4-BE49-F238E27FC236}">
                    <a16:creationId xmlns:a16="http://schemas.microsoft.com/office/drawing/2014/main" id="{23D6FAD6-E7B1-971D-C962-F317FFDDF1A3}"/>
                  </a:ext>
                </a:extLst>
              </p:cNvPr>
              <p:cNvGrpSpPr/>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FEFA5D29-9BA3-B2B0-658F-41E3FAAA39F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F580CDFE-3C7E-D23E-EAA5-DD38817443A3}"/>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Line 70">
                  <a:extLst>
                    <a:ext uri="{FF2B5EF4-FFF2-40B4-BE49-F238E27FC236}">
                      <a16:creationId xmlns:a16="http://schemas.microsoft.com/office/drawing/2014/main" id="{667E0D1B-7B9B-7A39-6166-7AFCC9386B1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EA8D3FD9-9675-FFF0-644E-B5C1A1ECE835}"/>
                  </a:ext>
                </a:extLst>
              </p:cNvPr>
              <p:cNvGrpSpPr/>
              <p:nvPr/>
            </p:nvGrpSpPr>
            <p:grpSpPr>
              <a:xfrm rot="18900000" flipH="1">
                <a:off x="6484111" y="3104366"/>
                <a:ext cx="317159" cy="932400"/>
                <a:chOff x="6808136" y="2967038"/>
                <a:chExt cx="317159" cy="932400"/>
              </a:xfrm>
            </p:grpSpPr>
            <p:sp>
              <p:nvSpPr>
                <p:cNvPr id="13" name="Freeform 68">
                  <a:extLst>
                    <a:ext uri="{FF2B5EF4-FFF2-40B4-BE49-F238E27FC236}">
                      <a16:creationId xmlns:a16="http://schemas.microsoft.com/office/drawing/2014/main" id="{82ABA779-0915-5846-DFC5-5E96B4A9723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75B608AC-7F9B-F6BF-06DF-231BBDA3AFE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2D2E2887-1666-122F-B8DA-A4C029AAA7A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220569987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2898B5F-AB7B-74C1-BF81-2EBBA277CB0A}"/>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5AD13E4-C736-C4D0-3329-881CFA91CCF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9D7712BC-206D-B1BF-26E4-F924E900D1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B4DD0FA9-35AD-B9CB-6A43-73FB16AA4B5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B34DDA94-22F2-1094-2D3C-DBDC0C363AF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5A45A38-9585-93BE-7D81-140D05F385E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A3E11012-B90B-F52F-7684-926CA336E9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BE5AA1E3-A11C-0373-1D61-D0A9FE4617E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1D63B7A-DDB4-2C0B-1728-0D718F9E39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0E2BC7D-E4BD-1454-C098-E5EDE26963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B661F348-951D-D355-FE18-B5392C718B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8E45DB4-7A7F-E7F2-6CCB-5E6213440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2D224138-06E2-E0AF-DE3A-E57A3358CB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1AC57F7-CE8B-F99B-0F9A-7BEE21F865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BCF0D402-7FE4-9FAC-4BC6-9DD325D1BC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05FDF64-168D-467A-6A78-2FA456716E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F8D64388-EE11-3AC7-CE32-5F667F63F5A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4A27A44E-F151-2A8C-9338-9747085C3E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20BD2E44-9A02-DE19-97AB-DCFC7164C97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942C6307-1DD8-4291-5F56-1C701B3F131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AF2483-2C50-41D9-2806-86B3EA8B52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493CF191-5DDA-8462-AE83-CA01EB942E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B16DA0CF-99DB-5B26-15CE-7A5C3FF5B5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969A3741-69D5-4A00-BE22-77B52FF20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CEB8C9BA-7217-3FF0-0000-F75245E697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2EBBFD8B-2D36-E329-EB66-AF3287A585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D06447F1-9BEC-3B87-BB32-191FA43AF03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9C5EF3DE-B07E-D485-E31C-3594D9BC207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D3AFEFF8-8B08-9A6A-2ABC-B7AC1E804B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11E6C5C-E6C0-1635-8A8E-18A6C9AC44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A3E77BF5-0B00-BE87-3AF1-AC7557C235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38" name="Title 1">
            <a:extLst>
              <a:ext uri="{FF2B5EF4-FFF2-40B4-BE49-F238E27FC236}">
                <a16:creationId xmlns:a16="http://schemas.microsoft.com/office/drawing/2014/main" id="{ABDBC601-EF17-43ED-E11A-47AF443F0459}"/>
              </a:ext>
            </a:extLst>
          </p:cNvPr>
          <p:cNvSpPr>
            <a:spLocks noGrp="1"/>
          </p:cNvSpPr>
          <p:nvPr>
            <p:ph type="title"/>
          </p:nvPr>
        </p:nvSpPr>
        <p:spPr>
          <a:xfrm>
            <a:off x="612648" y="685802"/>
            <a:ext cx="8226552" cy="2250780"/>
          </a:xfrm>
          <a:prstGeom prst="rect">
            <a:avLst/>
          </a:prstGeom>
        </p:spPr>
        <p:txBody>
          <a:bodyPr anchor="b">
            <a:noAutofit/>
          </a:bodyPr>
          <a:lstStyle>
            <a:lvl1pPr>
              <a:defRPr sz="4000">
                <a:solidFill>
                  <a:schemeClr val="tx1">
                    <a:lumMod val="75000"/>
                    <a:lumOff val="25000"/>
                  </a:schemeClr>
                </a:solidFill>
              </a:defRPr>
            </a:lvl1pPr>
          </a:lstStyle>
          <a:p>
            <a:r>
              <a:rPr lang="en-US" dirty="0"/>
              <a:t>Click to edit Master title style</a:t>
            </a:r>
          </a:p>
        </p:txBody>
      </p:sp>
      <p:sp>
        <p:nvSpPr>
          <p:cNvPr id="39" name="Content Placeholder 7">
            <a:extLst>
              <a:ext uri="{FF2B5EF4-FFF2-40B4-BE49-F238E27FC236}">
                <a16:creationId xmlns:a16="http://schemas.microsoft.com/office/drawing/2014/main" id="{0FA9591D-3E3F-856B-F084-D47E87FA27B8}"/>
              </a:ext>
            </a:extLst>
          </p:cNvPr>
          <p:cNvSpPr>
            <a:spLocks noGrp="1"/>
          </p:cNvSpPr>
          <p:nvPr>
            <p:ph sz="quarter" idx="13"/>
          </p:nvPr>
        </p:nvSpPr>
        <p:spPr>
          <a:xfrm>
            <a:off x="612775" y="3429000"/>
            <a:ext cx="8226437"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409993"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2" name="Straight Connector 1">
            <a:extLst>
              <a:ext uri="{FF2B5EF4-FFF2-40B4-BE49-F238E27FC236}">
                <a16:creationId xmlns:a16="http://schemas.microsoft.com/office/drawing/2014/main" id="{4456575F-43CC-E7A8-7305-3C73B4FC75BD}"/>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76246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800"/>
            <a:ext cx="10963655" cy="801222"/>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29786"/>
            <a:ext cx="10963656" cy="4542414"/>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343955"/>
            <a:ext cx="2202644" cy="365125"/>
          </a:xfrm>
          <a:prstGeom prst="rect">
            <a:avLst/>
          </a:prstGeom>
        </p:spPr>
        <p:txBody>
          <a:bodyPr vert="horz" lIns="91440" tIns="45720" rIns="91440" bIns="45720" rtlCol="0" anchor="ctr">
            <a:noAutofit/>
          </a:bodyPr>
          <a:lstStyle>
            <a:lvl1pPr algn="l" rtl="0">
              <a:defRPr sz="1000" b="0" i="0" cap="all" baseline="0">
                <a:solidFill>
                  <a:schemeClr val="tx1">
                    <a:lumMod val="65000"/>
                    <a:lumOff val="35000"/>
                  </a:schemeClr>
                </a:solidFill>
                <a:latin typeface="+mn-lt"/>
              </a:defRPr>
            </a:lvl1pPr>
          </a:lstStyle>
          <a:p>
            <a:r>
              <a:rPr lang="en-US"/>
              <a:t>20xx	</a:t>
            </a:r>
            <a:endParaRPr lang="en-US" dirty="0"/>
          </a:p>
        </p:txBody>
      </p:sp>
      <p:sp>
        <p:nvSpPr>
          <p:cNvPr id="7" name="Footer Placeholder 6">
            <a:extLst>
              <a:ext uri="{FF2B5EF4-FFF2-40B4-BE49-F238E27FC236}">
                <a16:creationId xmlns:a16="http://schemas.microsoft.com/office/drawing/2014/main" id="{2AF5E0EC-34DA-2393-A02C-AF21DBB18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rtl="0">
              <a:defRPr sz="1200" b="0" i="0" cap="all" spc="300" baseline="0">
                <a:solidFill>
                  <a:schemeClr val="tx1">
                    <a:lumMod val="65000"/>
                    <a:lumOff val="3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Autofit/>
          </a:bodyPr>
          <a:lstStyle>
            <a:lvl1pPr algn="r" rtl="0">
              <a:defRPr sz="1000" b="0" i="0" cap="all" baseline="0">
                <a:solidFill>
                  <a:schemeClr val="tx1">
                    <a:lumMod val="65000"/>
                    <a:lumOff val="35000"/>
                  </a:schemeClr>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17197501"/>
      </p:ext>
    </p:extLst>
  </p:cSld>
  <p:clrMap bg1="lt1" tx1="dk1" bg2="lt2" tx2="dk2" accent1="accent1" accent2="accent2" accent3="accent3" accent4="accent4" accent5="accent5" accent6="accent6" hlink="hlink" folHlink="folHlink"/>
  <p:sldLayoutIdLst>
    <p:sldLayoutId id="2147484168" r:id="rId1"/>
    <p:sldLayoutId id="2147484164" r:id="rId2"/>
    <p:sldLayoutId id="2147484169" r:id="rId3"/>
    <p:sldLayoutId id="2147484170" r:id="rId4"/>
    <p:sldLayoutId id="2147484163" r:id="rId5"/>
    <p:sldLayoutId id="2147484165" r:id="rId6"/>
    <p:sldLayoutId id="2147484166" r:id="rId7"/>
    <p:sldLayoutId id="2147484167" r:id="rId8"/>
    <p:sldLayoutId id="2147484171" r:id="rId9"/>
    <p:sldLayoutId id="2147484172" r:id="rId10"/>
    <p:sldLayoutId id="2147484173" r:id="rId11"/>
    <p:sldLayoutId id="2147484174" r:id="rId12"/>
    <p:sldLayoutId id="2147484175" r:id="rId13"/>
    <p:sldLayoutId id="2147484176" r:id="rId14"/>
    <p:sldLayoutId id="2147484177" r:id="rId15"/>
    <p:sldLayoutId id="2147484178" r:id="rId16"/>
    <p:sldLayoutId id="2147484179" r:id="rId17"/>
    <p:sldLayoutId id="2147484180" r:id="rId18"/>
    <p:sldLayoutId id="2147484181" r:id="rId19"/>
    <p:sldLayoutId id="2147484182" r:id="rId20"/>
    <p:sldLayoutId id="2147484183" r:id="rId21"/>
    <p:sldLayoutId id="2147484184" r:id="rId22"/>
    <p:sldLayoutId id="2147484185" r:id="rId23"/>
    <p:sldLayoutId id="2147484186" r:id="rId24"/>
    <p:sldLayoutId id="2147484187" r:id="rId25"/>
    <p:sldLayoutId id="2147484188" r:id="rId26"/>
    <p:sldLayoutId id="2147484189" r:id="rId27"/>
    <p:sldLayoutId id="2147484190" r:id="rId28"/>
    <p:sldLayoutId id="2147484191" r:id="rId29"/>
    <p:sldLayoutId id="2147484192" r:id="rId30"/>
    <p:sldLayoutId id="2147484193" r:id="rId31"/>
    <p:sldLayoutId id="2147484194" r:id="rId32"/>
    <p:sldLayoutId id="2147484195" r:id="rId33"/>
    <p:sldLayoutId id="2147484196" r:id="rId34"/>
    <p:sldLayoutId id="2147484197" r:id="rId35"/>
    <p:sldLayoutId id="2147484198" r:id="rId36"/>
    <p:sldLayoutId id="2147484199" r:id="rId37"/>
    <p:sldLayoutId id="2147484200" r:id="rId38"/>
    <p:sldLayoutId id="2147484201" r:id="rId39"/>
    <p:sldLayoutId id="2147484202" r:id="rId40"/>
    <p:sldLayoutId id="2147484203" r:id="rId41"/>
    <p:sldLayoutId id="2147484216" r:id="rId42"/>
    <p:sldLayoutId id="2147484205" r:id="rId43"/>
    <p:sldLayoutId id="2147484206" r:id="rId44"/>
    <p:sldLayoutId id="2147484207" r:id="rId45"/>
    <p:sldLayoutId id="2147484208" r:id="rId46"/>
    <p:sldLayoutId id="2147484209" r:id="rId47"/>
    <p:sldLayoutId id="2147484210" r:id="rId48"/>
    <p:sldLayoutId id="2147484211" r:id="rId49"/>
    <p:sldLayoutId id="2147484212" r:id="rId50"/>
    <p:sldLayoutId id="2147484213" r:id="rId51"/>
    <p:sldLayoutId id="2147484214" r:id="rId52"/>
    <p:sldLayoutId id="2147484215" r:id="rId53"/>
  </p:sldLayoutIdLst>
  <p:hf sldNum="0" hdr="0" ftr="0" dt="0"/>
  <p:txStyles>
    <p:titleStyle>
      <a:lvl1pPr algn="l" defTabSz="914400" rtl="0" eaLnBrk="1" latinLnBrk="0" hangingPunct="1">
        <a:lnSpc>
          <a:spcPct val="80000"/>
        </a:lnSpc>
        <a:spcBef>
          <a:spcPct val="0"/>
        </a:spcBef>
        <a:buNone/>
        <a:defRPr sz="3200" b="0" kern="1200" cap="all" spc="0" baseline="0">
          <a:solidFill>
            <a:schemeClr val="tx1">
              <a:lumMod val="75000"/>
              <a:lumOff val="25000"/>
            </a:schemeClr>
          </a:solidFill>
          <a:latin typeface="+mj-lt"/>
          <a:ea typeface="Batang" panose="02030600000101010101" pitchFamily="18" charset="-127"/>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800" b="0" i="0" kern="1200">
          <a:solidFill>
            <a:schemeClr val="tx1">
              <a:lumMod val="65000"/>
              <a:lumOff val="35000"/>
            </a:schemeClr>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b="0" i="0" kern="1200">
          <a:solidFill>
            <a:schemeClr val="tx1">
              <a:lumMod val="65000"/>
              <a:lumOff val="35000"/>
            </a:schemeClr>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5" orient="horz" pos="2160">
          <p15:clr>
            <a:srgbClr val="F26B43"/>
          </p15:clr>
        </p15:guide>
        <p15:guide id="36" pos="3840">
          <p15:clr>
            <a:srgbClr val="F26B43"/>
          </p15:clr>
        </p15:guide>
        <p15:guide id="37" pos="7296">
          <p15:clr>
            <a:srgbClr val="F26B43"/>
          </p15:clr>
        </p15:guide>
        <p15:guide id="38"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3F0EA-00C3-1274-5FD7-C40BC4E49642}"/>
              </a:ext>
            </a:extLst>
          </p:cNvPr>
          <p:cNvSpPr>
            <a:spLocks noGrp="1"/>
          </p:cNvSpPr>
          <p:nvPr>
            <p:ph type="ctrTitle"/>
          </p:nvPr>
        </p:nvSpPr>
        <p:spPr>
          <a:xfrm>
            <a:off x="609600" y="2154268"/>
            <a:ext cx="4856348" cy="1731932"/>
          </a:xfrm>
        </p:spPr>
        <p:txBody>
          <a:bodyPr anchor="b">
            <a:normAutofit/>
          </a:bodyPr>
          <a:lstStyle/>
          <a:p>
            <a:r>
              <a:rPr lang="en-US" sz="3700"/>
              <a:t>Jenkins Pipeline: Concepts and Implementation</a:t>
            </a:r>
          </a:p>
        </p:txBody>
      </p:sp>
      <p:sp>
        <p:nvSpPr>
          <p:cNvPr id="3" name="Subtitle 2">
            <a:extLst>
              <a:ext uri="{FF2B5EF4-FFF2-40B4-BE49-F238E27FC236}">
                <a16:creationId xmlns:a16="http://schemas.microsoft.com/office/drawing/2014/main" id="{D1CE8FF4-BB45-C003-08AA-747B35626AC4}"/>
              </a:ext>
            </a:extLst>
          </p:cNvPr>
          <p:cNvSpPr>
            <a:spLocks noGrp="1"/>
          </p:cNvSpPr>
          <p:nvPr>
            <p:ph type="subTitle" idx="1"/>
          </p:nvPr>
        </p:nvSpPr>
        <p:spPr>
          <a:xfrm>
            <a:off x="609600" y="4142852"/>
            <a:ext cx="4856348" cy="2029344"/>
          </a:xfrm>
        </p:spPr>
        <p:txBody>
          <a:bodyPr>
            <a:normAutofit/>
          </a:bodyPr>
          <a:lstStyle/>
          <a:p>
            <a:r>
              <a:rPr lang="en-US"/>
              <a:t>Understanding automation for continuous integration delivery</a:t>
            </a:r>
          </a:p>
        </p:txBody>
      </p:sp>
      <p:pic>
        <p:nvPicPr>
          <p:cNvPr id="4" name="Picture 3" descr="Businessman drawing gears on screen">
            <a:extLst>
              <a:ext uri="{FF2B5EF4-FFF2-40B4-BE49-F238E27FC236}">
                <a16:creationId xmlns:a16="http://schemas.microsoft.com/office/drawing/2014/main" id="{59D06098-EBAC-4B03-96A9-2253ED1CCC7B}"/>
              </a:ext>
            </a:extLst>
          </p:cNvPr>
          <p:cNvPicPr>
            <a:picLocks noChangeAspect="1"/>
          </p:cNvPicPr>
          <p:nvPr/>
        </p:nvPicPr>
        <p:blipFill>
          <a:blip r:embed="rId3"/>
          <a:srcRect l="51221" r="7097"/>
          <a:stretch>
            <a:fillRect/>
          </a:stretch>
        </p:blipFill>
        <p:spPr>
          <a:xfrm>
            <a:off x="6366168" y="233172"/>
            <a:ext cx="5550408" cy="6391656"/>
          </a:xfrm>
          <a:prstGeom prst="rect">
            <a:avLst/>
          </a:prstGeom>
          <a:noFill/>
        </p:spPr>
      </p:pic>
    </p:spTree>
    <p:extLst>
      <p:ext uri="{BB962C8B-B14F-4D97-AF65-F5344CB8AC3E}">
        <p14:creationId xmlns:p14="http://schemas.microsoft.com/office/powerpoint/2010/main" val="373738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4DDCD-8C39-BC2F-F916-85EE428BC2F3}"/>
              </a:ext>
            </a:extLst>
          </p:cNvPr>
          <p:cNvSpPr>
            <a:spLocks noGrp="1"/>
          </p:cNvSpPr>
          <p:nvPr>
            <p:ph type="ctrTitle"/>
          </p:nvPr>
        </p:nvSpPr>
        <p:spPr>
          <a:xfrm>
            <a:off x="612648" y="1417671"/>
            <a:ext cx="7909560" cy="4754529"/>
          </a:xfrm>
        </p:spPr>
        <p:txBody>
          <a:bodyPr anchor="b">
            <a:normAutofit/>
          </a:bodyPr>
          <a:lstStyle/>
          <a:p>
            <a:r>
              <a:rPr lang="en-US"/>
              <a:t>Introduction to Jenkins Pipeline</a:t>
            </a:r>
          </a:p>
        </p:txBody>
      </p:sp>
    </p:spTree>
    <p:extLst>
      <p:ext uri="{BB962C8B-B14F-4D97-AF65-F5344CB8AC3E}">
        <p14:creationId xmlns:p14="http://schemas.microsoft.com/office/powerpoint/2010/main" val="7577460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E4495-31BF-6D67-23C5-F2F03F59EE5B}"/>
              </a:ext>
            </a:extLst>
          </p:cNvPr>
          <p:cNvSpPr>
            <a:spLocks noGrp="1"/>
          </p:cNvSpPr>
          <p:nvPr>
            <p:ph type="title"/>
          </p:nvPr>
        </p:nvSpPr>
        <p:spPr>
          <a:xfrm>
            <a:off x="7924800" y="671136"/>
            <a:ext cx="3657474" cy="909797"/>
          </a:xfrm>
        </p:spPr>
        <p:txBody>
          <a:bodyPr anchor="b">
            <a:normAutofit/>
          </a:bodyPr>
          <a:lstStyle/>
          <a:p>
            <a:r>
              <a:rPr lang="en-US"/>
              <a:t>Learning Objectives</a:t>
            </a:r>
          </a:p>
        </p:txBody>
      </p:sp>
      <p:pic>
        <p:nvPicPr>
          <p:cNvPr id="5" name="Content Placeholder 4" descr="Conceptual image representing mosaic media interface and the digital software. A wall of screens curves away from view, shimmering with an assortment of random graphics, animations and simple icon images.">
            <a:extLst>
              <a:ext uri="{FF2B5EF4-FFF2-40B4-BE49-F238E27FC236}">
                <a16:creationId xmlns:a16="http://schemas.microsoft.com/office/drawing/2014/main" id="{AEF6126C-72AA-45A1-AF12-9CC56B6DFEEA}"/>
              </a:ext>
            </a:extLst>
          </p:cNvPr>
          <p:cNvPicPr>
            <a:picLocks noGrp="1" noChangeAspect="1"/>
          </p:cNvPicPr>
          <p:nvPr>
            <p:ph type="pic" sz="quarter" idx="18"/>
          </p:nvPr>
        </p:nvPicPr>
        <p:blipFill>
          <a:blip r:embed="rId3"/>
          <a:srcRect l="16064" r="3501" b="-1"/>
          <a:stretch>
            <a:fillRect/>
          </a:stretch>
        </p:blipFill>
        <p:spPr>
          <a:xfrm>
            <a:off x="272796" y="269622"/>
            <a:ext cx="6766560" cy="6309360"/>
          </a:xfrm>
          <a:prstGeom prst="rect">
            <a:avLst/>
          </a:prstGeom>
          <a:noFill/>
        </p:spPr>
      </p:pic>
      <p:sp>
        <p:nvSpPr>
          <p:cNvPr id="4" name="Content Placeholder 3">
            <a:extLst>
              <a:ext uri="{FF2B5EF4-FFF2-40B4-BE49-F238E27FC236}">
                <a16:creationId xmlns:a16="http://schemas.microsoft.com/office/drawing/2014/main" id="{6D012208-91B0-A619-86C9-3CAF9694E8A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924801" y="2133602"/>
            <a:ext cx="3657600" cy="3352800"/>
          </a:xfrm>
        </p:spPr>
        <p:txBody>
          <a:bodyPr>
            <a:normAutofit/>
          </a:bodyPr>
          <a:lstStyle/>
          <a:p>
            <a:pPr marL="0" indent="0">
              <a:lnSpc>
                <a:spcPct val="110000"/>
              </a:lnSpc>
              <a:spcBef>
                <a:spcPts val="2500"/>
              </a:spcBef>
              <a:buFont typeface="Arial" panose="020B0604020202020204" pitchFamily="34" charset="0"/>
              <a:buNone/>
            </a:pPr>
            <a:r>
              <a:rPr lang="en-US" sz="1200" b="1"/>
              <a:t>Utilize Jenkins Pipelines</a:t>
            </a:r>
          </a:p>
          <a:p>
            <a:pPr marL="0" lvl="1" indent="0">
              <a:lnSpc>
                <a:spcPct val="110000"/>
              </a:lnSpc>
              <a:buFont typeface="Arial" panose="020B0604020202020204" pitchFamily="34" charset="0"/>
              <a:buNone/>
            </a:pPr>
            <a:r>
              <a:rPr lang="en-US" sz="1200"/>
              <a:t>Learners will understand how to use Jenkins pipelines to automate builds and streamline software releases effectively.</a:t>
            </a:r>
          </a:p>
          <a:p>
            <a:pPr marL="0" indent="0">
              <a:lnSpc>
                <a:spcPct val="110000"/>
              </a:lnSpc>
              <a:spcBef>
                <a:spcPts val="2500"/>
              </a:spcBef>
              <a:buFont typeface="Arial" panose="020B0604020202020204" pitchFamily="34" charset="0"/>
              <a:buNone/>
            </a:pPr>
            <a:r>
              <a:rPr lang="en-US" sz="1200" b="1"/>
              <a:t>Scripted vs Declarative Pipelines</a:t>
            </a:r>
          </a:p>
          <a:p>
            <a:pPr marL="0" lvl="1" indent="0">
              <a:lnSpc>
                <a:spcPct val="110000"/>
              </a:lnSpc>
              <a:buFont typeface="Arial" panose="020B0604020202020204" pitchFamily="34" charset="0"/>
              <a:buNone/>
            </a:pPr>
            <a:r>
              <a:rPr lang="en-US" sz="1200"/>
              <a:t>Identify similarities and differences between scripted and declarative Jenkins pipelines to optimize CI/CD workflows.</a:t>
            </a:r>
          </a:p>
          <a:p>
            <a:pPr marL="0" indent="0">
              <a:lnSpc>
                <a:spcPct val="110000"/>
              </a:lnSpc>
              <a:spcBef>
                <a:spcPts val="2500"/>
              </a:spcBef>
              <a:buFont typeface="Arial" panose="020B0604020202020204" pitchFamily="34" charset="0"/>
              <a:buNone/>
            </a:pPr>
            <a:r>
              <a:rPr lang="en-US" sz="1200" b="1"/>
              <a:t>Jenkins Authentication Options</a:t>
            </a:r>
          </a:p>
          <a:p>
            <a:pPr marL="0" lvl="1" indent="0">
              <a:lnSpc>
                <a:spcPct val="110000"/>
              </a:lnSpc>
              <a:buFont typeface="Arial" panose="020B0604020202020204" pitchFamily="34" charset="0"/>
              <a:buNone/>
            </a:pPr>
            <a:r>
              <a:rPr lang="en-US" sz="1200"/>
              <a:t>Outline authentication methods in Jenkins for secure access control and user management in pipeline execution.</a:t>
            </a:r>
          </a:p>
        </p:txBody>
      </p:sp>
    </p:spTree>
    <p:extLst>
      <p:ext uri="{BB962C8B-B14F-4D97-AF65-F5344CB8AC3E}">
        <p14:creationId xmlns:p14="http://schemas.microsoft.com/office/powerpoint/2010/main" val="35617280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073F1-E344-0DE4-3E8B-2829011EAEAC}"/>
              </a:ext>
            </a:extLst>
          </p:cNvPr>
          <p:cNvSpPr>
            <a:spLocks noGrp="1"/>
          </p:cNvSpPr>
          <p:nvPr>
            <p:ph type="title"/>
          </p:nvPr>
        </p:nvSpPr>
        <p:spPr>
          <a:xfrm>
            <a:off x="7004302" y="685800"/>
            <a:ext cx="4572001" cy="895139"/>
          </a:xfrm>
        </p:spPr>
        <p:txBody>
          <a:bodyPr anchor="b">
            <a:normAutofit/>
          </a:bodyPr>
          <a:lstStyle/>
          <a:p>
            <a:r>
              <a:rPr lang="en-US"/>
              <a:t>Overview of Jenkins Pipeline</a:t>
            </a:r>
          </a:p>
        </p:txBody>
      </p:sp>
      <p:pic>
        <p:nvPicPr>
          <p:cNvPr id="5" name="Content Placeholder 4" descr="fourth industrial revolution technology concept">
            <a:extLst>
              <a:ext uri="{FF2B5EF4-FFF2-40B4-BE49-F238E27FC236}">
                <a16:creationId xmlns:a16="http://schemas.microsoft.com/office/drawing/2014/main" id="{49367698-5A31-4B76-B5CD-675C13B7CADE}"/>
              </a:ext>
            </a:extLst>
          </p:cNvPr>
          <p:cNvPicPr>
            <a:picLocks noGrp="1" noChangeAspect="1"/>
          </p:cNvPicPr>
          <p:nvPr>
            <p:ph type="pic" sz="quarter" idx="18"/>
          </p:nvPr>
        </p:nvPicPr>
        <p:blipFill>
          <a:blip r:embed="rId3"/>
          <a:srcRect l="18679" r="29147" b="1"/>
          <a:stretch>
            <a:fillRect/>
          </a:stretch>
        </p:blipFill>
        <p:spPr>
          <a:xfrm>
            <a:off x="271445" y="274320"/>
            <a:ext cx="5852160" cy="6309360"/>
          </a:xfrm>
          <a:prstGeom prst="rect">
            <a:avLst/>
          </a:prstGeom>
          <a:noFill/>
        </p:spPr>
      </p:pic>
      <p:sp>
        <p:nvSpPr>
          <p:cNvPr id="4" name="Content Placeholder 3">
            <a:extLst>
              <a:ext uri="{FF2B5EF4-FFF2-40B4-BE49-F238E27FC236}">
                <a16:creationId xmlns:a16="http://schemas.microsoft.com/office/drawing/2014/main" id="{C549AACC-3D91-6328-5859-F1D3F42F4D6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10400" y="2133606"/>
            <a:ext cx="4572001" cy="4038575"/>
          </a:xfrm>
        </p:spPr>
        <p:txBody>
          <a:bodyPr>
            <a:normAutofit/>
          </a:bodyPr>
          <a:lstStyle/>
          <a:p>
            <a:pPr marL="0" indent="0">
              <a:spcBef>
                <a:spcPts val="2500"/>
              </a:spcBef>
              <a:buFont typeface="Arial" panose="020B0604020202020204" pitchFamily="34" charset="0"/>
              <a:buNone/>
            </a:pPr>
            <a:r>
              <a:rPr lang="en-US" b="1"/>
              <a:t>Pipeline as Code</a:t>
            </a:r>
          </a:p>
          <a:p>
            <a:pPr marL="0" lvl="1" indent="0">
              <a:buFont typeface="Arial" panose="020B0604020202020204" pitchFamily="34" charset="0"/>
              <a:buNone/>
            </a:pPr>
            <a:r>
              <a:t>Jenkins Pipeline enables defining continuous delivery workflows as code inside a Jenkinsfile for automation and version control.</a:t>
            </a:r>
            <a:endParaRPr lang="en-US"/>
          </a:p>
          <a:p>
            <a:pPr marL="0" indent="0">
              <a:spcBef>
                <a:spcPts val="2500"/>
              </a:spcBef>
              <a:buFont typeface="Arial" panose="020B0604020202020204" pitchFamily="34" charset="0"/>
              <a:buNone/>
            </a:pPr>
            <a:r>
              <a:rPr lang="en-US" b="1"/>
              <a:t>Workflow Automation</a:t>
            </a:r>
          </a:p>
          <a:p>
            <a:pPr marL="0" lvl="1" indent="0">
              <a:buFont typeface="Arial" panose="020B0604020202020204" pitchFamily="34" charset="0"/>
              <a:buNone/>
            </a:pPr>
            <a:r>
              <a:t>It automates tasks like testing, merging, packaging, shipping, and deploying software efficiently.</a:t>
            </a:r>
            <a:endParaRPr lang="en-US"/>
          </a:p>
          <a:p>
            <a:pPr marL="0" indent="0">
              <a:spcBef>
                <a:spcPts val="2500"/>
              </a:spcBef>
              <a:buFont typeface="Arial" panose="020B0604020202020204" pitchFamily="34" charset="0"/>
              <a:buNone/>
            </a:pPr>
            <a:r>
              <a:rPr lang="en-US" b="1"/>
              <a:t>Structured CI/CD Stages</a:t>
            </a:r>
          </a:p>
          <a:p>
            <a:pPr marL="0" lvl="1" indent="0">
              <a:buFont typeface="Arial" panose="020B0604020202020204" pitchFamily="34" charset="0"/>
              <a:buNone/>
            </a:pPr>
            <a:r>
              <a:t>Typical stages include code checkout, build, unit tests, security scans, and deployment ensuring comprehensive delivery.</a:t>
            </a:r>
            <a:endParaRPr lang="en-US"/>
          </a:p>
        </p:txBody>
      </p:sp>
    </p:spTree>
    <p:extLst>
      <p:ext uri="{BB962C8B-B14F-4D97-AF65-F5344CB8AC3E}">
        <p14:creationId xmlns:p14="http://schemas.microsoft.com/office/powerpoint/2010/main" val="34508816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28ABE-0A75-F260-B53B-DD9F5C330DF9}"/>
              </a:ext>
            </a:extLst>
          </p:cNvPr>
          <p:cNvSpPr>
            <a:spLocks noGrp="1"/>
          </p:cNvSpPr>
          <p:nvPr>
            <p:ph type="ctrTitle"/>
          </p:nvPr>
        </p:nvSpPr>
        <p:spPr>
          <a:xfrm>
            <a:off x="612648" y="1417671"/>
            <a:ext cx="7909560" cy="4754529"/>
          </a:xfrm>
        </p:spPr>
        <p:txBody>
          <a:bodyPr anchor="b">
            <a:normAutofit/>
          </a:bodyPr>
          <a:lstStyle/>
          <a:p>
            <a:r>
              <a:rPr lang="en-US"/>
              <a:t>Pipeline Stages and Benefits</a:t>
            </a:r>
          </a:p>
        </p:txBody>
      </p:sp>
    </p:spTree>
    <p:extLst>
      <p:ext uri="{BB962C8B-B14F-4D97-AF65-F5344CB8AC3E}">
        <p14:creationId xmlns:p14="http://schemas.microsoft.com/office/powerpoint/2010/main" val="5433160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B9EA7-B95C-67E7-5D47-4DD2D116DF34}"/>
              </a:ext>
            </a:extLst>
          </p:cNvPr>
          <p:cNvSpPr>
            <a:spLocks noGrp="1"/>
          </p:cNvSpPr>
          <p:nvPr>
            <p:ph type="title"/>
          </p:nvPr>
        </p:nvSpPr>
        <p:spPr>
          <a:xfrm>
            <a:off x="612647" y="709099"/>
            <a:ext cx="10963656" cy="891101"/>
          </a:xfrm>
        </p:spPr>
        <p:txBody>
          <a:bodyPr anchor="b">
            <a:normAutofit/>
          </a:bodyPr>
          <a:lstStyle/>
          <a:p>
            <a:r>
              <a:rPr lang="en-US"/>
              <a:t>Key Stages of Jenkins Pipeline</a:t>
            </a:r>
          </a:p>
        </p:txBody>
      </p:sp>
      <p:graphicFrame>
        <p:nvGraphicFramePr>
          <p:cNvPr id="7" name="Content Placeholder 2">
            <a:extLst>
              <a:ext uri="{FF2B5EF4-FFF2-40B4-BE49-F238E27FC236}">
                <a16:creationId xmlns:a16="http://schemas.microsoft.com/office/drawing/2014/main" id="{974C5EE1-F8CE-8919-1D87-BC11B89BB459}"/>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612647" y="2119673"/>
          <a:ext cx="10963656" cy="4057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8267245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D733-8E3C-9B74-78D1-FFF908DD913D}"/>
              </a:ext>
            </a:extLst>
          </p:cNvPr>
          <p:cNvSpPr>
            <a:spLocks noGrp="1"/>
          </p:cNvSpPr>
          <p:nvPr>
            <p:ph type="title"/>
          </p:nvPr>
        </p:nvSpPr>
        <p:spPr>
          <a:xfrm>
            <a:off x="609600" y="709099"/>
            <a:ext cx="8019289" cy="891101"/>
          </a:xfrm>
        </p:spPr>
        <p:txBody>
          <a:bodyPr anchor="b">
            <a:normAutofit/>
          </a:bodyPr>
          <a:lstStyle/>
          <a:p>
            <a:r>
              <a:rPr lang="en-US"/>
              <a:t>Benefits of Using Jenkins Pipeline</a:t>
            </a:r>
          </a:p>
        </p:txBody>
      </p:sp>
      <p:sp>
        <p:nvSpPr>
          <p:cNvPr id="4" name="Content Placeholder 3">
            <a:extLst>
              <a:ext uri="{FF2B5EF4-FFF2-40B4-BE49-F238E27FC236}">
                <a16:creationId xmlns:a16="http://schemas.microsoft.com/office/drawing/2014/main" id="{EA287DEF-B436-E35D-6C20-7726E4DBDF4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spcBef>
                <a:spcPts val="2500"/>
              </a:spcBef>
              <a:buFont typeface="Arial" panose="020B0604020202020204" pitchFamily="34" charset="0"/>
              <a:buNone/>
            </a:pPr>
            <a:r>
              <a:rPr lang="en-US" b="1"/>
              <a:t>Automation Efficiency</a:t>
            </a:r>
          </a:p>
          <a:p>
            <a:pPr marL="0" lvl="1" indent="0">
              <a:buFont typeface="Arial" panose="020B0604020202020204" pitchFamily="34" charset="0"/>
              <a:buNone/>
            </a:pPr>
            <a:r>
              <a:t>Automation minimizes manual tasks, increasing efficiency and reducing errors in software delivery.</a:t>
            </a:r>
            <a:endParaRPr lang="en-US"/>
          </a:p>
          <a:p>
            <a:pPr marL="0" indent="0">
              <a:spcBef>
                <a:spcPts val="2500"/>
              </a:spcBef>
              <a:buFont typeface="Arial" panose="020B0604020202020204" pitchFamily="34" charset="0"/>
              <a:buNone/>
            </a:pPr>
            <a:r>
              <a:rPr lang="en-US" b="1"/>
              <a:t>Enhanced Visibility</a:t>
            </a:r>
          </a:p>
          <a:p>
            <a:pPr marL="0" lvl="1" indent="0">
              <a:buFont typeface="Arial" panose="020B0604020202020204" pitchFamily="34" charset="0"/>
              <a:buNone/>
            </a:pPr>
            <a:r>
              <a:t>Pipelines provide clear progress tracking, improving transparency and team collaboration.</a:t>
            </a:r>
            <a:endParaRPr lang="en-US"/>
          </a:p>
          <a:p>
            <a:pPr marL="0" indent="0">
              <a:spcBef>
                <a:spcPts val="2500"/>
              </a:spcBef>
              <a:buFont typeface="Arial" panose="020B0604020202020204" pitchFamily="34" charset="0"/>
              <a:buNone/>
            </a:pPr>
            <a:r>
              <a:rPr lang="en-US" b="1"/>
              <a:t>Consistent Repeatability</a:t>
            </a:r>
          </a:p>
          <a:p>
            <a:pPr marL="0" lvl="1" indent="0">
              <a:buFont typeface="Arial" panose="020B0604020202020204" pitchFamily="34" charset="0"/>
              <a:buNone/>
            </a:pPr>
            <a:r>
              <a:t>Repeatable pipelines ensure consistent results across different environments, reducing discrepancies.</a:t>
            </a:r>
            <a:endParaRPr lang="en-US"/>
          </a:p>
          <a:p>
            <a:pPr marL="0" indent="0">
              <a:spcBef>
                <a:spcPts val="2500"/>
              </a:spcBef>
              <a:buFont typeface="Arial" panose="020B0604020202020204" pitchFamily="34" charset="0"/>
              <a:buNone/>
            </a:pPr>
            <a:r>
              <a:rPr lang="en-US" b="1"/>
              <a:t>Version Control Benefits</a:t>
            </a:r>
          </a:p>
          <a:p>
            <a:pPr marL="0" lvl="1" indent="0">
              <a:buFont typeface="Arial" panose="020B0604020202020204" pitchFamily="34" charset="0"/>
              <a:buNone/>
            </a:pPr>
            <a:r>
              <a:t>Pipeline definitions under version control facilitate change tracking and easy rollback when needed.</a:t>
            </a:r>
            <a:endParaRPr lang="en-US"/>
          </a:p>
        </p:txBody>
      </p:sp>
      <p:pic>
        <p:nvPicPr>
          <p:cNvPr id="5" name="Content Placeholder 4" descr="fourth industrial revolution technology concept">
            <a:extLst>
              <a:ext uri="{FF2B5EF4-FFF2-40B4-BE49-F238E27FC236}">
                <a16:creationId xmlns:a16="http://schemas.microsoft.com/office/drawing/2014/main" id="{31F34283-AFC4-4C3E-AB62-23ACE7EACCE6}"/>
              </a:ext>
            </a:extLst>
          </p:cNvPr>
          <p:cNvPicPr>
            <a:picLocks noGrp="1" noChangeAspect="1"/>
          </p:cNvPicPr>
          <p:nvPr>
            <p:ph type="pic" sz="quarter" idx="18"/>
          </p:nvPr>
        </p:nvPicPr>
        <p:blipFill>
          <a:blip r:embed="rId3"/>
          <a:srcRect l="39129" r="39513" b="1"/>
          <a:stretch>
            <a:fillRect/>
          </a:stretch>
        </p:blipFill>
        <p:spPr>
          <a:xfrm>
            <a:off x="9521861" y="269622"/>
            <a:ext cx="2395728" cy="6309360"/>
          </a:xfrm>
          <a:prstGeom prst="rect">
            <a:avLst/>
          </a:prstGeom>
          <a:noFill/>
        </p:spPr>
      </p:pic>
    </p:spTree>
    <p:extLst>
      <p:ext uri="{BB962C8B-B14F-4D97-AF65-F5344CB8AC3E}">
        <p14:creationId xmlns:p14="http://schemas.microsoft.com/office/powerpoint/2010/main" val="29219175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2CB6E-4BA1-19F8-4C2D-E6319584398A}"/>
              </a:ext>
            </a:extLst>
          </p:cNvPr>
          <p:cNvSpPr>
            <a:spLocks noGrp="1"/>
          </p:cNvSpPr>
          <p:nvPr>
            <p:ph type="ctrTitle"/>
          </p:nvPr>
        </p:nvSpPr>
        <p:spPr>
          <a:xfrm>
            <a:off x="612648" y="1417671"/>
            <a:ext cx="7909560" cy="4754529"/>
          </a:xfrm>
        </p:spPr>
        <p:txBody>
          <a:bodyPr anchor="b">
            <a:normAutofit/>
          </a:bodyPr>
          <a:lstStyle/>
          <a:p>
            <a:r>
              <a:rPr lang="en-US"/>
              <a:t>Pipeline Types and Syntax</a:t>
            </a:r>
          </a:p>
        </p:txBody>
      </p:sp>
    </p:spTree>
    <p:extLst>
      <p:ext uri="{BB962C8B-B14F-4D97-AF65-F5344CB8AC3E}">
        <p14:creationId xmlns:p14="http://schemas.microsoft.com/office/powerpoint/2010/main" val="31595959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AA0BE-6F82-8DF6-94D2-08A0CCD4581B}"/>
              </a:ext>
            </a:extLst>
          </p:cNvPr>
          <p:cNvSpPr>
            <a:spLocks noGrp="1"/>
          </p:cNvSpPr>
          <p:nvPr>
            <p:ph type="title"/>
          </p:nvPr>
        </p:nvSpPr>
        <p:spPr>
          <a:xfrm>
            <a:off x="612647" y="709099"/>
            <a:ext cx="10963656" cy="891101"/>
          </a:xfrm>
        </p:spPr>
        <p:txBody>
          <a:bodyPr anchor="b">
            <a:normAutofit/>
          </a:bodyPr>
          <a:lstStyle/>
          <a:p>
            <a:r>
              <a:rPr lang="en-US"/>
              <a:t>Freestyle vs Jenkins Pipeline</a:t>
            </a:r>
          </a:p>
        </p:txBody>
      </p:sp>
      <p:graphicFrame>
        <p:nvGraphicFramePr>
          <p:cNvPr id="5" name="Content Placeholder 4">
            <a:extLst>
              <a:ext uri="{FF2B5EF4-FFF2-40B4-BE49-F238E27FC236}">
                <a16:creationId xmlns:a16="http://schemas.microsoft.com/office/drawing/2014/main" id="{9B17B119-6D53-402D-97CF-E0381EDD0857}"/>
              </a:ext>
            </a:extLst>
          </p:cNvPr>
          <p:cNvGraphicFramePr>
            <a:graphicFrameLocks noGrp="1"/>
          </p:cNvGraphicFramePr>
          <p:nvPr>
            <p:ph idx="1"/>
          </p:nvPr>
        </p:nvGraphicFramePr>
        <p:xfrm>
          <a:off x="612647" y="2409205"/>
          <a:ext cx="10963657" cy="3478226"/>
        </p:xfrm>
        <a:graphic>
          <a:graphicData uri="http://schemas.openxmlformats.org/drawingml/2006/table">
            <a:tbl>
              <a:tblPr firstRow="1" bandRow="1">
                <a:noFill/>
                <a:tableStyleId>{5C22544A-7EE6-4342-B048-85BDC9FD1C3A}</a:tableStyleId>
              </a:tblPr>
              <a:tblGrid>
                <a:gridCol w="2762583">
                  <a:extLst>
                    <a:ext uri="{9D8B030D-6E8A-4147-A177-3AD203B41FA5}">
                      <a16:colId xmlns:a16="http://schemas.microsoft.com/office/drawing/2014/main" val="2377517105"/>
                    </a:ext>
                  </a:extLst>
                </a:gridCol>
                <a:gridCol w="4100537">
                  <a:extLst>
                    <a:ext uri="{9D8B030D-6E8A-4147-A177-3AD203B41FA5}">
                      <a16:colId xmlns:a16="http://schemas.microsoft.com/office/drawing/2014/main" val="4283387997"/>
                    </a:ext>
                  </a:extLst>
                </a:gridCol>
                <a:gridCol w="4100537">
                  <a:extLst>
                    <a:ext uri="{9D8B030D-6E8A-4147-A177-3AD203B41FA5}">
                      <a16:colId xmlns:a16="http://schemas.microsoft.com/office/drawing/2014/main" val="1151483742"/>
                    </a:ext>
                  </a:extLst>
                </a:gridCol>
              </a:tblGrid>
              <a:tr h="622456">
                <a:tc>
                  <a:txBody>
                    <a:bodyPr/>
                    <a:lstStyle/>
                    <a:p>
                      <a:pPr>
                        <a:buNone/>
                      </a:pPr>
                      <a:r>
                        <a:rPr lang="en-US" sz="1800" b="1" cap="all" spc="150">
                          <a:solidFill>
                            <a:schemeClr val="tx1"/>
                          </a:solidFill>
                        </a:rPr>
                        <a:t>Feature</a:t>
                      </a:r>
                    </a:p>
                  </a:txBody>
                  <a:tcPr marL="153904" marR="153904" marT="153904" marB="153904"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1800" b="1" cap="all" spc="150">
                          <a:solidFill>
                            <a:schemeClr val="tx1"/>
                          </a:solidFill>
                        </a:rPr>
                        <a:t>Freestyle Project</a:t>
                      </a:r>
                    </a:p>
                  </a:txBody>
                  <a:tcPr marL="153904" marR="153904" marT="153904" marB="153904" anchor="ctr">
                    <a:lnL w="12700" cmpd="sng">
                      <a:noFill/>
                    </a:lnL>
                    <a:lnR w="12700" cmpd="sng">
                      <a:noFill/>
                    </a:lnR>
                    <a:lnT w="6350" cap="flat" cmpd="sng" algn="ctr">
                      <a:noFill/>
                      <a:prstDash val="solid"/>
                    </a:lnT>
                    <a:lnB w="6350" cap="flat" cmpd="sng" algn="ctr">
                      <a:noFill/>
                      <a:prstDash val="solid"/>
                    </a:lnB>
                    <a:solidFill>
                      <a:schemeClr val="accent1"/>
                    </a:solidFill>
                  </a:tcPr>
                </a:tc>
                <a:tc>
                  <a:txBody>
                    <a:bodyPr/>
                    <a:lstStyle/>
                    <a:p>
                      <a:pPr>
                        <a:buNone/>
                      </a:pPr>
                      <a:r>
                        <a:rPr lang="en-US" sz="1800" b="1" cap="all" spc="150">
                          <a:solidFill>
                            <a:schemeClr val="tx1"/>
                          </a:solidFill>
                        </a:rPr>
                        <a:t>Jenkins Pipeline</a:t>
                      </a:r>
                    </a:p>
                  </a:txBody>
                  <a:tcPr marL="153904" marR="153904" marT="153904" marB="153904" anchor="ctr">
                    <a:lnL w="12700" cmpd="sng">
                      <a:noFill/>
                    </a:lnL>
                    <a:lnR w="12700" cmpd="sng">
                      <a:noFill/>
                    </a:lnR>
                    <a:lnT w="6350" cap="flat" cmpd="sng" algn="ctr">
                      <a:noFill/>
                      <a:prstDash val="solid"/>
                    </a:lnT>
                    <a:lnB w="6350" cap="flat" cmpd="sng" algn="ctr">
                      <a:noFill/>
                      <a:prstDash val="solid"/>
                    </a:lnB>
                    <a:solidFill>
                      <a:schemeClr val="accent1"/>
                    </a:solidFill>
                  </a:tcPr>
                </a:tc>
                <a:extLst>
                  <a:ext uri="{0D108BD9-81ED-4DB2-BD59-A6C34878D82A}">
                    <a16:rowId xmlns:a16="http://schemas.microsoft.com/office/drawing/2014/main" val="3975979891"/>
                  </a:ext>
                </a:extLst>
              </a:tr>
              <a:tr h="571154">
                <a:tc>
                  <a:txBody>
                    <a:bodyPr/>
                    <a:lstStyle/>
                    <a:p>
                      <a:pPr>
                        <a:buNone/>
                      </a:pPr>
                      <a:r>
                        <a:rPr lang="en-US" sz="1500" b="1" cap="none" spc="0">
                          <a:solidFill>
                            <a:schemeClr val="tx1"/>
                          </a:solidFill>
                        </a:rPr>
                        <a:t>Configuration</a:t>
                      </a:r>
                    </a:p>
                  </a:txBody>
                  <a:tcPr marL="153904" marR="153904" marT="153904" marB="153904"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GUI-based setup</a:t>
                      </a:r>
                    </a:p>
                  </a:txBody>
                  <a:tcPr marL="153904" marR="153904" marT="153904" marB="153904"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Code-based using DSL</a:t>
                      </a:r>
                    </a:p>
                  </a:txBody>
                  <a:tcPr marL="153904" marR="153904" marT="153904" marB="153904"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3321508650"/>
                  </a:ext>
                </a:extLst>
              </a:tr>
              <a:tr h="571154">
                <a:tc>
                  <a:txBody>
                    <a:bodyPr/>
                    <a:lstStyle/>
                    <a:p>
                      <a:pPr>
                        <a:buNone/>
                      </a:pPr>
                      <a:r>
                        <a:rPr lang="en-US" sz="1500" b="1" cap="none" spc="0">
                          <a:solidFill>
                            <a:schemeClr val="tx1"/>
                          </a:solidFill>
                        </a:rPr>
                        <a:t>Flexibility</a:t>
                      </a:r>
                    </a:p>
                  </a:txBody>
                  <a:tcPr marL="153904" marR="153904" marT="153904" marB="15390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Limited</a:t>
                      </a:r>
                    </a:p>
                  </a:txBody>
                  <a:tcPr marL="153904" marR="153904" marT="153904" marB="15390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Highly flexible</a:t>
                      </a:r>
                    </a:p>
                  </a:txBody>
                  <a:tcPr marL="153904" marR="153904" marT="153904" marB="15390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552793020"/>
                  </a:ext>
                </a:extLst>
              </a:tr>
              <a:tr h="571154">
                <a:tc>
                  <a:txBody>
                    <a:bodyPr/>
                    <a:lstStyle/>
                    <a:p>
                      <a:pPr>
                        <a:buNone/>
                      </a:pPr>
                      <a:r>
                        <a:rPr lang="en-US" sz="1500" b="1" cap="none" spc="0">
                          <a:solidFill>
                            <a:schemeClr val="tx1"/>
                          </a:solidFill>
                        </a:rPr>
                        <a:t>Reusability</a:t>
                      </a:r>
                    </a:p>
                  </a:txBody>
                  <a:tcPr marL="153904" marR="153904" marT="153904" marB="15390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Low</a:t>
                      </a:r>
                    </a:p>
                  </a:txBody>
                  <a:tcPr marL="153904" marR="153904" marT="153904" marB="15390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High</a:t>
                      </a:r>
                    </a:p>
                  </a:txBody>
                  <a:tcPr marL="153904" marR="153904" marT="153904" marB="15390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705736261"/>
                  </a:ext>
                </a:extLst>
              </a:tr>
              <a:tr h="571154">
                <a:tc>
                  <a:txBody>
                    <a:bodyPr/>
                    <a:lstStyle/>
                    <a:p>
                      <a:pPr>
                        <a:buNone/>
                      </a:pPr>
                      <a:r>
                        <a:rPr lang="en-US" sz="1500" b="1" cap="none" spc="0">
                          <a:solidFill>
                            <a:schemeClr val="tx1"/>
                          </a:solidFill>
                        </a:rPr>
                        <a:t>Complexity</a:t>
                      </a:r>
                    </a:p>
                  </a:txBody>
                  <a:tcPr marL="153904" marR="153904" marT="153904" marB="15390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Simple builds</a:t>
                      </a:r>
                    </a:p>
                  </a:txBody>
                  <a:tcPr marL="153904" marR="153904" marT="153904" marB="15390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500" cap="none" spc="0">
                          <a:solidFill>
                            <a:schemeClr val="tx1"/>
                          </a:solidFill>
                        </a:rPr>
                        <a:t>Complex workflows</a:t>
                      </a:r>
                    </a:p>
                  </a:txBody>
                  <a:tcPr marL="153904" marR="153904" marT="153904" marB="153904"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838857679"/>
                  </a:ext>
                </a:extLst>
              </a:tr>
              <a:tr h="571154">
                <a:tc>
                  <a:txBody>
                    <a:bodyPr/>
                    <a:lstStyle/>
                    <a:p>
                      <a:pPr>
                        <a:buNone/>
                      </a:pPr>
                      <a:r>
                        <a:rPr lang="en-US" sz="1500" b="1" cap="none" spc="0">
                          <a:solidFill>
                            <a:schemeClr val="tx1"/>
                          </a:solidFill>
                        </a:rPr>
                        <a:t>Learning Curve</a:t>
                      </a:r>
                    </a:p>
                  </a:txBody>
                  <a:tcPr marL="153904" marR="153904" marT="153904" marB="153904"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500" cap="none" spc="0">
                          <a:solidFill>
                            <a:schemeClr val="tx1"/>
                          </a:solidFill>
                        </a:rPr>
                        <a:t>Easy</a:t>
                      </a:r>
                    </a:p>
                  </a:txBody>
                  <a:tcPr marL="153904" marR="153904" marT="153904" marB="153904"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tc>
                  <a:txBody>
                    <a:bodyPr/>
                    <a:lstStyle/>
                    <a:p>
                      <a:pPr>
                        <a:buNone/>
                      </a:pPr>
                      <a:r>
                        <a:rPr lang="en-US" sz="1500" cap="none" spc="0">
                          <a:solidFill>
                            <a:schemeClr val="tx1"/>
                          </a:solidFill>
                        </a:rPr>
                        <a:t>Requires scripting</a:t>
                      </a:r>
                    </a:p>
                  </a:txBody>
                  <a:tcPr marL="153904" marR="153904" marT="153904" marB="153904" anchor="ctr">
                    <a:lnL w="12700" cmpd="sng">
                      <a:noFill/>
                      <a:prstDash val="solid"/>
                    </a:lnL>
                    <a:lnR w="12700" cmpd="sng">
                      <a:noFill/>
                      <a:prstDash val="solid"/>
                    </a:lnR>
                    <a:lnT w="6350" cap="flat" cmpd="sng" algn="ctr">
                      <a:solidFill>
                        <a:schemeClr val="tx1"/>
                      </a:solidFill>
                      <a:prstDash val="solid"/>
                    </a:lnT>
                    <a:lnB w="9525" cap="flat" cmpd="sng" algn="ctr">
                      <a:noFill/>
                      <a:prstDash val="solid"/>
                    </a:lnB>
                    <a:noFill/>
                  </a:tcPr>
                </a:tc>
                <a:extLst>
                  <a:ext uri="{0D108BD9-81ED-4DB2-BD59-A6C34878D82A}">
                    <a16:rowId xmlns:a16="http://schemas.microsoft.com/office/drawing/2014/main" val="1401489640"/>
                  </a:ext>
                </a:extLst>
              </a:tr>
            </a:tbl>
          </a:graphicData>
        </a:graphic>
      </p:graphicFrame>
    </p:spTree>
    <p:extLst>
      <p:ext uri="{BB962C8B-B14F-4D97-AF65-F5344CB8AC3E}">
        <p14:creationId xmlns:p14="http://schemas.microsoft.com/office/powerpoint/2010/main" val="257184642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DB1DB-B51C-1E7E-B469-82A3219FD451}"/>
              </a:ext>
            </a:extLst>
          </p:cNvPr>
          <p:cNvSpPr>
            <a:spLocks noGrp="1"/>
          </p:cNvSpPr>
          <p:nvPr>
            <p:ph type="title"/>
          </p:nvPr>
        </p:nvSpPr>
        <p:spPr>
          <a:xfrm>
            <a:off x="612647" y="709099"/>
            <a:ext cx="10963656" cy="891101"/>
          </a:xfrm>
        </p:spPr>
        <p:txBody>
          <a:bodyPr anchor="b">
            <a:normAutofit/>
          </a:bodyPr>
          <a:lstStyle/>
          <a:p>
            <a:r>
              <a:rPr lang="en-US"/>
              <a:t>Scripted vs Declarative Pipelines</a:t>
            </a:r>
          </a:p>
        </p:txBody>
      </p:sp>
      <p:graphicFrame>
        <p:nvGraphicFramePr>
          <p:cNvPr id="5" name="Content Placeholder 4">
            <a:extLst>
              <a:ext uri="{FF2B5EF4-FFF2-40B4-BE49-F238E27FC236}">
                <a16:creationId xmlns:a16="http://schemas.microsoft.com/office/drawing/2014/main" id="{2F7F6295-097D-4609-9B51-B200EF0785BA}"/>
              </a:ext>
            </a:extLst>
          </p:cNvPr>
          <p:cNvGraphicFramePr>
            <a:graphicFrameLocks noGrp="1"/>
          </p:cNvGraphicFramePr>
          <p:nvPr>
            <p:ph idx="1"/>
          </p:nvPr>
        </p:nvGraphicFramePr>
        <p:xfrm>
          <a:off x="612647" y="2396123"/>
          <a:ext cx="10963657" cy="3504393"/>
        </p:xfrm>
        <a:graphic>
          <a:graphicData uri="http://schemas.openxmlformats.org/drawingml/2006/table">
            <a:tbl>
              <a:tblPr firstRow="1" bandRow="1">
                <a:noFill/>
                <a:tableStyleId>{5C22544A-7EE6-4342-B048-85BDC9FD1C3A}</a:tableStyleId>
              </a:tblPr>
              <a:tblGrid>
                <a:gridCol w="2700895">
                  <a:extLst>
                    <a:ext uri="{9D8B030D-6E8A-4147-A177-3AD203B41FA5}">
                      <a16:colId xmlns:a16="http://schemas.microsoft.com/office/drawing/2014/main" val="3570498156"/>
                    </a:ext>
                  </a:extLst>
                </a:gridCol>
                <a:gridCol w="4131381">
                  <a:extLst>
                    <a:ext uri="{9D8B030D-6E8A-4147-A177-3AD203B41FA5}">
                      <a16:colId xmlns:a16="http://schemas.microsoft.com/office/drawing/2014/main" val="2370615730"/>
                    </a:ext>
                  </a:extLst>
                </a:gridCol>
                <a:gridCol w="4131381">
                  <a:extLst>
                    <a:ext uri="{9D8B030D-6E8A-4147-A177-3AD203B41FA5}">
                      <a16:colId xmlns:a16="http://schemas.microsoft.com/office/drawing/2014/main" val="742361088"/>
                    </a:ext>
                  </a:extLst>
                </a:gridCol>
              </a:tblGrid>
              <a:tr h="627138">
                <a:tc>
                  <a:txBody>
                    <a:bodyPr/>
                    <a:lstStyle/>
                    <a:p>
                      <a:pPr>
                        <a:buNone/>
                      </a:pPr>
                      <a:r>
                        <a:rPr lang="en-US" sz="1800" b="1" cap="all" spc="150">
                          <a:solidFill>
                            <a:schemeClr val="tx1"/>
                          </a:solidFill>
                        </a:rPr>
                        <a:t>Feature</a:t>
                      </a:r>
                    </a:p>
                  </a:txBody>
                  <a:tcPr marL="155061" marR="155061" marT="155061" marB="155061"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800" b="1" cap="all" spc="150">
                          <a:solidFill>
                            <a:schemeClr val="tx1"/>
                          </a:solidFill>
                        </a:rPr>
                        <a:t>Scripted Syntax</a:t>
                      </a:r>
                    </a:p>
                  </a:txBody>
                  <a:tcPr marL="155061" marR="155061" marT="155061" marB="155061"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800" b="1" cap="all" spc="150">
                          <a:solidFill>
                            <a:schemeClr val="tx1"/>
                          </a:solidFill>
                        </a:rPr>
                        <a:t>Declarative Syntax</a:t>
                      </a:r>
                    </a:p>
                  </a:txBody>
                  <a:tcPr marL="155061" marR="155061" marT="155061" marB="155061" anchor="ctr">
                    <a:lnL w="12700" cmpd="sng">
                      <a:noFill/>
                    </a:lnL>
                    <a:lnR w="12700" cmpd="sng">
                      <a:noFill/>
                    </a:lnR>
                    <a:lnT w="6350" cap="flat" cmpd="sng" algn="ctr">
                      <a:noFill/>
                      <a:prstDash val="solid"/>
                    </a:lnT>
                    <a:lnB w="28575" cap="flat" cmpd="sng" algn="ctr">
                      <a:solidFill>
                        <a:schemeClr val="accent1"/>
                      </a:solidFill>
                      <a:prstDash val="solid"/>
                    </a:lnB>
                    <a:noFill/>
                  </a:tcPr>
                </a:tc>
                <a:extLst>
                  <a:ext uri="{0D108BD9-81ED-4DB2-BD59-A6C34878D82A}">
                    <a16:rowId xmlns:a16="http://schemas.microsoft.com/office/drawing/2014/main" val="3106862296"/>
                  </a:ext>
                </a:extLst>
              </a:tr>
              <a:tr h="575451">
                <a:tc>
                  <a:txBody>
                    <a:bodyPr/>
                    <a:lstStyle/>
                    <a:p>
                      <a:pPr>
                        <a:buNone/>
                      </a:pPr>
                      <a:r>
                        <a:rPr lang="en-US" sz="1500" b="1" cap="none" spc="0">
                          <a:solidFill>
                            <a:schemeClr val="tx1"/>
                          </a:solidFill>
                        </a:rPr>
                        <a:t>Approach</a:t>
                      </a:r>
                    </a:p>
                  </a:txBody>
                  <a:tcPr marL="155061" marR="155061" marT="155061" marB="155061"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500" cap="none" spc="0">
                          <a:solidFill>
                            <a:schemeClr val="tx1"/>
                          </a:solidFill>
                        </a:rPr>
                        <a:t>Traditional</a:t>
                      </a:r>
                    </a:p>
                  </a:txBody>
                  <a:tcPr marL="155061" marR="155061" marT="155061" marB="155061"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500" cap="none" spc="0">
                          <a:solidFill>
                            <a:schemeClr val="tx1"/>
                          </a:solidFill>
                        </a:rPr>
                        <a:t>Modern</a:t>
                      </a:r>
                    </a:p>
                  </a:txBody>
                  <a:tcPr marL="155061" marR="155061" marT="155061" marB="155061"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extLst>
                  <a:ext uri="{0D108BD9-81ED-4DB2-BD59-A6C34878D82A}">
                    <a16:rowId xmlns:a16="http://schemas.microsoft.com/office/drawing/2014/main" val="2467226782"/>
                  </a:ext>
                </a:extLst>
              </a:tr>
              <a:tr h="575451">
                <a:tc>
                  <a:txBody>
                    <a:bodyPr/>
                    <a:lstStyle/>
                    <a:p>
                      <a:pPr>
                        <a:buNone/>
                      </a:pPr>
                      <a:r>
                        <a:rPr lang="en-US" sz="1500" b="1" cap="none" spc="0">
                          <a:solidFill>
                            <a:schemeClr val="tx1"/>
                          </a:solidFill>
                        </a:rPr>
                        <a:t>Syntax</a:t>
                      </a:r>
                    </a:p>
                  </a:txBody>
                  <a:tcPr marL="155061" marR="155061" marT="155061" marB="155061"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500" cap="none" spc="0">
                          <a:solidFill>
                            <a:schemeClr val="tx1"/>
                          </a:solidFill>
                        </a:rPr>
                        <a:t>Imperative</a:t>
                      </a:r>
                    </a:p>
                  </a:txBody>
                  <a:tcPr marL="155061" marR="155061" marT="155061" marB="155061"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500" cap="none" spc="0">
                          <a:solidFill>
                            <a:schemeClr val="tx1"/>
                          </a:solidFill>
                        </a:rPr>
                        <a:t>Declarative</a:t>
                      </a:r>
                    </a:p>
                  </a:txBody>
                  <a:tcPr marL="155061" marR="155061" marT="155061" marB="155061"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042621429"/>
                  </a:ext>
                </a:extLst>
              </a:tr>
              <a:tr h="575451">
                <a:tc>
                  <a:txBody>
                    <a:bodyPr/>
                    <a:lstStyle/>
                    <a:p>
                      <a:pPr>
                        <a:buNone/>
                      </a:pPr>
                      <a:r>
                        <a:rPr lang="en-US" sz="1500" b="1" cap="none" spc="0">
                          <a:solidFill>
                            <a:schemeClr val="tx1"/>
                          </a:solidFill>
                        </a:rPr>
                        <a:t>Integration</a:t>
                      </a:r>
                    </a:p>
                  </a:txBody>
                  <a:tcPr marL="155061" marR="155061" marT="155061" marB="155061"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500" cap="none" spc="0">
                          <a:solidFill>
                            <a:schemeClr val="tx1"/>
                          </a:solidFill>
                        </a:rPr>
                        <a:t>No Blue Ocean support</a:t>
                      </a:r>
                    </a:p>
                  </a:txBody>
                  <a:tcPr marL="155061" marR="155061" marT="155061" marB="155061"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500" cap="none" spc="0">
                          <a:solidFill>
                            <a:schemeClr val="tx1"/>
                          </a:solidFill>
                        </a:rPr>
                        <a:t>Supports Blue Ocean</a:t>
                      </a:r>
                    </a:p>
                  </a:txBody>
                  <a:tcPr marL="155061" marR="155061" marT="155061" marB="155061"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954111877"/>
                  </a:ext>
                </a:extLst>
              </a:tr>
              <a:tr h="575451">
                <a:tc>
                  <a:txBody>
                    <a:bodyPr/>
                    <a:lstStyle/>
                    <a:p>
                      <a:pPr>
                        <a:buNone/>
                      </a:pPr>
                      <a:r>
                        <a:rPr lang="en-US" sz="1500" b="1" cap="none" spc="0">
                          <a:solidFill>
                            <a:schemeClr val="tx1"/>
                          </a:solidFill>
                        </a:rPr>
                        <a:t>Error Handling</a:t>
                      </a:r>
                    </a:p>
                  </a:txBody>
                  <a:tcPr marL="155061" marR="155061" marT="155061" marB="155061"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500" cap="none" spc="0">
                          <a:solidFill>
                            <a:schemeClr val="tx1"/>
                          </a:solidFill>
                        </a:rPr>
                        <a:t>Manual</a:t>
                      </a:r>
                    </a:p>
                  </a:txBody>
                  <a:tcPr marL="155061" marR="155061" marT="155061" marB="155061"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500" cap="none" spc="0">
                          <a:solidFill>
                            <a:schemeClr val="tx1"/>
                          </a:solidFill>
                        </a:rPr>
                        <a:t>Automatic</a:t>
                      </a:r>
                    </a:p>
                  </a:txBody>
                  <a:tcPr marL="155061" marR="155061" marT="155061" marB="155061"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794606280"/>
                  </a:ext>
                </a:extLst>
              </a:tr>
              <a:tr h="575451">
                <a:tc>
                  <a:txBody>
                    <a:bodyPr/>
                    <a:lstStyle/>
                    <a:p>
                      <a:pPr>
                        <a:buNone/>
                      </a:pPr>
                      <a:r>
                        <a:rPr lang="en-US" sz="1500" b="1" cap="none" spc="0">
                          <a:solidFill>
                            <a:schemeClr val="tx1"/>
                          </a:solidFill>
                        </a:rPr>
                        <a:t>Structure</a:t>
                      </a:r>
                    </a:p>
                  </a:txBody>
                  <a:tcPr marL="155061" marR="155061" marT="155061" marB="155061"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500" cap="none" spc="0">
                          <a:solidFill>
                            <a:schemeClr val="tx1"/>
                          </a:solidFill>
                        </a:rPr>
                        <a:t>Less structured</a:t>
                      </a:r>
                    </a:p>
                  </a:txBody>
                  <a:tcPr marL="155061" marR="155061" marT="155061" marB="155061"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500" cap="none" spc="0">
                          <a:solidFill>
                            <a:schemeClr val="tx1"/>
                          </a:solidFill>
                        </a:rPr>
                        <a:t>Highly structured</a:t>
                      </a:r>
                    </a:p>
                  </a:txBody>
                  <a:tcPr marL="155061" marR="155061" marT="155061" marB="155061"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658868826"/>
                  </a:ext>
                </a:extLst>
              </a:tr>
            </a:tbl>
          </a:graphicData>
        </a:graphic>
      </p:graphicFrame>
    </p:spTree>
    <p:extLst>
      <p:ext uri="{BB962C8B-B14F-4D97-AF65-F5344CB8AC3E}">
        <p14:creationId xmlns:p14="http://schemas.microsoft.com/office/powerpoint/2010/main" val="315935262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2C770-617F-0040-A236-B300A88ED2E9}"/>
              </a:ext>
            </a:extLst>
          </p:cNvPr>
          <p:cNvSpPr>
            <a:spLocks noGrp="1"/>
          </p:cNvSpPr>
          <p:nvPr>
            <p:ph type="ctrTitle"/>
          </p:nvPr>
        </p:nvSpPr>
        <p:spPr>
          <a:xfrm>
            <a:off x="612648" y="1417671"/>
            <a:ext cx="7909560" cy="4754529"/>
          </a:xfrm>
        </p:spPr>
        <p:txBody>
          <a:bodyPr anchor="b">
            <a:normAutofit/>
          </a:bodyPr>
          <a:lstStyle/>
          <a:p>
            <a:r>
              <a:rPr lang="en-US"/>
              <a:t>Advanced Pipeline Features</a:t>
            </a:r>
          </a:p>
        </p:txBody>
      </p:sp>
    </p:spTree>
    <p:extLst>
      <p:ext uri="{BB962C8B-B14F-4D97-AF65-F5344CB8AC3E}">
        <p14:creationId xmlns:p14="http://schemas.microsoft.com/office/powerpoint/2010/main" val="137769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28A3D-877C-EEA1-F602-5859ACAC84C6}"/>
              </a:ext>
            </a:extLst>
          </p:cNvPr>
          <p:cNvSpPr>
            <a:spLocks noGrp="1"/>
          </p:cNvSpPr>
          <p:nvPr>
            <p:ph type="title"/>
          </p:nvPr>
        </p:nvSpPr>
        <p:spPr>
          <a:xfrm>
            <a:off x="612647" y="681037"/>
            <a:ext cx="10963655" cy="919162"/>
          </a:xfrm>
        </p:spPr>
        <p:txBody>
          <a:bodyPr anchor="b">
            <a:normAutofit/>
          </a:bodyPr>
          <a:lstStyle/>
          <a:p>
            <a:r>
              <a:rPr lang="en-US"/>
              <a:t>Jenkinsfile and Pipeline Variables</a:t>
            </a:r>
          </a:p>
        </p:txBody>
      </p:sp>
      <p:pic>
        <p:nvPicPr>
          <p:cNvPr id="5" name="Content Placeholder 4" descr="Global communication and collaboration intricately involving electronic ropes and keys through social networking of smart phones equipped with AI.">
            <a:extLst>
              <a:ext uri="{FF2B5EF4-FFF2-40B4-BE49-F238E27FC236}">
                <a16:creationId xmlns:a16="http://schemas.microsoft.com/office/drawing/2014/main" id="{07C39D7D-8DFD-40B7-9F94-F939A725E2A7}"/>
              </a:ext>
            </a:extLst>
          </p:cNvPr>
          <p:cNvPicPr>
            <a:picLocks noGrp="1" noChangeAspect="1"/>
          </p:cNvPicPr>
          <p:nvPr>
            <p:ph sz="quarter" idx="15"/>
          </p:nvPr>
        </p:nvPicPr>
        <p:blipFill>
          <a:blip r:embed="rId3"/>
          <a:srcRect l="15061" r="7088" b="-1"/>
          <a:stretch>
            <a:fillRect/>
          </a:stretch>
        </p:blipFill>
        <p:spPr>
          <a:xfrm>
            <a:off x="612775" y="1825625"/>
            <a:ext cx="5074920" cy="4351338"/>
          </a:xfrm>
          <a:prstGeom prst="rect">
            <a:avLst/>
          </a:prstGeom>
          <a:noFill/>
        </p:spPr>
      </p:pic>
      <p:sp>
        <p:nvSpPr>
          <p:cNvPr id="4" name="Content Placeholder 3">
            <a:extLst>
              <a:ext uri="{FF2B5EF4-FFF2-40B4-BE49-F238E27FC236}">
                <a16:creationId xmlns:a16="http://schemas.microsoft.com/office/drawing/2014/main" id="{3C6DED5A-0F84-18F0-69B4-61DE180415D1}"/>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501065" y="1825625"/>
            <a:ext cx="5075237" cy="4351338"/>
          </a:xfrm>
        </p:spPr>
        <p:txBody>
          <a:bodyPr>
            <a:normAutofit/>
          </a:bodyPr>
          <a:lstStyle/>
          <a:p>
            <a:pPr marL="0" indent="0">
              <a:spcBef>
                <a:spcPts val="2500"/>
              </a:spcBef>
              <a:buFont typeface="Arial" panose="020B0604020202020204" pitchFamily="34" charset="0"/>
              <a:buNone/>
            </a:pPr>
            <a:r>
              <a:rPr lang="en-US" b="1"/>
              <a:t>Jenkinsfile Structure</a:t>
            </a:r>
          </a:p>
          <a:p>
            <a:pPr marL="0" lvl="1" indent="0">
              <a:buFont typeface="Arial" panose="020B0604020202020204" pitchFamily="34" charset="0"/>
              <a:buNone/>
            </a:pPr>
            <a:r>
              <a:t>A Jenkinsfile defines pipeline components like pipeline block, agent directive, and stages section in source control.</a:t>
            </a:r>
            <a:endParaRPr lang="en-US"/>
          </a:p>
          <a:p>
            <a:pPr marL="0" indent="0">
              <a:spcBef>
                <a:spcPts val="2500"/>
              </a:spcBef>
              <a:buFont typeface="Arial" panose="020B0604020202020204" pitchFamily="34" charset="0"/>
              <a:buNone/>
            </a:pPr>
            <a:r>
              <a:rPr lang="en-US" b="1"/>
              <a:t>Configuration Approaches</a:t>
            </a:r>
          </a:p>
          <a:p>
            <a:pPr marL="0" lvl="1" indent="0">
              <a:buFont typeface="Arial" panose="020B0604020202020204" pitchFamily="34" charset="0"/>
              <a:buNone/>
            </a:pPr>
            <a:r>
              <a:t>Supports direct scripting and referencing external scripts from Git repositories for pipeline configuration.</a:t>
            </a:r>
            <a:endParaRPr lang="en-US"/>
          </a:p>
          <a:p>
            <a:pPr marL="0" indent="0">
              <a:spcBef>
                <a:spcPts val="2500"/>
              </a:spcBef>
              <a:buFont typeface="Arial" panose="020B0604020202020204" pitchFamily="34" charset="0"/>
              <a:buNone/>
            </a:pPr>
            <a:r>
              <a:rPr lang="en-US" b="1"/>
              <a:t>Pipeline Variables Usage</a:t>
            </a:r>
          </a:p>
          <a:p>
            <a:pPr marL="0" lvl="1" indent="0">
              <a:buFont typeface="Arial" panose="020B0604020202020204" pitchFamily="34" charset="0"/>
              <a:buNone/>
            </a:pPr>
            <a:r>
              <a:t>Pipeline variables allow dynamic values, environment-specific settings, and secure credentials management.</a:t>
            </a:r>
            <a:endParaRPr lang="en-US"/>
          </a:p>
        </p:txBody>
      </p:sp>
    </p:spTree>
    <p:extLst>
      <p:ext uri="{BB962C8B-B14F-4D97-AF65-F5344CB8AC3E}">
        <p14:creationId xmlns:p14="http://schemas.microsoft.com/office/powerpoint/2010/main" val="26945562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0100C-4415-093C-CEF1-BEF8D500F054}"/>
              </a:ext>
            </a:extLst>
          </p:cNvPr>
          <p:cNvSpPr>
            <a:spLocks noGrp="1"/>
          </p:cNvSpPr>
          <p:nvPr>
            <p:ph type="title"/>
          </p:nvPr>
        </p:nvSpPr>
        <p:spPr>
          <a:xfrm>
            <a:off x="7924800" y="671136"/>
            <a:ext cx="3657474" cy="909797"/>
          </a:xfrm>
        </p:spPr>
        <p:txBody>
          <a:bodyPr anchor="b">
            <a:normAutofit/>
          </a:bodyPr>
          <a:lstStyle/>
          <a:p>
            <a:r>
              <a:rPr lang="en-US" sz="2200"/>
              <a:t>Multibranch Pipeline and Docker Integration</a:t>
            </a:r>
          </a:p>
        </p:txBody>
      </p:sp>
      <p:pic>
        <p:nvPicPr>
          <p:cNvPr id="5" name="Content Placeholder 4" descr="Internet Network of Connected Devices and Apps.">
            <a:extLst>
              <a:ext uri="{FF2B5EF4-FFF2-40B4-BE49-F238E27FC236}">
                <a16:creationId xmlns:a16="http://schemas.microsoft.com/office/drawing/2014/main" id="{C9F92511-2AD9-442A-B2EF-435D66C6F009}"/>
              </a:ext>
            </a:extLst>
          </p:cNvPr>
          <p:cNvPicPr>
            <a:picLocks noGrp="1" noChangeAspect="1"/>
          </p:cNvPicPr>
          <p:nvPr>
            <p:ph type="pic" sz="quarter" idx="18"/>
          </p:nvPr>
        </p:nvPicPr>
        <p:blipFill>
          <a:blip r:embed="rId3"/>
          <a:stretch/>
        </p:blipFill>
        <p:spPr>
          <a:xfrm>
            <a:off x="272796" y="1165963"/>
            <a:ext cx="6766560" cy="4516678"/>
          </a:xfrm>
          <a:prstGeom prst="rect">
            <a:avLst/>
          </a:prstGeom>
          <a:noFill/>
        </p:spPr>
      </p:pic>
      <p:sp>
        <p:nvSpPr>
          <p:cNvPr id="4" name="Content Placeholder 3">
            <a:extLst>
              <a:ext uri="{FF2B5EF4-FFF2-40B4-BE49-F238E27FC236}">
                <a16:creationId xmlns:a16="http://schemas.microsoft.com/office/drawing/2014/main" id="{98841442-0AAF-DAEE-EB6F-A2B82E2D1F5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924801" y="2133602"/>
            <a:ext cx="3657600" cy="3352800"/>
          </a:xfrm>
        </p:spPr>
        <p:txBody>
          <a:bodyPr>
            <a:normAutofit/>
          </a:bodyPr>
          <a:lstStyle/>
          <a:p>
            <a:pPr marL="0" indent="0">
              <a:lnSpc>
                <a:spcPct val="110000"/>
              </a:lnSpc>
              <a:spcBef>
                <a:spcPts val="2500"/>
              </a:spcBef>
              <a:buFont typeface="Arial" panose="020B0604020202020204" pitchFamily="34" charset="0"/>
              <a:buNone/>
            </a:pPr>
            <a:r>
              <a:rPr lang="en-US" sz="1200" b="1"/>
              <a:t>Multibranch Pipelines</a:t>
            </a:r>
          </a:p>
          <a:p>
            <a:pPr marL="0" lvl="1" indent="0">
              <a:lnSpc>
                <a:spcPct val="110000"/>
              </a:lnSpc>
              <a:buFont typeface="Arial" panose="020B0604020202020204" pitchFamily="34" charset="0"/>
              <a:buNone/>
            </a:pPr>
            <a:r>
              <a:rPr lang="en-US" sz="1200"/>
              <a:t>Automatically creates pipelines for each repository branch to support parallel development and custom configurations.</a:t>
            </a:r>
          </a:p>
          <a:p>
            <a:pPr marL="0" indent="0">
              <a:lnSpc>
                <a:spcPct val="110000"/>
              </a:lnSpc>
              <a:spcBef>
                <a:spcPts val="2500"/>
              </a:spcBef>
              <a:buFont typeface="Arial" panose="020B0604020202020204" pitchFamily="34" charset="0"/>
              <a:buNone/>
            </a:pPr>
            <a:r>
              <a:rPr lang="en-US" sz="1200" b="1"/>
              <a:t>Docker Integration</a:t>
            </a:r>
          </a:p>
          <a:p>
            <a:pPr marL="0" lvl="1" indent="0">
              <a:lnSpc>
                <a:spcPct val="110000"/>
              </a:lnSpc>
              <a:buFont typeface="Arial" panose="020B0604020202020204" pitchFamily="34" charset="0"/>
              <a:buNone/>
            </a:pPr>
            <a:r>
              <a:rPr lang="en-US" sz="1200"/>
              <a:t>Runs builds and tests inside Docker containers, ensuring consistent and portable environments.</a:t>
            </a:r>
          </a:p>
          <a:p>
            <a:pPr marL="0" indent="0">
              <a:lnSpc>
                <a:spcPct val="110000"/>
              </a:lnSpc>
              <a:spcBef>
                <a:spcPts val="2500"/>
              </a:spcBef>
              <a:buFont typeface="Arial" panose="020B0604020202020204" pitchFamily="34" charset="0"/>
              <a:buNone/>
            </a:pPr>
            <a:r>
              <a:rPr lang="en-US" sz="1200" b="1"/>
              <a:t>Docker Plugin Features</a:t>
            </a:r>
          </a:p>
          <a:p>
            <a:pPr marL="0" lvl="1" indent="0">
              <a:lnSpc>
                <a:spcPct val="110000"/>
              </a:lnSpc>
              <a:buFont typeface="Arial" panose="020B0604020202020204" pitchFamily="34" charset="0"/>
              <a:buNone/>
            </a:pPr>
            <a:r>
              <a:rPr lang="en-US" sz="1200"/>
              <a:t>Enables building images, deploying containers, and pushing images to registries, enhancing CI/CD workflows.</a:t>
            </a:r>
          </a:p>
        </p:txBody>
      </p:sp>
    </p:spTree>
    <p:extLst>
      <p:ext uri="{BB962C8B-B14F-4D97-AF65-F5344CB8AC3E}">
        <p14:creationId xmlns:p14="http://schemas.microsoft.com/office/powerpoint/2010/main" val="910282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DA405-4583-0954-31BB-7E60E35568CA}"/>
              </a:ext>
            </a:extLst>
          </p:cNvPr>
          <p:cNvSpPr>
            <a:spLocks noGrp="1"/>
          </p:cNvSpPr>
          <p:nvPr>
            <p:ph type="ctrTitle"/>
          </p:nvPr>
        </p:nvSpPr>
        <p:spPr>
          <a:xfrm>
            <a:off x="612648" y="1417671"/>
            <a:ext cx="7909560" cy="4754529"/>
          </a:xfrm>
        </p:spPr>
        <p:txBody>
          <a:bodyPr anchor="b">
            <a:normAutofit/>
          </a:bodyPr>
          <a:lstStyle/>
          <a:p>
            <a:r>
              <a:rPr lang="en-US" sz="6500"/>
              <a:t>Security and Administration</a:t>
            </a:r>
          </a:p>
        </p:txBody>
      </p:sp>
    </p:spTree>
    <p:extLst>
      <p:ext uri="{BB962C8B-B14F-4D97-AF65-F5344CB8AC3E}">
        <p14:creationId xmlns:p14="http://schemas.microsoft.com/office/powerpoint/2010/main" val="32768610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87FD1-DC6F-EF76-B6A5-9DD696D04F9A}"/>
              </a:ext>
            </a:extLst>
          </p:cNvPr>
          <p:cNvSpPr>
            <a:spLocks noGrp="1"/>
          </p:cNvSpPr>
          <p:nvPr>
            <p:ph type="title"/>
          </p:nvPr>
        </p:nvSpPr>
        <p:spPr>
          <a:xfrm>
            <a:off x="7004302" y="685800"/>
            <a:ext cx="4572001" cy="895139"/>
          </a:xfrm>
        </p:spPr>
        <p:txBody>
          <a:bodyPr anchor="b">
            <a:normAutofit/>
          </a:bodyPr>
          <a:lstStyle/>
          <a:p>
            <a:r>
              <a:rPr lang="en-US" sz="3000"/>
              <a:t>Authentication and Authorization</a:t>
            </a:r>
          </a:p>
        </p:txBody>
      </p:sp>
      <p:pic>
        <p:nvPicPr>
          <p:cNvPr id="5" name="Content Placeholder 4" descr="Login web form">
            <a:extLst>
              <a:ext uri="{FF2B5EF4-FFF2-40B4-BE49-F238E27FC236}">
                <a16:creationId xmlns:a16="http://schemas.microsoft.com/office/drawing/2014/main" id="{D4A2E9E1-869C-4BCA-965C-056C995D0CC2}"/>
              </a:ext>
            </a:extLst>
          </p:cNvPr>
          <p:cNvPicPr>
            <a:picLocks noGrp="1" noChangeAspect="1"/>
          </p:cNvPicPr>
          <p:nvPr>
            <p:ph type="pic" sz="quarter" idx="18"/>
          </p:nvPr>
        </p:nvPicPr>
        <p:blipFill>
          <a:blip r:embed="rId3"/>
          <a:srcRect l="20164" r="14907" b="-2"/>
          <a:stretch>
            <a:fillRect/>
          </a:stretch>
        </p:blipFill>
        <p:spPr>
          <a:xfrm>
            <a:off x="271445" y="274320"/>
            <a:ext cx="5852160" cy="6309360"/>
          </a:xfrm>
          <a:prstGeom prst="rect">
            <a:avLst/>
          </a:prstGeom>
          <a:noFill/>
        </p:spPr>
      </p:pic>
      <p:sp>
        <p:nvSpPr>
          <p:cNvPr id="4" name="Content Placeholder 3">
            <a:extLst>
              <a:ext uri="{FF2B5EF4-FFF2-40B4-BE49-F238E27FC236}">
                <a16:creationId xmlns:a16="http://schemas.microsoft.com/office/drawing/2014/main" id="{1C63A9E6-866C-843E-5B00-59AAEA9A92F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10400" y="2133606"/>
            <a:ext cx="4572001" cy="4038575"/>
          </a:xfrm>
        </p:spPr>
        <p:txBody>
          <a:bodyPr>
            <a:normAutofit/>
          </a:bodyPr>
          <a:lstStyle/>
          <a:p>
            <a:pPr marL="0" indent="0">
              <a:spcBef>
                <a:spcPts val="2500"/>
              </a:spcBef>
              <a:buFont typeface="Arial" panose="020B0604020202020204" pitchFamily="34" charset="0"/>
              <a:buNone/>
            </a:pPr>
            <a:r>
              <a:rPr lang="en-US" b="1"/>
              <a:t>Authentication Controls</a:t>
            </a:r>
          </a:p>
          <a:p>
            <a:pPr marL="0" lvl="1" indent="0">
              <a:buFont typeface="Arial" panose="020B0604020202020204" pitchFamily="34" charset="0"/>
              <a:buNone/>
            </a:pPr>
            <a:r>
              <a:t>Authentication verifies user identity to ensure only authorized users access Jenkins.</a:t>
            </a:r>
            <a:endParaRPr lang="en-US"/>
          </a:p>
          <a:p>
            <a:pPr marL="0" indent="0">
              <a:spcBef>
                <a:spcPts val="2500"/>
              </a:spcBef>
              <a:buFont typeface="Arial" panose="020B0604020202020204" pitchFamily="34" charset="0"/>
              <a:buNone/>
            </a:pPr>
            <a:r>
              <a:rPr lang="en-US" b="1"/>
              <a:t>Authorization Management</a:t>
            </a:r>
          </a:p>
          <a:p>
            <a:pPr marL="0" lvl="1" indent="0">
              <a:buFont typeface="Arial" panose="020B0604020202020204" pitchFamily="34" charset="0"/>
              <a:buNone/>
            </a:pPr>
            <a:r>
              <a:t>Authorization defines user roles and permissions to control access to Jenkins resources.</a:t>
            </a:r>
            <a:endParaRPr lang="en-US"/>
          </a:p>
          <a:p>
            <a:pPr marL="0" indent="0">
              <a:spcBef>
                <a:spcPts val="2500"/>
              </a:spcBef>
              <a:buFont typeface="Arial" panose="020B0604020202020204" pitchFamily="34" charset="0"/>
              <a:buNone/>
            </a:pPr>
            <a:r>
              <a:rPr lang="en-US" b="1"/>
              <a:t>Role-Based Plugins</a:t>
            </a:r>
          </a:p>
          <a:p>
            <a:pPr marL="0" lvl="1" indent="0">
              <a:buFont typeface="Arial" panose="020B0604020202020204" pitchFamily="34" charset="0"/>
              <a:buNone/>
            </a:pPr>
            <a:r>
              <a:t>Plugins like Role-based Authorization Strategy provide granular access control for securing jobs and data.</a:t>
            </a:r>
            <a:endParaRPr lang="en-US"/>
          </a:p>
        </p:txBody>
      </p:sp>
    </p:spTree>
    <p:extLst>
      <p:ext uri="{BB962C8B-B14F-4D97-AF65-F5344CB8AC3E}">
        <p14:creationId xmlns:p14="http://schemas.microsoft.com/office/powerpoint/2010/main" val="28483109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994DF-272A-4DB3-179B-C129F0285647}"/>
              </a:ext>
            </a:extLst>
          </p:cNvPr>
          <p:cNvSpPr>
            <a:spLocks noGrp="1"/>
          </p:cNvSpPr>
          <p:nvPr>
            <p:ph type="title"/>
          </p:nvPr>
        </p:nvSpPr>
        <p:spPr>
          <a:xfrm>
            <a:off x="612647" y="709099"/>
            <a:ext cx="3956305" cy="891101"/>
          </a:xfrm>
        </p:spPr>
        <p:txBody>
          <a:bodyPr anchor="b">
            <a:normAutofit/>
          </a:bodyPr>
          <a:lstStyle/>
          <a:p>
            <a:r>
              <a:rPr lang="en-US"/>
              <a:t>Backup and Maintenance</a:t>
            </a:r>
          </a:p>
        </p:txBody>
      </p:sp>
      <p:pic>
        <p:nvPicPr>
          <p:cNvPr id="5" name="Content Placeholder 4" descr="Modern data center and technology background">
            <a:extLst>
              <a:ext uri="{FF2B5EF4-FFF2-40B4-BE49-F238E27FC236}">
                <a16:creationId xmlns:a16="http://schemas.microsoft.com/office/drawing/2014/main" id="{177AF763-454B-4DB8-B9EC-CE65C5C6B726}"/>
              </a:ext>
            </a:extLst>
          </p:cNvPr>
          <p:cNvPicPr>
            <a:picLocks noGrp="1" noChangeAspect="1"/>
          </p:cNvPicPr>
          <p:nvPr>
            <p:ph type="pic" sz="quarter" idx="15"/>
          </p:nvPr>
        </p:nvPicPr>
        <p:blipFill>
          <a:blip r:embed="rId3"/>
          <a:srcRect l="17723" r="40871"/>
          <a:stretch>
            <a:fillRect/>
          </a:stretch>
        </p:blipFill>
        <p:spPr>
          <a:xfrm>
            <a:off x="986599" y="2480792"/>
            <a:ext cx="4224528" cy="3392424"/>
          </a:xfrm>
          <a:prstGeom prst="rect">
            <a:avLst/>
          </a:prstGeom>
          <a:noFill/>
        </p:spPr>
      </p:pic>
      <p:sp>
        <p:nvSpPr>
          <p:cNvPr id="4" name="Content Placeholder 3">
            <a:extLst>
              <a:ext uri="{FF2B5EF4-FFF2-40B4-BE49-F238E27FC236}">
                <a16:creationId xmlns:a16="http://schemas.microsoft.com/office/drawing/2014/main" id="{846C8D17-30AA-36CB-CD0A-BC951E936F4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5999" y="732155"/>
            <a:ext cx="5486401" cy="5405377"/>
          </a:xfrm>
        </p:spPr>
        <p:txBody>
          <a:bodyPr>
            <a:normAutofit/>
          </a:bodyPr>
          <a:lstStyle/>
          <a:p>
            <a:pPr marL="0" indent="0">
              <a:spcBef>
                <a:spcPts val="2500"/>
              </a:spcBef>
              <a:buFont typeface="Arial" panose="020B0604020202020204" pitchFamily="34" charset="0"/>
              <a:buNone/>
            </a:pPr>
            <a:r>
              <a:rPr lang="en-US" b="1"/>
              <a:t>Importance of Regular Backups</a:t>
            </a:r>
          </a:p>
          <a:p>
            <a:pPr marL="0" lvl="1" indent="0">
              <a:buFont typeface="Arial" panose="020B0604020202020204" pitchFamily="34" charset="0"/>
              <a:buNone/>
            </a:pPr>
            <a:r>
              <a:t>Regular backups protect Jenkins configurations and job data from loss and enable quick recovery.</a:t>
            </a:r>
            <a:endParaRPr lang="en-US"/>
          </a:p>
          <a:p>
            <a:pPr marL="0" indent="0">
              <a:spcBef>
                <a:spcPts val="2500"/>
              </a:spcBef>
              <a:buFont typeface="Arial" panose="020B0604020202020204" pitchFamily="34" charset="0"/>
              <a:buNone/>
            </a:pPr>
            <a:r>
              <a:rPr lang="en-US" b="1"/>
              <a:t>Backup Plugins Usage</a:t>
            </a:r>
          </a:p>
          <a:p>
            <a:pPr marL="0" lvl="1" indent="0">
              <a:buFont typeface="Arial" panose="020B0604020202020204" pitchFamily="34" charset="0"/>
              <a:buNone/>
            </a:pPr>
            <a:r>
              <a:t>Plugins like Thin Backup and Backup and Restore allow scheduled and manual data backups for Jenkins.</a:t>
            </a:r>
            <a:endParaRPr lang="en-US"/>
          </a:p>
          <a:p>
            <a:pPr marL="0" indent="0">
              <a:spcBef>
                <a:spcPts val="2500"/>
              </a:spcBef>
              <a:buFont typeface="Arial" panose="020B0604020202020204" pitchFamily="34" charset="0"/>
              <a:buNone/>
            </a:pPr>
            <a:r>
              <a:rPr lang="en-US" b="1"/>
              <a:t>Monitoring with Logging Plugins</a:t>
            </a:r>
          </a:p>
          <a:p>
            <a:pPr marL="0" lvl="1" indent="0">
              <a:buFont typeface="Arial" panose="020B0604020202020204" pitchFamily="34" charset="0"/>
              <a:buNone/>
            </a:pPr>
            <a:r>
              <a:t>Logging and build metrics plugins help monitor Jenkins performance and troubleshoot issues effectively.</a:t>
            </a:r>
            <a:endParaRPr lang="en-US"/>
          </a:p>
          <a:p>
            <a:pPr marL="0" indent="0">
              <a:spcBef>
                <a:spcPts val="2500"/>
              </a:spcBef>
              <a:buFont typeface="Arial" panose="020B0604020202020204" pitchFamily="34" charset="0"/>
              <a:buNone/>
            </a:pPr>
            <a:r>
              <a:rPr lang="en-US" b="1"/>
              <a:t>Ensuring System Reliability</a:t>
            </a:r>
          </a:p>
          <a:p>
            <a:pPr marL="0" lvl="1" indent="0">
              <a:buFont typeface="Arial" panose="020B0604020202020204" pitchFamily="34" charset="0"/>
              <a:buNone/>
            </a:pPr>
            <a:r>
              <a:t>Backup and maintenance practices ensure system stability and quick recovery from potential failures.</a:t>
            </a:r>
            <a:endParaRPr lang="en-US"/>
          </a:p>
        </p:txBody>
      </p:sp>
    </p:spTree>
    <p:extLst>
      <p:ext uri="{BB962C8B-B14F-4D97-AF65-F5344CB8AC3E}">
        <p14:creationId xmlns:p14="http://schemas.microsoft.com/office/powerpoint/2010/main" val="15590779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72485-97DD-881C-47FB-1DBB62448CDB}"/>
              </a:ext>
            </a:extLst>
          </p:cNvPr>
          <p:cNvSpPr>
            <a:spLocks noGrp="1"/>
          </p:cNvSpPr>
          <p:nvPr>
            <p:ph type="ctrTitle"/>
          </p:nvPr>
        </p:nvSpPr>
        <p:spPr>
          <a:xfrm>
            <a:off x="612648" y="1417671"/>
            <a:ext cx="7909560" cy="4754529"/>
          </a:xfrm>
        </p:spPr>
        <p:txBody>
          <a:bodyPr anchor="b">
            <a:normAutofit/>
          </a:bodyPr>
          <a:lstStyle/>
          <a:p>
            <a:r>
              <a:rPr lang="en-US"/>
              <a:t>Key Takeaways</a:t>
            </a:r>
          </a:p>
        </p:txBody>
      </p:sp>
    </p:spTree>
    <p:extLst>
      <p:ext uri="{BB962C8B-B14F-4D97-AF65-F5344CB8AC3E}">
        <p14:creationId xmlns:p14="http://schemas.microsoft.com/office/powerpoint/2010/main" val="4195860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EB341-9B87-0A94-5167-EA25E2183A33}"/>
              </a:ext>
            </a:extLst>
          </p:cNvPr>
          <p:cNvSpPr>
            <a:spLocks noGrp="1"/>
          </p:cNvSpPr>
          <p:nvPr>
            <p:ph type="title"/>
          </p:nvPr>
        </p:nvSpPr>
        <p:spPr>
          <a:xfrm>
            <a:off x="609600" y="709099"/>
            <a:ext cx="8019289" cy="891101"/>
          </a:xfrm>
        </p:spPr>
        <p:txBody>
          <a:bodyPr anchor="b">
            <a:normAutofit/>
          </a:bodyPr>
          <a:lstStyle/>
          <a:p>
            <a:r>
              <a:rPr lang="en-US"/>
              <a:t>Summary of Jenkins Pipeline Concepts</a:t>
            </a:r>
          </a:p>
        </p:txBody>
      </p:sp>
      <p:sp>
        <p:nvSpPr>
          <p:cNvPr id="4" name="Content Placeholder 3">
            <a:extLst>
              <a:ext uri="{FF2B5EF4-FFF2-40B4-BE49-F238E27FC236}">
                <a16:creationId xmlns:a16="http://schemas.microsoft.com/office/drawing/2014/main" id="{A1347978-6955-2F2E-2A35-F58B089AEAB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spcBef>
                <a:spcPts val="2500"/>
              </a:spcBef>
              <a:buFont typeface="Arial" panose="020B0604020202020204" pitchFamily="34" charset="0"/>
              <a:buNone/>
            </a:pPr>
            <a:r>
              <a:rPr lang="en-US" sz="1300" b="1"/>
              <a:t>Pipeline Syntax Types</a:t>
            </a:r>
          </a:p>
          <a:p>
            <a:pPr marL="0" lvl="1" indent="0">
              <a:buFont typeface="Arial" panose="020B0604020202020204" pitchFamily="34" charset="0"/>
              <a:buNone/>
            </a:pPr>
            <a:r>
              <a:rPr lang="en-US" sz="1300"/>
              <a:t>Jenkins pipelines support both scripted and declarative syntax styles, offering flexibility in defining workflows.</a:t>
            </a:r>
          </a:p>
          <a:p>
            <a:pPr marL="0" indent="0">
              <a:spcBef>
                <a:spcPts val="2500"/>
              </a:spcBef>
              <a:buFont typeface="Arial" panose="020B0604020202020204" pitchFamily="34" charset="0"/>
              <a:buNone/>
            </a:pPr>
            <a:r>
              <a:rPr lang="en-US" sz="1300" b="1"/>
              <a:t>Tool Integration</a:t>
            </a:r>
          </a:p>
          <a:p>
            <a:pPr marL="0" lvl="1" indent="0">
              <a:buFont typeface="Arial" panose="020B0604020202020204" pitchFamily="34" charset="0"/>
              <a:buNone/>
            </a:pPr>
            <a:r>
              <a:rPr lang="en-US" sz="1300"/>
              <a:t>Pipelines seamlessly integrate with tools like Docker, enabling containerized build and deployment processes.</a:t>
            </a:r>
          </a:p>
          <a:p>
            <a:pPr marL="0" indent="0">
              <a:spcBef>
                <a:spcPts val="2500"/>
              </a:spcBef>
              <a:buFont typeface="Arial" panose="020B0604020202020204" pitchFamily="34" charset="0"/>
              <a:buNone/>
            </a:pPr>
            <a:r>
              <a:rPr lang="en-US" sz="1300" b="1"/>
              <a:t>Advanced Pipeline Features</a:t>
            </a:r>
          </a:p>
          <a:p>
            <a:pPr marL="0" lvl="1" indent="0">
              <a:buFont typeface="Arial" panose="020B0604020202020204" pitchFamily="34" charset="0"/>
              <a:buNone/>
            </a:pPr>
            <a:r>
              <a:rPr lang="en-US" sz="1300"/>
              <a:t>Multibranch pipelines allow managing multiple branches, improving automation and workflow scalability.</a:t>
            </a:r>
          </a:p>
          <a:p>
            <a:pPr marL="0" indent="0">
              <a:spcBef>
                <a:spcPts val="2500"/>
              </a:spcBef>
              <a:buFont typeface="Arial" panose="020B0604020202020204" pitchFamily="34" charset="0"/>
              <a:buNone/>
            </a:pPr>
            <a:r>
              <a:rPr lang="en-US" sz="1300" b="1"/>
              <a:t>Security and Management</a:t>
            </a:r>
          </a:p>
          <a:p>
            <a:pPr marL="0" lvl="1" indent="0">
              <a:buFont typeface="Arial" panose="020B0604020202020204" pitchFamily="34" charset="0"/>
              <a:buNone/>
            </a:pPr>
            <a:r>
              <a:rPr lang="en-US" sz="1300"/>
              <a:t>Security settings, Jenkinsfile management, and plugin use enhance pipeline reliability and secure software delivery.</a:t>
            </a:r>
          </a:p>
        </p:txBody>
      </p:sp>
      <p:pic>
        <p:nvPicPr>
          <p:cNvPr id="5" name="Content Placeholder 4" descr="technology and innovation concept">
            <a:extLst>
              <a:ext uri="{FF2B5EF4-FFF2-40B4-BE49-F238E27FC236}">
                <a16:creationId xmlns:a16="http://schemas.microsoft.com/office/drawing/2014/main" id="{CD47F49B-D8A3-4B04-A332-DBF3EB323DB5}"/>
              </a:ext>
            </a:extLst>
          </p:cNvPr>
          <p:cNvPicPr>
            <a:picLocks noGrp="1" noChangeAspect="1"/>
          </p:cNvPicPr>
          <p:nvPr>
            <p:ph type="pic" sz="quarter" idx="18"/>
          </p:nvPr>
        </p:nvPicPr>
        <p:blipFill>
          <a:blip r:embed="rId3"/>
          <a:srcRect l="35620" r="35901" b="-1"/>
          <a:stretch>
            <a:fillRect/>
          </a:stretch>
        </p:blipFill>
        <p:spPr>
          <a:xfrm>
            <a:off x="9521861" y="269622"/>
            <a:ext cx="2395728" cy="6309360"/>
          </a:xfrm>
          <a:prstGeom prst="rect">
            <a:avLst/>
          </a:prstGeom>
          <a:noFill/>
        </p:spPr>
      </p:pic>
    </p:spTree>
    <p:extLst>
      <p:ext uri="{BB962C8B-B14F-4D97-AF65-F5344CB8AC3E}">
        <p14:creationId xmlns:p14="http://schemas.microsoft.com/office/powerpoint/2010/main" val="40865457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olace">
  <a:themeElements>
    <a:clrScheme name="Custom 2">
      <a:dk1>
        <a:srgbClr val="000000"/>
      </a:dk1>
      <a:lt1>
        <a:srgbClr val="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Custom 63">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ace_Copilot Layouts_win32_KO_V7" id="{158F8A01-2E5F-4A07-81BB-FE4F3C72D79D}" vid="{30D5BA39-8B68-4632-B62A-F659D871A1D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3766CE19-BB35-48A2-AFDA-766E83330032}">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8E339AF-67FC-4BA3-8B2E-038B3ED310D5}">
  <ds:schemaRefs>
    <ds:schemaRef ds:uri="http://schemas.microsoft.com/sharepoint/v3/contenttype/forms"/>
  </ds:schemaRefs>
</ds:datastoreItem>
</file>

<file path=customXml/itemProps3.xml><?xml version="1.0" encoding="utf-8"?>
<ds:datastoreItem xmlns:ds="http://schemas.openxmlformats.org/officeDocument/2006/customXml" ds:itemID="{4B99ED26-B189-4BA1-99D0-1112D8C2F106}">
  <ds:schemaRefs>
    <ds:schemaRef ds:uri="http://purl.org/dc/elements/1.1/"/>
    <ds:schemaRef ds:uri="http://schemas.microsoft.com/office/2006/documentManagement/types"/>
    <ds:schemaRef ds:uri="http://schemas.microsoft.com/office/infopath/2007/PartnerControls"/>
    <ds:schemaRef ds:uri="http://www.w3.org/XML/1998/namespace"/>
    <ds:schemaRef ds:uri="230e9df3-be65-4c73-a93b-d1236ebd677e"/>
    <ds:schemaRef ds:uri="http://schemas.microsoft.com/sharepoint/v3"/>
    <ds:schemaRef ds:uri="http://purl.org/dc/dcmitype/"/>
    <ds:schemaRef ds:uri="71af3243-3dd4-4a8d-8c0d-dd76da1f02a5"/>
    <ds:schemaRef ds:uri="http://purl.org/dc/terms/"/>
    <ds:schemaRef ds:uri="http://schemas.openxmlformats.org/package/2006/metadata/core-properties"/>
    <ds:schemaRef ds:uri="16c05727-aa75-4e4a-9b5f-8a80a1165891"/>
    <ds:schemaRef ds:uri="http://schemas.microsoft.com/office/2006/metadata/propertie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628</TotalTime>
  <Words>5</Words>
  <Application>Microsoft Office PowerPoint</Application>
  <PresentationFormat>Widescreen</PresentationFormat>
  <Paragraphs>3</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Solace</vt:lpstr>
      <vt:lpstr>Jenkins Pipeline: Concepts and Implementation</vt:lpstr>
      <vt:lpstr>Introduction to Jenkins Pipeline</vt:lpstr>
      <vt:lpstr>Learning Objectives</vt:lpstr>
      <vt:lpstr>Overview of Jenkins Pipeline</vt:lpstr>
      <vt:lpstr>Pipeline Stages and Benefits</vt:lpstr>
      <vt:lpstr>Key Stages of Jenkins Pipeline</vt:lpstr>
      <vt:lpstr>Benefits of Using Jenkins Pipeline</vt:lpstr>
      <vt:lpstr>Pipeline Types and Syntax</vt:lpstr>
      <vt:lpstr>Freestyle vs Jenkins Pipeline</vt:lpstr>
      <vt:lpstr>Scripted vs Declarative Pipelines</vt:lpstr>
      <vt:lpstr>Advanced Pipeline Features</vt:lpstr>
      <vt:lpstr>Jenkinsfile and Pipeline Variables</vt:lpstr>
      <vt:lpstr>Multibranch Pipeline and Docker Integration</vt:lpstr>
      <vt:lpstr>Security and Administration</vt:lpstr>
      <vt:lpstr>Authentication and Authorization</vt:lpstr>
      <vt:lpstr>Backup and Maintenance</vt:lpstr>
      <vt:lpstr>Key Takeaways</vt:lpstr>
      <vt:lpstr>Summary of Jenkins Pipeline Concepts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dcterms:created xsi:type="dcterms:W3CDTF">2025-05-21T23:03:00Z</dcterms:created>
  <dcterms:modified xsi:type="dcterms:W3CDTF">2025-12-09T06:23:02Z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MSIP_Label_dad3be33-4108-4738-9e07-d8656a181486_Enabled">
    <vt:lpwstr>true</vt:lpwstr>
  </property>
  <property fmtid="{D5CDD505-2E9C-101B-9397-08002B2CF9AE}" pid="5" name="MSIP_Label_dad3be33-4108-4738-9e07-d8656a181486_SetDate">
    <vt:lpwstr>2025-12-09T06:22:49Z</vt:lpwstr>
  </property>
  <property fmtid="{D5CDD505-2E9C-101B-9397-08002B2CF9AE}" pid="6" name="MSIP_Label_dad3be33-4108-4738-9e07-d8656a181486_Method">
    <vt:lpwstr>Privileged</vt:lpwstr>
  </property>
  <property fmtid="{D5CDD505-2E9C-101B-9397-08002B2CF9AE}" pid="7" name="MSIP_Label_dad3be33-4108-4738-9e07-d8656a181486_Name">
    <vt:lpwstr>Public No Visual Label</vt:lpwstr>
  </property>
  <property fmtid="{D5CDD505-2E9C-101B-9397-08002B2CF9AE}" pid="8" name="MSIP_Label_dad3be33-4108-4738-9e07-d8656a181486_SiteId">
    <vt:lpwstr>945c199a-83a2-4e80-9f8c-5a91be5752dd</vt:lpwstr>
  </property>
  <property fmtid="{D5CDD505-2E9C-101B-9397-08002B2CF9AE}" pid="9" name="MSIP_Label_dad3be33-4108-4738-9e07-d8656a181486_ActionId">
    <vt:lpwstr>87f28b5d-3b37-420b-a4b6-c71cb05da26a</vt:lpwstr>
  </property>
  <property fmtid="{D5CDD505-2E9C-101B-9397-08002B2CF9AE}" pid="10" name="MSIP_Label_dad3be33-4108-4738-9e07-d8656a181486_ContentBits">
    <vt:lpwstr>0</vt:lpwstr>
  </property>
  <property fmtid="{D5CDD505-2E9C-101B-9397-08002B2CF9AE}" pid="11" name="MSIP_Label_dad3be33-4108-4738-9e07-d8656a181486_Tag">
    <vt:lpwstr>10, 0, 1, 2</vt:lpwstr>
  </property>
</Properties>
</file>