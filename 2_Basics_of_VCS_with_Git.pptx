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5"/>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 id="2577" r:id="rId21"/>
    <p:sldId id="2578" r:id="rId22"/>
    <p:sldId id="2579" r:id="rId23"/>
    <p:sldId id="2580"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asics of Version Control System with Git" id="{9C31CCC5-2D8D-4501-86C5-663919D51994}">
          <p14:sldIdLst>
            <p14:sldId id="2561"/>
          </p14:sldIdLst>
        </p14:section>
        <p14:section name="Introduction and Learning Objectives" id="{4DDD16B9-071A-4101-AF85-039E9E91962E}">
          <p14:sldIdLst>
            <p14:sldId id="2562"/>
            <p14:sldId id="2563"/>
          </p14:sldIdLst>
        </p14:section>
        <p14:section name="Overview of Version Control Systems" id="{BA422085-04A6-463C-B673-EF34B52B8B70}">
          <p14:sldIdLst>
            <p14:sldId id="2564"/>
            <p14:sldId id="2565"/>
            <p14:sldId id="2566"/>
          </p14:sldIdLst>
        </p14:section>
        <p14:section name="Git Basics and Features" id="{6A5028B3-F31C-47BB-BF4E-7D794AF187D9}">
          <p14:sldIdLst>
            <p14:sldId id="2567"/>
            <p14:sldId id="2568"/>
            <p14:sldId id="2569"/>
          </p14:sldIdLst>
        </p14:section>
        <p14:section name="Git vs GitHub" id="{DF79AE4A-2C53-40C6-ADCE-C69C567F1149}">
          <p14:sldIdLst>
            <p14:sldId id="2570"/>
            <p14:sldId id="2571"/>
          </p14:sldIdLst>
        </p14:section>
        <p14:section name="Git Workflow and Commands" id="{8CE558BF-E2FB-4644-91E3-526380EC4C83}">
          <p14:sldIdLst>
            <p14:sldId id="2572"/>
            <p14:sldId id="2573"/>
            <p14:sldId id="2574"/>
          </p14:sldIdLst>
        </p14:section>
        <p14:section name="Branching and Merging" id="{439D2B84-44D4-4088-B3C5-B0E1A2398805}">
          <p14:sldIdLst>
            <p14:sldId id="2575"/>
            <p14:sldId id="2576"/>
            <p14:sldId id="2577"/>
          </p14:sldIdLst>
        </p14:section>
        <p14:section name="Best Practices and Key Takeaways" id="{34C7EBF6-6871-4559-AF88-3364D0BD1A64}">
          <p14:sldIdLst>
            <p14:sldId id="2578"/>
            <p14:sldId id="2579"/>
            <p14:sldId id="25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D58523-CD95-4EAB-921D-FA526AEE64F0}" v="20" dt="2025-12-08T17:15:35.6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47" autoAdjust="0"/>
    <p:restoredTop sz="94660"/>
  </p:normalViewPr>
  <p:slideViewPr>
    <p:cSldViewPr>
      <p:cViewPr varScale="1">
        <p:scale>
          <a:sx n="93" d="100"/>
          <a:sy n="93" d="100"/>
        </p:scale>
        <p:origin x="900"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5/10/relationships/revisionInfo" Target="revisionInfo.xml"/></Relationships>
</file>

<file path=ppt/diagrams/_rels/data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image" Target="../media/image10.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image" Target="../media/image10.jpeg"/></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243284-AD28-414C-85E2-A2EADF523C64}" type="doc">
      <dgm:prSet loTypeId="urn:microsoft.com/office/officeart/2024/3/layout/verticalVisualTextBlock1" loCatId="Picture" qsTypeId="urn:microsoft.com/office/officeart/2005/8/quickstyle/simple4" qsCatId="simple" csTypeId="urn:microsoft.com/office/officeart/2005/8/colors/accent0_2" csCatId="mainScheme" phldr="1"/>
      <dgm:spPr/>
      <dgm:t>
        <a:bodyPr/>
        <a:lstStyle/>
        <a:p>
          <a:endParaRPr lang="en-US"/>
        </a:p>
      </dgm:t>
    </dgm:pt>
    <dgm:pt modelId="{862C9EBF-8770-4B09-9816-B77A36587212}">
      <dgm:prSet/>
      <dgm:spPr/>
      <dgm:t>
        <a:bodyPr/>
        <a:lstStyle/>
        <a:p>
          <a:pPr>
            <a:lnSpc>
              <a:spcPct val="100000"/>
            </a:lnSpc>
            <a:defRPr b="1"/>
          </a:pPr>
          <a:r>
            <a:rPr lang="en-US"/>
            <a:t>Git Overview</a:t>
          </a:r>
        </a:p>
      </dgm:t>
    </dgm:pt>
    <dgm:pt modelId="{518D91D5-4F70-4851-961C-D173DA922A7C}" type="parTrans" cxnId="{6549E0FE-8942-46CF-A14D-53D843CDEA8D}">
      <dgm:prSet/>
      <dgm:spPr/>
      <dgm:t>
        <a:bodyPr/>
        <a:lstStyle/>
        <a:p>
          <a:endParaRPr lang="en-US"/>
        </a:p>
      </dgm:t>
    </dgm:pt>
    <dgm:pt modelId="{6F33E2B8-5F4A-40EB-B062-3CF861EB4358}" type="sibTrans" cxnId="{6549E0FE-8942-46CF-A14D-53D843CDEA8D}">
      <dgm:prSet/>
      <dgm:spPr/>
      <dgm:t>
        <a:bodyPr/>
        <a:lstStyle/>
        <a:p>
          <a:pPr>
            <a:lnSpc>
              <a:spcPct val="100000"/>
            </a:lnSpc>
            <a:defRPr b="1"/>
          </a:pPr>
          <a:endParaRPr lang="en-US"/>
        </a:p>
      </dgm:t>
    </dgm:pt>
    <dgm:pt modelId="{9E8FD29B-DCD7-4A69-9CDB-1D1349464DC8}">
      <dgm:prSet/>
      <dgm:spPr/>
      <dgm:t>
        <a:bodyPr/>
        <a:lstStyle/>
        <a:p>
          <a:pPr>
            <a:lnSpc>
              <a:spcPct val="100000"/>
            </a:lnSpc>
          </a:pPr>
          <a:r>
            <a:rPr lang="en-US"/>
            <a:t>Git is a local version control system that manages code changes via command-line interface.</a:t>
          </a:r>
        </a:p>
      </dgm:t>
    </dgm:pt>
    <dgm:pt modelId="{C4F086CF-C3F7-443B-9BC7-965181E17BCE}" type="parTrans" cxnId="{4A9CE583-2B1A-4FD6-905D-70070ADED8E5}">
      <dgm:prSet/>
      <dgm:spPr/>
      <dgm:t>
        <a:bodyPr/>
        <a:lstStyle/>
        <a:p>
          <a:endParaRPr lang="en-US"/>
        </a:p>
      </dgm:t>
    </dgm:pt>
    <dgm:pt modelId="{BF549B58-96E8-4B64-A311-88DBF24CB238}" type="sibTrans" cxnId="{4A9CE583-2B1A-4FD6-905D-70070ADED8E5}">
      <dgm:prSet/>
      <dgm:spPr/>
      <dgm:t>
        <a:bodyPr/>
        <a:lstStyle/>
        <a:p>
          <a:endParaRPr lang="en-US"/>
        </a:p>
      </dgm:t>
    </dgm:pt>
    <dgm:pt modelId="{2ACC1C78-DA61-46E2-89B3-872C40D581E6}">
      <dgm:prSet/>
      <dgm:spPr/>
      <dgm:t>
        <a:bodyPr/>
        <a:lstStyle/>
        <a:p>
          <a:pPr>
            <a:lnSpc>
              <a:spcPct val="100000"/>
            </a:lnSpc>
            <a:defRPr b="1"/>
          </a:pPr>
          <a:r>
            <a:rPr lang="en-US"/>
            <a:t>GitHub Features</a:t>
          </a:r>
        </a:p>
      </dgm:t>
    </dgm:pt>
    <dgm:pt modelId="{559F5103-6E9C-4EBB-8F9A-20EBE32EC8B9}" type="parTrans" cxnId="{C0559A42-82F7-4620-B9AC-F4F9EF6E1663}">
      <dgm:prSet/>
      <dgm:spPr/>
      <dgm:t>
        <a:bodyPr/>
        <a:lstStyle/>
        <a:p>
          <a:endParaRPr lang="en-US"/>
        </a:p>
      </dgm:t>
    </dgm:pt>
    <dgm:pt modelId="{D8D34B74-BDB5-4ADF-8FF1-B8A269EDD501}" type="sibTrans" cxnId="{C0559A42-82F7-4620-B9AC-F4F9EF6E1663}">
      <dgm:prSet/>
      <dgm:spPr/>
      <dgm:t>
        <a:bodyPr/>
        <a:lstStyle/>
        <a:p>
          <a:pPr>
            <a:lnSpc>
              <a:spcPct val="100000"/>
            </a:lnSpc>
            <a:defRPr b="1"/>
          </a:pPr>
          <a:endParaRPr lang="en-US"/>
        </a:p>
      </dgm:t>
    </dgm:pt>
    <dgm:pt modelId="{1C7A2B54-9B9C-4E26-BF39-91380C5F7C3E}">
      <dgm:prSet/>
      <dgm:spPr/>
      <dgm:t>
        <a:bodyPr/>
        <a:lstStyle/>
        <a:p>
          <a:pPr>
            <a:lnSpc>
              <a:spcPct val="100000"/>
            </a:lnSpc>
          </a:pPr>
          <a:r>
            <a:rPr lang="en-US"/>
            <a:t>GitHub is a cloud-based platform offering graphical interface, user management, and collaboration tools.</a:t>
          </a:r>
        </a:p>
      </dgm:t>
    </dgm:pt>
    <dgm:pt modelId="{AF534904-0968-4A47-BD82-8CD0450EE5FF}" type="parTrans" cxnId="{B230E414-0B6F-43CC-8283-8E9AF1C686B2}">
      <dgm:prSet/>
      <dgm:spPr/>
      <dgm:t>
        <a:bodyPr/>
        <a:lstStyle/>
        <a:p>
          <a:endParaRPr lang="en-US"/>
        </a:p>
      </dgm:t>
    </dgm:pt>
    <dgm:pt modelId="{DA37E00B-A3D2-4BAF-BFD3-ECFC9D2E4513}" type="sibTrans" cxnId="{B230E414-0B6F-43CC-8283-8E9AF1C686B2}">
      <dgm:prSet/>
      <dgm:spPr/>
      <dgm:t>
        <a:bodyPr/>
        <a:lstStyle/>
        <a:p>
          <a:endParaRPr lang="en-US"/>
        </a:p>
      </dgm:t>
    </dgm:pt>
    <dgm:pt modelId="{C844A09A-DF97-4177-BF6B-A733C028BFA7}">
      <dgm:prSet/>
      <dgm:spPr/>
      <dgm:t>
        <a:bodyPr/>
        <a:lstStyle/>
        <a:p>
          <a:pPr>
            <a:lnSpc>
              <a:spcPct val="100000"/>
            </a:lnSpc>
            <a:defRPr b="1"/>
          </a:pPr>
          <a:r>
            <a:rPr lang="en-US"/>
            <a:t>Collaboration Benefits</a:t>
          </a:r>
        </a:p>
      </dgm:t>
    </dgm:pt>
    <dgm:pt modelId="{754DFB55-8B0F-4495-988A-E4D635864572}" type="parTrans" cxnId="{31ECC56C-CCCB-4307-B735-912A071ECB6A}">
      <dgm:prSet/>
      <dgm:spPr/>
      <dgm:t>
        <a:bodyPr/>
        <a:lstStyle/>
        <a:p>
          <a:endParaRPr lang="en-US"/>
        </a:p>
      </dgm:t>
    </dgm:pt>
    <dgm:pt modelId="{58C689EC-EEE6-4E13-A9DA-D4F4A34C8961}" type="sibTrans" cxnId="{31ECC56C-CCCB-4307-B735-912A071ECB6A}">
      <dgm:prSet/>
      <dgm:spPr/>
      <dgm:t>
        <a:bodyPr/>
        <a:lstStyle/>
        <a:p>
          <a:endParaRPr lang="en-US"/>
        </a:p>
      </dgm:t>
    </dgm:pt>
    <dgm:pt modelId="{CAA10D03-2CD4-4B5B-B1BE-0A6EA84D68FB}">
      <dgm:prSet/>
      <dgm:spPr/>
      <dgm:t>
        <a:bodyPr/>
        <a:lstStyle/>
        <a:p>
          <a:pPr>
            <a:lnSpc>
              <a:spcPct val="100000"/>
            </a:lnSpc>
          </a:pPr>
          <a:r>
            <a:rPr lang="en-US"/>
            <a:t>GitHub enables remote repository hosting, pull requests, and access control for distributed teams.</a:t>
          </a:r>
        </a:p>
      </dgm:t>
    </dgm:pt>
    <dgm:pt modelId="{E0CC60BF-4290-4960-B554-7ECE23B65735}" type="parTrans" cxnId="{F055B2EF-1397-446D-88F1-60C444F95885}">
      <dgm:prSet/>
      <dgm:spPr/>
      <dgm:t>
        <a:bodyPr/>
        <a:lstStyle/>
        <a:p>
          <a:endParaRPr lang="en-US"/>
        </a:p>
      </dgm:t>
    </dgm:pt>
    <dgm:pt modelId="{50AF378C-AC9D-4276-AF03-846AC5113BDB}" type="sibTrans" cxnId="{F055B2EF-1397-446D-88F1-60C444F95885}">
      <dgm:prSet/>
      <dgm:spPr/>
      <dgm:t>
        <a:bodyPr/>
        <a:lstStyle/>
        <a:p>
          <a:endParaRPr lang="en-US"/>
        </a:p>
      </dgm:t>
    </dgm:pt>
    <dgm:pt modelId="{B7958E23-B2D5-4F1E-B227-C27E849C444D}" type="pres">
      <dgm:prSet presAssocID="{A6243284-AD28-414C-85E2-A2EADF523C64}" presName="Root" presStyleCnt="0">
        <dgm:presLayoutVars>
          <dgm:dir/>
          <dgm:resizeHandles val="exact"/>
        </dgm:presLayoutVars>
      </dgm:prSet>
      <dgm:spPr/>
    </dgm:pt>
    <dgm:pt modelId="{CEEDA468-A1A2-4223-A8A1-936253D20984}" type="pres">
      <dgm:prSet presAssocID="{862C9EBF-8770-4B09-9816-B77A36587212}" presName="Composite" presStyleCnt="0"/>
      <dgm:spPr/>
    </dgm:pt>
    <dgm:pt modelId="{3F1517D1-75DA-4A2D-8D31-F645634E53BC}" type="pres">
      <dgm:prSet presAssocID="{862C9EBF-8770-4B09-9816-B77A36587212}"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8456" r="24792" b="-2"/>
          <a:stretch/>
        </a:blipFill>
      </dgm:spPr>
      <dgm:extLst>
        <a:ext uri="{E40237B7-FDA0-4F09-8148-C483321AD2D9}">
          <dgm14:cNvPr xmlns:dgm14="http://schemas.microsoft.com/office/drawing/2010/diagram" id="0" name="" descr="Close-up of a human hand using futuristic user interface on metaverse"/>
        </a:ext>
      </dgm:extLst>
    </dgm:pt>
    <dgm:pt modelId="{51CCFFF9-DE6B-440F-AAF0-B3925D42A7E3}" type="pres">
      <dgm:prSet presAssocID="{862C9EBF-8770-4B09-9816-B77A36587212}" presName="Subtitle" presStyleLbl="revTx" presStyleIdx="0" presStyleCnt="6">
        <dgm:presLayoutVars>
          <dgm:chMax val="0"/>
          <dgm:bulletEnabled/>
        </dgm:presLayoutVars>
      </dgm:prSet>
      <dgm:spPr/>
    </dgm:pt>
    <dgm:pt modelId="{15AB75FA-8F31-416F-919E-41A463624A29}" type="pres">
      <dgm:prSet presAssocID="{862C9EBF-8770-4B09-9816-B77A36587212}" presName="Description" presStyleLbl="revTx" presStyleIdx="1" presStyleCnt="6">
        <dgm:presLayoutVars>
          <dgm:bulletEnabled/>
        </dgm:presLayoutVars>
      </dgm:prSet>
      <dgm:spPr/>
    </dgm:pt>
    <dgm:pt modelId="{CCF75EE4-E15D-4607-AFFC-2A5AC6D8679D}" type="pres">
      <dgm:prSet presAssocID="{6F33E2B8-5F4A-40EB-B062-3CF861EB4358}" presName="sibTrans" presStyleLbl="sibTrans2D1" presStyleIdx="0" presStyleCnt="0"/>
      <dgm:spPr/>
    </dgm:pt>
    <dgm:pt modelId="{7C818304-DFEE-405B-BDAF-C73182FC7E77}" type="pres">
      <dgm:prSet presAssocID="{2ACC1C78-DA61-46E2-89B3-872C40D581E6}" presName="Composite" presStyleCnt="0"/>
      <dgm:spPr/>
    </dgm:pt>
    <dgm:pt modelId="{8D2A8FDC-4772-4287-A305-F7A9E8230DC1}" type="pres">
      <dgm:prSet presAssocID="{2ACC1C78-DA61-46E2-89B3-872C40D581E6}"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8694" r="21307" b="2"/>
          <a:stretch/>
        </a:blipFill>
      </dgm:spPr>
      <dgm:extLst>
        <a:ext uri="{E40237B7-FDA0-4F09-8148-C483321AD2D9}">
          <dgm14:cNvPr xmlns:dgm14="http://schemas.microsoft.com/office/drawing/2010/diagram" id="0" name="" descr="Cloud Computing"/>
        </a:ext>
      </dgm:extLst>
    </dgm:pt>
    <dgm:pt modelId="{C20752CD-406C-48E8-A00F-BE0F5443B9C0}" type="pres">
      <dgm:prSet presAssocID="{2ACC1C78-DA61-46E2-89B3-872C40D581E6}" presName="Subtitle" presStyleLbl="revTx" presStyleIdx="2" presStyleCnt="6">
        <dgm:presLayoutVars>
          <dgm:chMax val="0"/>
          <dgm:bulletEnabled/>
        </dgm:presLayoutVars>
      </dgm:prSet>
      <dgm:spPr/>
    </dgm:pt>
    <dgm:pt modelId="{F304EA4B-41C5-4B43-8BFD-913AD3B9B309}" type="pres">
      <dgm:prSet presAssocID="{2ACC1C78-DA61-46E2-89B3-872C40D581E6}" presName="Description" presStyleLbl="revTx" presStyleIdx="3" presStyleCnt="6">
        <dgm:presLayoutVars>
          <dgm:bulletEnabled/>
        </dgm:presLayoutVars>
      </dgm:prSet>
      <dgm:spPr/>
    </dgm:pt>
    <dgm:pt modelId="{7AEF0F62-93C6-49E2-958F-5B7C54FE409C}" type="pres">
      <dgm:prSet presAssocID="{D8D34B74-BDB5-4ADF-8FF1-B8A269EDD501}" presName="sibTrans" presStyleLbl="sibTrans2D1" presStyleIdx="0" presStyleCnt="0"/>
      <dgm:spPr/>
    </dgm:pt>
    <dgm:pt modelId="{AE3C5B96-A69F-4031-AEEF-66E0461511D7}" type="pres">
      <dgm:prSet presAssocID="{C844A09A-DF97-4177-BF6B-A733C028BFA7}" presName="Composite" presStyleCnt="0"/>
      <dgm:spPr/>
    </dgm:pt>
    <dgm:pt modelId="{BC6CD3B4-BF20-4C9B-9776-739478485BE0}" type="pres">
      <dgm:prSet presAssocID="{C844A09A-DF97-4177-BF6B-A733C028BFA7}"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7113" r="26135" b="-2"/>
          <a:stretch/>
        </a:blipFill>
      </dgm:spPr>
      <dgm:extLst>
        <a:ext uri="{E40237B7-FDA0-4F09-8148-C483321AD2D9}">
          <dgm14:cNvPr xmlns:dgm14="http://schemas.microsoft.com/office/drawing/2010/diagram" id="0" name="" descr="Business people using laptop with cloud computing icon"/>
        </a:ext>
      </dgm:extLst>
    </dgm:pt>
    <dgm:pt modelId="{EC813D64-C8D0-4D76-A3ED-6A2E217A3297}" type="pres">
      <dgm:prSet presAssocID="{C844A09A-DF97-4177-BF6B-A733C028BFA7}" presName="Subtitle" presStyleLbl="revTx" presStyleIdx="4" presStyleCnt="6">
        <dgm:presLayoutVars>
          <dgm:chMax val="0"/>
          <dgm:bulletEnabled/>
        </dgm:presLayoutVars>
      </dgm:prSet>
      <dgm:spPr/>
    </dgm:pt>
    <dgm:pt modelId="{07A7BC92-5542-4A9D-A614-3C6720F32AB3}" type="pres">
      <dgm:prSet presAssocID="{C844A09A-DF97-4177-BF6B-A733C028BFA7}" presName="Description" presStyleLbl="revTx" presStyleIdx="5" presStyleCnt="6">
        <dgm:presLayoutVars>
          <dgm:bulletEnabled/>
        </dgm:presLayoutVars>
      </dgm:prSet>
      <dgm:spPr/>
    </dgm:pt>
  </dgm:ptLst>
  <dgm:cxnLst>
    <dgm:cxn modelId="{28FF1F02-0390-419F-9FAA-D7BC56CE7153}" type="presOf" srcId="{C844A09A-DF97-4177-BF6B-A733C028BFA7}" destId="{EC813D64-C8D0-4D76-A3ED-6A2E217A3297}" srcOrd="0" destOrd="0" presId="urn:microsoft.com/office/officeart/2024/3/layout/verticalVisualTextBlock1"/>
    <dgm:cxn modelId="{B230E414-0B6F-43CC-8283-8E9AF1C686B2}" srcId="{2ACC1C78-DA61-46E2-89B3-872C40D581E6}" destId="{1C7A2B54-9B9C-4E26-BF39-91380C5F7C3E}" srcOrd="0" destOrd="0" parTransId="{AF534904-0968-4A47-BD82-8CD0450EE5FF}" sibTransId="{DA37E00B-A3D2-4BAF-BFD3-ECFC9D2E4513}"/>
    <dgm:cxn modelId="{94FB8B42-4AE3-4278-A5A6-F56E4FC540BA}" type="presOf" srcId="{9E8FD29B-DCD7-4A69-9CDB-1D1349464DC8}" destId="{15AB75FA-8F31-416F-919E-41A463624A29}" srcOrd="0" destOrd="0" presId="urn:microsoft.com/office/officeart/2024/3/layout/verticalVisualTextBlock1"/>
    <dgm:cxn modelId="{C0559A42-82F7-4620-B9AC-F4F9EF6E1663}" srcId="{A6243284-AD28-414C-85E2-A2EADF523C64}" destId="{2ACC1C78-DA61-46E2-89B3-872C40D581E6}" srcOrd="1" destOrd="0" parTransId="{559F5103-6E9C-4EBB-8F9A-20EBE32EC8B9}" sibTransId="{D8D34B74-BDB5-4ADF-8FF1-B8A269EDD501}"/>
    <dgm:cxn modelId="{2463F96A-6027-480D-908D-FA12F4261F50}" type="presOf" srcId="{A6243284-AD28-414C-85E2-A2EADF523C64}" destId="{B7958E23-B2D5-4F1E-B227-C27E849C444D}" srcOrd="0" destOrd="0" presId="urn:microsoft.com/office/officeart/2024/3/layout/verticalVisualTextBlock1"/>
    <dgm:cxn modelId="{31ECC56C-CCCB-4307-B735-912A071ECB6A}" srcId="{A6243284-AD28-414C-85E2-A2EADF523C64}" destId="{C844A09A-DF97-4177-BF6B-A733C028BFA7}" srcOrd="2" destOrd="0" parTransId="{754DFB55-8B0F-4495-988A-E4D635864572}" sibTransId="{58C689EC-EEE6-4E13-A9DA-D4F4A34C8961}"/>
    <dgm:cxn modelId="{DC07534F-F14C-406F-BA77-069B5AFDA225}" type="presOf" srcId="{D8D34B74-BDB5-4ADF-8FF1-B8A269EDD501}" destId="{7AEF0F62-93C6-49E2-958F-5B7C54FE409C}" srcOrd="0" destOrd="0" presId="urn:microsoft.com/office/officeart/2024/3/layout/verticalVisualTextBlock1"/>
    <dgm:cxn modelId="{F42AC56F-EC42-420D-A75D-7AC18431E436}" type="presOf" srcId="{CAA10D03-2CD4-4B5B-B1BE-0A6EA84D68FB}" destId="{07A7BC92-5542-4A9D-A614-3C6720F32AB3}" srcOrd="0" destOrd="0" presId="urn:microsoft.com/office/officeart/2024/3/layout/verticalVisualTextBlock1"/>
    <dgm:cxn modelId="{F5790478-F17A-43E8-9FA7-2A73D709C611}" type="presOf" srcId="{862C9EBF-8770-4B09-9816-B77A36587212}" destId="{51CCFFF9-DE6B-440F-AAF0-B3925D42A7E3}" srcOrd="0" destOrd="0" presId="urn:microsoft.com/office/officeart/2024/3/layout/verticalVisualTextBlock1"/>
    <dgm:cxn modelId="{77C7D77C-8247-4CC6-8D04-59098D61D0C2}" type="presOf" srcId="{6F33E2B8-5F4A-40EB-B062-3CF861EB4358}" destId="{CCF75EE4-E15D-4607-AFFC-2A5AC6D8679D}" srcOrd="0" destOrd="0" presId="urn:microsoft.com/office/officeart/2024/3/layout/verticalVisualTextBlock1"/>
    <dgm:cxn modelId="{A93C6D7F-2F48-442F-ABE1-6DA87F61AF5C}" type="presOf" srcId="{1C7A2B54-9B9C-4E26-BF39-91380C5F7C3E}" destId="{F304EA4B-41C5-4B43-8BFD-913AD3B9B309}" srcOrd="0" destOrd="0" presId="urn:microsoft.com/office/officeart/2024/3/layout/verticalVisualTextBlock1"/>
    <dgm:cxn modelId="{4A9CE583-2B1A-4FD6-905D-70070ADED8E5}" srcId="{862C9EBF-8770-4B09-9816-B77A36587212}" destId="{9E8FD29B-DCD7-4A69-9CDB-1D1349464DC8}" srcOrd="0" destOrd="0" parTransId="{C4F086CF-C3F7-443B-9BC7-965181E17BCE}" sibTransId="{BF549B58-96E8-4B64-A311-88DBF24CB238}"/>
    <dgm:cxn modelId="{0DBA2DB2-C381-4EF1-86EE-CCDB7BB8166A}" type="presOf" srcId="{2ACC1C78-DA61-46E2-89B3-872C40D581E6}" destId="{C20752CD-406C-48E8-A00F-BE0F5443B9C0}" srcOrd="0" destOrd="0" presId="urn:microsoft.com/office/officeart/2024/3/layout/verticalVisualTextBlock1"/>
    <dgm:cxn modelId="{F055B2EF-1397-446D-88F1-60C444F95885}" srcId="{C844A09A-DF97-4177-BF6B-A733C028BFA7}" destId="{CAA10D03-2CD4-4B5B-B1BE-0A6EA84D68FB}" srcOrd="0" destOrd="0" parTransId="{E0CC60BF-4290-4960-B554-7ECE23B65735}" sibTransId="{50AF378C-AC9D-4276-AF03-846AC5113BDB}"/>
    <dgm:cxn modelId="{6549E0FE-8942-46CF-A14D-53D843CDEA8D}" srcId="{A6243284-AD28-414C-85E2-A2EADF523C64}" destId="{862C9EBF-8770-4B09-9816-B77A36587212}" srcOrd="0" destOrd="0" parTransId="{518D91D5-4F70-4851-961C-D173DA922A7C}" sibTransId="{6F33E2B8-5F4A-40EB-B062-3CF861EB4358}"/>
    <dgm:cxn modelId="{EF065DB5-F83B-4720-A7C5-7F2B27464274}" type="presParOf" srcId="{B7958E23-B2D5-4F1E-B227-C27E849C444D}" destId="{CEEDA468-A1A2-4223-A8A1-936253D20984}" srcOrd="0" destOrd="0" presId="urn:microsoft.com/office/officeart/2024/3/layout/verticalVisualTextBlock1"/>
    <dgm:cxn modelId="{C84C5330-A52E-41B4-92E7-0222AF6A195A}" type="presParOf" srcId="{CEEDA468-A1A2-4223-A8A1-936253D20984}" destId="{3F1517D1-75DA-4A2D-8D31-F645634E53BC}" srcOrd="0" destOrd="0" presId="urn:microsoft.com/office/officeart/2024/3/layout/verticalVisualTextBlock1"/>
    <dgm:cxn modelId="{ACD30E38-8DE3-46C0-80D3-64BF29A812D8}" type="presParOf" srcId="{CEEDA468-A1A2-4223-A8A1-936253D20984}" destId="{51CCFFF9-DE6B-440F-AAF0-B3925D42A7E3}" srcOrd="1" destOrd="0" presId="urn:microsoft.com/office/officeart/2024/3/layout/verticalVisualTextBlock1"/>
    <dgm:cxn modelId="{F796A9F4-D928-4C86-A2D7-8B15FE3DC853}" type="presParOf" srcId="{CEEDA468-A1A2-4223-A8A1-936253D20984}" destId="{15AB75FA-8F31-416F-919E-41A463624A29}" srcOrd="2" destOrd="0" presId="urn:microsoft.com/office/officeart/2024/3/layout/verticalVisualTextBlock1"/>
    <dgm:cxn modelId="{9292DC65-E5A7-4037-9E5E-70AF4D8512CA}" type="presParOf" srcId="{B7958E23-B2D5-4F1E-B227-C27E849C444D}" destId="{CCF75EE4-E15D-4607-AFFC-2A5AC6D8679D}" srcOrd="1" destOrd="0" presId="urn:microsoft.com/office/officeart/2024/3/layout/verticalVisualTextBlock1"/>
    <dgm:cxn modelId="{511448E7-234D-44BA-B3F0-8AB38015E5AD}" type="presParOf" srcId="{B7958E23-B2D5-4F1E-B227-C27E849C444D}" destId="{7C818304-DFEE-405B-BDAF-C73182FC7E77}" srcOrd="2" destOrd="0" presId="urn:microsoft.com/office/officeart/2024/3/layout/verticalVisualTextBlock1"/>
    <dgm:cxn modelId="{E89BFB10-9729-4CD6-9362-0E136013F415}" type="presParOf" srcId="{7C818304-DFEE-405B-BDAF-C73182FC7E77}" destId="{8D2A8FDC-4772-4287-A305-F7A9E8230DC1}" srcOrd="0" destOrd="0" presId="urn:microsoft.com/office/officeart/2024/3/layout/verticalVisualTextBlock1"/>
    <dgm:cxn modelId="{B245C14C-656F-4CCE-BF55-5995EBBBC9E8}" type="presParOf" srcId="{7C818304-DFEE-405B-BDAF-C73182FC7E77}" destId="{C20752CD-406C-48E8-A00F-BE0F5443B9C0}" srcOrd="1" destOrd="0" presId="urn:microsoft.com/office/officeart/2024/3/layout/verticalVisualTextBlock1"/>
    <dgm:cxn modelId="{BA704545-607D-4CA0-904E-72754F4F641D}" type="presParOf" srcId="{7C818304-DFEE-405B-BDAF-C73182FC7E77}" destId="{F304EA4B-41C5-4B43-8BFD-913AD3B9B309}" srcOrd="2" destOrd="0" presId="urn:microsoft.com/office/officeart/2024/3/layout/verticalVisualTextBlock1"/>
    <dgm:cxn modelId="{00CEA466-EFCB-4729-A62B-589BCFCD4A13}" type="presParOf" srcId="{B7958E23-B2D5-4F1E-B227-C27E849C444D}" destId="{7AEF0F62-93C6-49E2-958F-5B7C54FE409C}" srcOrd="3" destOrd="0" presId="urn:microsoft.com/office/officeart/2024/3/layout/verticalVisualTextBlock1"/>
    <dgm:cxn modelId="{F7BC5DA7-F17C-40F7-A59C-932497DA8800}" type="presParOf" srcId="{B7958E23-B2D5-4F1E-B227-C27E849C444D}" destId="{AE3C5B96-A69F-4031-AEEF-66E0461511D7}" srcOrd="4" destOrd="0" presId="urn:microsoft.com/office/officeart/2024/3/layout/verticalVisualTextBlock1"/>
    <dgm:cxn modelId="{22826EC9-28C9-4608-8738-EDEAF4D71330}" type="presParOf" srcId="{AE3C5B96-A69F-4031-AEEF-66E0461511D7}" destId="{BC6CD3B4-BF20-4C9B-9776-739478485BE0}" srcOrd="0" destOrd="0" presId="urn:microsoft.com/office/officeart/2024/3/layout/verticalVisualTextBlock1"/>
    <dgm:cxn modelId="{68E3BE08-465E-42C1-AF8B-F79D2DC95B9C}" type="presParOf" srcId="{AE3C5B96-A69F-4031-AEEF-66E0461511D7}" destId="{EC813D64-C8D0-4D76-A3ED-6A2E217A3297}" srcOrd="1" destOrd="0" presId="urn:microsoft.com/office/officeart/2024/3/layout/verticalVisualTextBlock1"/>
    <dgm:cxn modelId="{9EDC9ABE-B81F-48FC-B8D7-BC0FCC000E10}" type="presParOf" srcId="{AE3C5B96-A69F-4031-AEEF-66E0461511D7}" destId="{07A7BC92-5542-4A9D-A614-3C6720F32AB3}"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1517D1-75DA-4A2D-8D31-F645634E53BC}">
      <dsp:nvSpPr>
        <dsp:cNvPr id="0" name=""/>
        <dsp:cNvSpPr/>
      </dsp:nvSpPr>
      <dsp:spPr>
        <a:xfrm>
          <a:off x="0" y="0"/>
          <a:ext cx="1568124" cy="1568124"/>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8456" r="24792" b="-2"/>
          <a:stretch/>
        </a:blipFill>
        <a:ln>
          <a:noFill/>
        </a:ln>
        <a:effectLst/>
      </dsp:spPr>
      <dsp:style>
        <a:lnRef idx="0">
          <a:scrgbClr r="0" g="0" b="0"/>
        </a:lnRef>
        <a:fillRef idx="3">
          <a:scrgbClr r="0" g="0" b="0"/>
        </a:fillRef>
        <a:effectRef idx="2">
          <a:scrgbClr r="0" g="0" b="0"/>
        </a:effectRef>
        <a:fontRef idx="minor">
          <a:schemeClr val="lt1"/>
        </a:fontRef>
      </dsp:style>
    </dsp:sp>
    <dsp:sp modelId="{51CCFFF9-DE6B-440F-AAF0-B3925D42A7E3}">
      <dsp:nvSpPr>
        <dsp:cNvPr id="0" name=""/>
        <dsp:cNvSpPr/>
      </dsp:nvSpPr>
      <dsp:spPr>
        <a:xfrm>
          <a:off x="1748124" y="0"/>
          <a:ext cx="9206387" cy="3771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Git Overview</a:t>
          </a:r>
        </a:p>
      </dsp:txBody>
      <dsp:txXfrm>
        <a:off x="1748124" y="0"/>
        <a:ext cx="9206387" cy="377171"/>
      </dsp:txXfrm>
    </dsp:sp>
    <dsp:sp modelId="{15AB75FA-8F31-416F-919E-41A463624A29}">
      <dsp:nvSpPr>
        <dsp:cNvPr id="0" name=""/>
        <dsp:cNvSpPr/>
      </dsp:nvSpPr>
      <dsp:spPr>
        <a:xfrm>
          <a:off x="1748124" y="377171"/>
          <a:ext cx="9206387" cy="11909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Git is a local version control system that manages code changes via command-line interface.</a:t>
          </a:r>
        </a:p>
      </dsp:txBody>
      <dsp:txXfrm>
        <a:off x="1748124" y="377171"/>
        <a:ext cx="9206387" cy="1190952"/>
      </dsp:txXfrm>
    </dsp:sp>
    <dsp:sp modelId="{8D2A8FDC-4772-4287-A305-F7A9E8230DC1}">
      <dsp:nvSpPr>
        <dsp:cNvPr id="0" name=""/>
        <dsp:cNvSpPr/>
      </dsp:nvSpPr>
      <dsp:spPr>
        <a:xfrm>
          <a:off x="0" y="1693574"/>
          <a:ext cx="1568124" cy="1568124"/>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8694" r="21307" b="2"/>
          <a:stretch/>
        </a:blipFill>
        <a:ln>
          <a:noFill/>
        </a:ln>
        <a:effectLst/>
      </dsp:spPr>
      <dsp:style>
        <a:lnRef idx="0">
          <a:scrgbClr r="0" g="0" b="0"/>
        </a:lnRef>
        <a:fillRef idx="3">
          <a:scrgbClr r="0" g="0" b="0"/>
        </a:fillRef>
        <a:effectRef idx="2">
          <a:scrgbClr r="0" g="0" b="0"/>
        </a:effectRef>
        <a:fontRef idx="minor">
          <a:schemeClr val="lt1"/>
        </a:fontRef>
      </dsp:style>
    </dsp:sp>
    <dsp:sp modelId="{C20752CD-406C-48E8-A00F-BE0F5443B9C0}">
      <dsp:nvSpPr>
        <dsp:cNvPr id="0" name=""/>
        <dsp:cNvSpPr/>
      </dsp:nvSpPr>
      <dsp:spPr>
        <a:xfrm>
          <a:off x="1748124" y="1693574"/>
          <a:ext cx="9206387" cy="3771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GitHub Features</a:t>
          </a:r>
        </a:p>
      </dsp:txBody>
      <dsp:txXfrm>
        <a:off x="1748124" y="1693574"/>
        <a:ext cx="9206387" cy="377171"/>
      </dsp:txXfrm>
    </dsp:sp>
    <dsp:sp modelId="{F304EA4B-41C5-4B43-8BFD-913AD3B9B309}">
      <dsp:nvSpPr>
        <dsp:cNvPr id="0" name=""/>
        <dsp:cNvSpPr/>
      </dsp:nvSpPr>
      <dsp:spPr>
        <a:xfrm>
          <a:off x="1748124" y="2070745"/>
          <a:ext cx="9206387" cy="11909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GitHub is a cloud-based platform offering graphical interface, user management, and collaboration tools.</a:t>
          </a:r>
        </a:p>
      </dsp:txBody>
      <dsp:txXfrm>
        <a:off x="1748124" y="2070745"/>
        <a:ext cx="9206387" cy="1190952"/>
      </dsp:txXfrm>
    </dsp:sp>
    <dsp:sp modelId="{BC6CD3B4-BF20-4C9B-9776-739478485BE0}">
      <dsp:nvSpPr>
        <dsp:cNvPr id="0" name=""/>
        <dsp:cNvSpPr/>
      </dsp:nvSpPr>
      <dsp:spPr>
        <a:xfrm>
          <a:off x="0" y="3387148"/>
          <a:ext cx="1568124" cy="1568124"/>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7113" r="26135" b="-2"/>
          <a:stretch/>
        </a:blipFill>
        <a:ln>
          <a:noFill/>
        </a:ln>
        <a:effectLst/>
      </dsp:spPr>
      <dsp:style>
        <a:lnRef idx="0">
          <a:scrgbClr r="0" g="0" b="0"/>
        </a:lnRef>
        <a:fillRef idx="3">
          <a:scrgbClr r="0" g="0" b="0"/>
        </a:fillRef>
        <a:effectRef idx="2">
          <a:scrgbClr r="0" g="0" b="0"/>
        </a:effectRef>
        <a:fontRef idx="minor">
          <a:schemeClr val="lt1"/>
        </a:fontRef>
      </dsp:style>
    </dsp:sp>
    <dsp:sp modelId="{EC813D64-C8D0-4D76-A3ED-6A2E217A3297}">
      <dsp:nvSpPr>
        <dsp:cNvPr id="0" name=""/>
        <dsp:cNvSpPr/>
      </dsp:nvSpPr>
      <dsp:spPr>
        <a:xfrm>
          <a:off x="1748124" y="3387148"/>
          <a:ext cx="9206387" cy="3771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Collaboration Benefits</a:t>
          </a:r>
        </a:p>
      </dsp:txBody>
      <dsp:txXfrm>
        <a:off x="1748124" y="3387148"/>
        <a:ext cx="9206387" cy="377171"/>
      </dsp:txXfrm>
    </dsp:sp>
    <dsp:sp modelId="{07A7BC92-5542-4A9D-A614-3C6720F32AB3}">
      <dsp:nvSpPr>
        <dsp:cNvPr id="0" name=""/>
        <dsp:cNvSpPr/>
      </dsp:nvSpPr>
      <dsp:spPr>
        <a:xfrm>
          <a:off x="1748124" y="3764319"/>
          <a:ext cx="9206387" cy="11909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GitHub enables remote repository hosting, pull requests, and access control for distributed teams.</a:t>
          </a:r>
        </a:p>
      </dsp:txBody>
      <dsp:txXfrm>
        <a:off x="1748124" y="3764319"/>
        <a:ext cx="9206387" cy="1190952"/>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07C6AC-D251-4557-BA02-8190205388F1}" type="datetimeFigureOut">
              <a:t>12/8/2025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5BE4A1-3DB8-446C-ACA3-5B7AAC60518B}" type="slidenum">
              <a:t>‹#›</a:t>
            </a:fld>
            <a:endParaRPr lang="en-US"/>
          </a:p>
        </p:txBody>
      </p:sp>
    </p:spTree>
    <p:extLst>
      <p:ext uri="{BB962C8B-B14F-4D97-AF65-F5344CB8AC3E}">
        <p14:creationId xmlns:p14="http://schemas.microsoft.com/office/powerpoint/2010/main" val="2607026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DC04B15-ACC5-4BBF-ADFD-1E45638509B5}" type="slidenum">
              <a:t>1</a:t>
            </a:fld>
            <a:endParaRPr lang="en-US"/>
          </a:p>
        </p:txBody>
      </p:sp>
    </p:spTree>
    <p:extLst>
      <p:ext uri="{BB962C8B-B14F-4D97-AF65-F5344CB8AC3E}">
        <p14:creationId xmlns:p14="http://schemas.microsoft.com/office/powerpoint/2010/main" val="20150640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Learning Objectives</a:t>
            </a:r>
          </a:p>
        </p:txBody>
      </p:sp>
      <p:sp>
        <p:nvSpPr>
          <p:cNvPr id="4" name="Slide Number Placeholder 3"/>
          <p:cNvSpPr>
            <a:spLocks noGrp="1"/>
          </p:cNvSpPr>
          <p:nvPr>
            <p:ph type="sldNum" sz="quarter" idx="5"/>
          </p:nvPr>
        </p:nvSpPr>
        <p:spPr/>
        <p:txBody>
          <a:bodyPr/>
          <a:lstStyle/>
          <a:p>
            <a:fld id="{BDC04B15-ACC5-4BBF-ADFD-1E45638509B5}" type="slidenum">
              <a:t>2</a:t>
            </a:fld>
            <a:endParaRPr lang="en-US"/>
          </a:p>
        </p:txBody>
      </p:sp>
    </p:spTree>
    <p:extLst>
      <p:ext uri="{BB962C8B-B14F-4D97-AF65-F5344CB8AC3E}">
        <p14:creationId xmlns:p14="http://schemas.microsoft.com/office/powerpoint/2010/main" val="21369024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By the end of this lesson, learners will understand the fundamentals of version control systems and Git. They will be able to create and clone GitHub repositories, manage branches, and resolve merge conflicts. Additionally, learners will gain proficiency in using Git commands such as git push and git pull to synchronize local and remote repositories. The objectives also include understanding repository management, branching strategies, and collaboration techniques essential for modern software development workflows. These skills are critical for maintaining code integrity, enabling team collaboration, and supporting continuous integration and deployment practices in DevOps environments.</a:t>
            </a:r>
          </a:p>
        </p:txBody>
      </p:sp>
      <p:sp>
        <p:nvSpPr>
          <p:cNvPr id="4" name="Slide Number Placeholder 3"/>
          <p:cNvSpPr>
            <a:spLocks noGrp="1"/>
          </p:cNvSpPr>
          <p:nvPr>
            <p:ph type="sldNum" sz="quarter" idx="5"/>
          </p:nvPr>
        </p:nvSpPr>
        <p:spPr/>
        <p:txBody>
          <a:bodyPr/>
          <a:lstStyle/>
          <a:p>
            <a:fld id="{BDC04B15-ACC5-4BBF-ADFD-1E45638509B5}" type="slidenum">
              <a:t>3</a:t>
            </a:fld>
            <a:endParaRPr lang="en-US"/>
          </a:p>
        </p:txBody>
      </p:sp>
    </p:spTree>
    <p:extLst>
      <p:ext uri="{BB962C8B-B14F-4D97-AF65-F5344CB8AC3E}">
        <p14:creationId xmlns:p14="http://schemas.microsoft.com/office/powerpoint/2010/main" val="9465971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Code Management and Benefits, VCS vs SCM</a:t>
            </a:r>
          </a:p>
        </p:txBody>
      </p:sp>
      <p:sp>
        <p:nvSpPr>
          <p:cNvPr id="4" name="Slide Number Placeholder 3"/>
          <p:cNvSpPr>
            <a:spLocks noGrp="1"/>
          </p:cNvSpPr>
          <p:nvPr>
            <p:ph type="sldNum" sz="quarter" idx="5"/>
          </p:nvPr>
        </p:nvSpPr>
        <p:spPr/>
        <p:txBody>
          <a:bodyPr/>
          <a:lstStyle/>
          <a:p>
            <a:fld id="{BDC04B15-ACC5-4BBF-ADFD-1E45638509B5}" type="slidenum">
              <a:t>4</a:t>
            </a:fld>
            <a:endParaRPr lang="en-US"/>
          </a:p>
        </p:txBody>
      </p:sp>
    </p:spTree>
    <p:extLst>
      <p:ext uri="{BB962C8B-B14F-4D97-AF65-F5344CB8AC3E}">
        <p14:creationId xmlns:p14="http://schemas.microsoft.com/office/powerpoint/2010/main" val="36093636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Source Code Management (SCM) systems track modifications to source code over time, providing a centralized history of changes. SCM enables collaborative coding, version history tracking, and automated release note generation. It ensures code backup and easy retrieval of previous versions, reducing risks of data loss. SCM systems also streamline workflows by allowing multiple developers to work on the same project without conflicts. These benefits make SCM indispensable for large-scale projects where maintaining code quality and consistency is paramount.</a:t>
            </a:r>
          </a:p>
        </p:txBody>
      </p:sp>
      <p:sp>
        <p:nvSpPr>
          <p:cNvPr id="4" name="Slide Number Placeholder 3"/>
          <p:cNvSpPr>
            <a:spLocks noGrp="1"/>
          </p:cNvSpPr>
          <p:nvPr>
            <p:ph type="sldNum" sz="quarter" idx="5"/>
          </p:nvPr>
        </p:nvSpPr>
        <p:spPr/>
        <p:txBody>
          <a:bodyPr/>
          <a:lstStyle/>
          <a:p>
            <a:fld id="{BDC04B15-ACC5-4BBF-ADFD-1E45638509B5}" type="slidenum">
              <a:t>5</a:t>
            </a:fld>
            <a:endParaRPr lang="en-US"/>
          </a:p>
        </p:txBody>
      </p:sp>
    </p:spTree>
    <p:extLst>
      <p:ext uri="{BB962C8B-B14F-4D97-AF65-F5344CB8AC3E}">
        <p14:creationId xmlns:p14="http://schemas.microsoft.com/office/powerpoint/2010/main" val="6171583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Version Control Systems (VCS) focus on managing file versions, while SCM encompasses broader collaboration and lifecycle management. VCS tracks changes in files and supports rollback, whereas SCM integrates version control with team collaboration across development phases. Common VCS tools include Git, SVN, and Mercurial, while SCM platforms like GitHub, GitLab, and Bitbucket provide additional features such as issue tracking and CI/CD integration.</a:t>
            </a:r>
          </a:p>
        </p:txBody>
      </p:sp>
      <p:sp>
        <p:nvSpPr>
          <p:cNvPr id="4" name="Slide Number Placeholder 3"/>
          <p:cNvSpPr>
            <a:spLocks noGrp="1"/>
          </p:cNvSpPr>
          <p:nvPr>
            <p:ph type="sldNum" sz="quarter" idx="5"/>
          </p:nvPr>
        </p:nvSpPr>
        <p:spPr/>
        <p:txBody>
          <a:bodyPr/>
          <a:lstStyle/>
          <a:p>
            <a:fld id="{BDC04B15-ACC5-4BBF-ADFD-1E45638509B5}" type="slidenum">
              <a:t>6</a:t>
            </a:fld>
            <a:endParaRPr lang="en-US"/>
          </a:p>
        </p:txBody>
      </p:sp>
    </p:spTree>
    <p:extLst>
      <p:ext uri="{BB962C8B-B14F-4D97-AF65-F5344CB8AC3E}">
        <p14:creationId xmlns:p14="http://schemas.microsoft.com/office/powerpoint/2010/main" val="1041134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is Git and Why Use It?, Key Features of Git</a:t>
            </a:r>
          </a:p>
        </p:txBody>
      </p:sp>
      <p:sp>
        <p:nvSpPr>
          <p:cNvPr id="4" name="Slide Number Placeholder 3"/>
          <p:cNvSpPr>
            <a:spLocks noGrp="1"/>
          </p:cNvSpPr>
          <p:nvPr>
            <p:ph type="sldNum" sz="quarter" idx="5"/>
          </p:nvPr>
        </p:nvSpPr>
        <p:spPr/>
        <p:txBody>
          <a:bodyPr/>
          <a:lstStyle/>
          <a:p>
            <a:fld id="{BDC04B15-ACC5-4BBF-ADFD-1E45638509B5}" type="slidenum">
              <a:t>7</a:t>
            </a:fld>
            <a:endParaRPr lang="en-US"/>
          </a:p>
        </p:txBody>
      </p:sp>
    </p:spTree>
    <p:extLst>
      <p:ext uri="{BB962C8B-B14F-4D97-AF65-F5344CB8AC3E}">
        <p14:creationId xmlns:p14="http://schemas.microsoft.com/office/powerpoint/2010/main" val="12637595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Git is an open-source distributed version control system designed to track changes in source code during software development. It allows multiple developers to work simultaneously on the same project without conflicts. Git supports branching and merging, enabling parallel development and experimentation. Its distributed nature ensures robustness, as every developer has a complete copy of the repository. Git is widely adopted by major companies like Google and Microsoft due to its scalability, security, and efficiency.</a:t>
            </a:r>
          </a:p>
        </p:txBody>
      </p:sp>
      <p:sp>
        <p:nvSpPr>
          <p:cNvPr id="4" name="Slide Number Placeholder 3"/>
          <p:cNvSpPr>
            <a:spLocks noGrp="1"/>
          </p:cNvSpPr>
          <p:nvPr>
            <p:ph type="sldNum" sz="quarter" idx="5"/>
          </p:nvPr>
        </p:nvSpPr>
        <p:spPr/>
        <p:txBody>
          <a:bodyPr/>
          <a:lstStyle/>
          <a:p>
            <a:fld id="{BDC04B15-ACC5-4BBF-ADFD-1E45638509B5}" type="slidenum">
              <a:t>8</a:t>
            </a:fld>
            <a:endParaRPr lang="en-US"/>
          </a:p>
        </p:txBody>
      </p:sp>
    </p:spTree>
    <p:extLst>
      <p:ext uri="{BB962C8B-B14F-4D97-AF65-F5344CB8AC3E}">
        <p14:creationId xmlns:p14="http://schemas.microsoft.com/office/powerpoint/2010/main" val="26096338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Git offers secure version tracking, non-linear development through branching, and a staging area for commits. It is open-source, scalable, and supports distributed workflows. Developers can revert changes, annotate commits, and manage tags for versioning. These features make Git ideal for collaborative projects and continuous integration pipelines.</a:t>
            </a:r>
          </a:p>
        </p:txBody>
      </p:sp>
      <p:sp>
        <p:nvSpPr>
          <p:cNvPr id="4" name="Slide Number Placeholder 3"/>
          <p:cNvSpPr>
            <a:spLocks noGrp="1"/>
          </p:cNvSpPr>
          <p:nvPr>
            <p:ph type="sldNum" sz="quarter" idx="5"/>
          </p:nvPr>
        </p:nvSpPr>
        <p:spPr/>
        <p:txBody>
          <a:bodyPr/>
          <a:lstStyle/>
          <a:p>
            <a:fld id="{BDC04B15-ACC5-4BBF-ADFD-1E45638509B5}" type="slidenum">
              <a:t>9</a:t>
            </a:fld>
            <a:endParaRPr lang="en-US"/>
          </a:p>
        </p:txBody>
      </p:sp>
    </p:spTree>
    <p:extLst>
      <p:ext uri="{BB962C8B-B14F-4D97-AF65-F5344CB8AC3E}">
        <p14:creationId xmlns:p14="http://schemas.microsoft.com/office/powerpoint/2010/main" val="16705085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Differences Between Git and GitHub</a:t>
            </a:r>
          </a:p>
        </p:txBody>
      </p:sp>
      <p:sp>
        <p:nvSpPr>
          <p:cNvPr id="4" name="Slide Number Placeholder 3"/>
          <p:cNvSpPr>
            <a:spLocks noGrp="1"/>
          </p:cNvSpPr>
          <p:nvPr>
            <p:ph type="sldNum" sz="quarter" idx="5"/>
          </p:nvPr>
        </p:nvSpPr>
        <p:spPr/>
        <p:txBody>
          <a:bodyPr/>
          <a:lstStyle/>
          <a:p>
            <a:fld id="{BDC04B15-ACC5-4BBF-ADFD-1E45638509B5}" type="slidenum">
              <a:t>10</a:t>
            </a:fld>
            <a:endParaRPr lang="en-US"/>
          </a:p>
        </p:txBody>
      </p:sp>
    </p:spTree>
    <p:extLst>
      <p:ext uri="{BB962C8B-B14F-4D97-AF65-F5344CB8AC3E}">
        <p14:creationId xmlns:p14="http://schemas.microsoft.com/office/powerpoint/2010/main" val="9250556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Git is a version control system installed locally, while GitHub is a cloud-based hosting service for Git repositories. Git operates via command-line interface and manages local changes, whereas GitHub provides a graphical interface, user management, and collaboration tools. GitHub enables remote repository hosting, pull requests, and access control, making it essential for distributed teams.</a:t>
            </a:r>
          </a:p>
        </p:txBody>
      </p:sp>
      <p:sp>
        <p:nvSpPr>
          <p:cNvPr id="4" name="Slide Number Placeholder 3"/>
          <p:cNvSpPr>
            <a:spLocks noGrp="1"/>
          </p:cNvSpPr>
          <p:nvPr>
            <p:ph type="sldNum" sz="quarter" idx="5"/>
          </p:nvPr>
        </p:nvSpPr>
        <p:spPr/>
        <p:txBody>
          <a:bodyPr/>
          <a:lstStyle/>
          <a:p>
            <a:fld id="{BDC04B15-ACC5-4BBF-ADFD-1E45638509B5}" type="slidenum">
              <a:t>11</a:t>
            </a:fld>
            <a:endParaRPr lang="en-US"/>
          </a:p>
        </p:txBody>
      </p:sp>
    </p:spTree>
    <p:extLst>
      <p:ext uri="{BB962C8B-B14F-4D97-AF65-F5344CB8AC3E}">
        <p14:creationId xmlns:p14="http://schemas.microsoft.com/office/powerpoint/2010/main" val="20467349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Push and Pull Operations, Basic Git Commands</a:t>
            </a:r>
          </a:p>
        </p:txBody>
      </p:sp>
      <p:sp>
        <p:nvSpPr>
          <p:cNvPr id="4" name="Slide Number Placeholder 3"/>
          <p:cNvSpPr>
            <a:spLocks noGrp="1"/>
          </p:cNvSpPr>
          <p:nvPr>
            <p:ph type="sldNum" sz="quarter" idx="5"/>
          </p:nvPr>
        </p:nvSpPr>
        <p:spPr/>
        <p:txBody>
          <a:bodyPr/>
          <a:lstStyle/>
          <a:p>
            <a:fld id="{BDC04B15-ACC5-4BBF-ADFD-1E45638509B5}" type="slidenum">
              <a:t>12</a:t>
            </a:fld>
            <a:endParaRPr lang="en-US"/>
          </a:p>
        </p:txBody>
      </p:sp>
    </p:spTree>
    <p:extLst>
      <p:ext uri="{BB962C8B-B14F-4D97-AF65-F5344CB8AC3E}">
        <p14:creationId xmlns:p14="http://schemas.microsoft.com/office/powerpoint/2010/main" val="27342561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Git workflow involves staging changes with git add, committing them with git commit, and synchronizing with remote repositories using git push and git pull. Push uploads local changes to a remote repository, while pull fetches and merges updates from the remote repository into the local branch. Understanding these operations is crucial for maintaining synchronization and avoiding conflicts in collaborative environments.</a:t>
            </a:r>
          </a:p>
        </p:txBody>
      </p:sp>
      <p:sp>
        <p:nvSpPr>
          <p:cNvPr id="4" name="Slide Number Placeholder 3"/>
          <p:cNvSpPr>
            <a:spLocks noGrp="1"/>
          </p:cNvSpPr>
          <p:nvPr>
            <p:ph type="sldNum" sz="quarter" idx="5"/>
          </p:nvPr>
        </p:nvSpPr>
        <p:spPr/>
        <p:txBody>
          <a:bodyPr/>
          <a:lstStyle/>
          <a:p>
            <a:fld id="{BDC04B15-ACC5-4BBF-ADFD-1E45638509B5}" type="slidenum">
              <a:t>13</a:t>
            </a:fld>
            <a:endParaRPr lang="en-US"/>
          </a:p>
        </p:txBody>
      </p:sp>
    </p:spTree>
    <p:extLst>
      <p:ext uri="{BB962C8B-B14F-4D97-AF65-F5344CB8AC3E}">
        <p14:creationId xmlns:p14="http://schemas.microsoft.com/office/powerpoint/2010/main" val="14413377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DC04B15-ACC5-4BBF-ADFD-1E45638509B5}" type="slidenum">
              <a:t>14</a:t>
            </a:fld>
            <a:endParaRPr lang="en-US"/>
          </a:p>
        </p:txBody>
      </p:sp>
    </p:spTree>
    <p:extLst>
      <p:ext uri="{BB962C8B-B14F-4D97-AF65-F5344CB8AC3E}">
        <p14:creationId xmlns:p14="http://schemas.microsoft.com/office/powerpoint/2010/main" val="22249961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Branching Strategies, Merging and Conflict Resolution</a:t>
            </a:r>
          </a:p>
        </p:txBody>
      </p:sp>
      <p:sp>
        <p:nvSpPr>
          <p:cNvPr id="4" name="Slide Number Placeholder 3"/>
          <p:cNvSpPr>
            <a:spLocks noGrp="1"/>
          </p:cNvSpPr>
          <p:nvPr>
            <p:ph type="sldNum" sz="quarter" idx="5"/>
          </p:nvPr>
        </p:nvSpPr>
        <p:spPr/>
        <p:txBody>
          <a:bodyPr/>
          <a:lstStyle/>
          <a:p>
            <a:fld id="{BDC04B15-ACC5-4BBF-ADFD-1E45638509B5}" type="slidenum">
              <a:t>15</a:t>
            </a:fld>
            <a:endParaRPr lang="en-US"/>
          </a:p>
        </p:txBody>
      </p:sp>
    </p:spTree>
    <p:extLst>
      <p:ext uri="{BB962C8B-B14F-4D97-AF65-F5344CB8AC3E}">
        <p14:creationId xmlns:p14="http://schemas.microsoft.com/office/powerpoint/2010/main" val="38358770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Branching in Git allows developers to create isolated environments for feature development, bug fixes, and experimentation. Common branches include main, develop, feature, release, and hotfix. This strategy ensures parallel development without impacting the stable codebase. Branching models like Git Flow define conventions for managing these branches effectively.</a:t>
            </a:r>
          </a:p>
        </p:txBody>
      </p:sp>
      <p:sp>
        <p:nvSpPr>
          <p:cNvPr id="4" name="Slide Number Placeholder 3"/>
          <p:cNvSpPr>
            <a:spLocks noGrp="1"/>
          </p:cNvSpPr>
          <p:nvPr>
            <p:ph type="sldNum" sz="quarter" idx="5"/>
          </p:nvPr>
        </p:nvSpPr>
        <p:spPr/>
        <p:txBody>
          <a:bodyPr/>
          <a:lstStyle/>
          <a:p>
            <a:fld id="{BDC04B15-ACC5-4BBF-ADFD-1E45638509B5}" type="slidenum">
              <a:t>16</a:t>
            </a:fld>
            <a:endParaRPr lang="en-US"/>
          </a:p>
        </p:txBody>
      </p:sp>
    </p:spTree>
    <p:extLst>
      <p:ext uri="{BB962C8B-B14F-4D97-AF65-F5344CB8AC3E}">
        <p14:creationId xmlns:p14="http://schemas.microsoft.com/office/powerpoint/2010/main" val="29690612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Merging integrates changes from one branch into another, typically using git merge. Conflicts occur when changes overlap in the same file, requiring manual resolution. Developers must edit conflicting files, remove conflict markers, and commit the resolved changes. Effective merging practices maintain code integrity and prevent disruptions in collaborative workflows.</a:t>
            </a:r>
          </a:p>
        </p:txBody>
      </p:sp>
      <p:sp>
        <p:nvSpPr>
          <p:cNvPr id="4" name="Slide Number Placeholder 3"/>
          <p:cNvSpPr>
            <a:spLocks noGrp="1"/>
          </p:cNvSpPr>
          <p:nvPr>
            <p:ph type="sldNum" sz="quarter" idx="5"/>
          </p:nvPr>
        </p:nvSpPr>
        <p:spPr/>
        <p:txBody>
          <a:bodyPr/>
          <a:lstStyle/>
          <a:p>
            <a:fld id="{BDC04B15-ACC5-4BBF-ADFD-1E45638509B5}" type="slidenum">
              <a:t>17</a:t>
            </a:fld>
            <a:endParaRPr lang="en-US"/>
          </a:p>
        </p:txBody>
      </p:sp>
    </p:spTree>
    <p:extLst>
      <p:ext uri="{BB962C8B-B14F-4D97-AF65-F5344CB8AC3E}">
        <p14:creationId xmlns:p14="http://schemas.microsoft.com/office/powerpoint/2010/main" val="14233269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Best Practices for Version Control, Key Takeaways</a:t>
            </a:r>
          </a:p>
        </p:txBody>
      </p:sp>
      <p:sp>
        <p:nvSpPr>
          <p:cNvPr id="4" name="Slide Number Placeholder 3"/>
          <p:cNvSpPr>
            <a:spLocks noGrp="1"/>
          </p:cNvSpPr>
          <p:nvPr>
            <p:ph type="sldNum" sz="quarter" idx="5"/>
          </p:nvPr>
        </p:nvSpPr>
        <p:spPr/>
        <p:txBody>
          <a:bodyPr/>
          <a:lstStyle/>
          <a:p>
            <a:fld id="{BDC04B15-ACC5-4BBF-ADFD-1E45638509B5}" type="slidenum">
              <a:t>18</a:t>
            </a:fld>
            <a:endParaRPr lang="en-US"/>
          </a:p>
        </p:txBody>
      </p:sp>
    </p:spTree>
    <p:extLst>
      <p:ext uri="{BB962C8B-B14F-4D97-AF65-F5344CB8AC3E}">
        <p14:creationId xmlns:p14="http://schemas.microsoft.com/office/powerpoint/2010/main" val="35928745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Commit changes frequently with descriptive messages, use branches for feature development, and regularly synchronize with remote repositories. Implement access control and backup strategies to ensure security and disaster recovery. Monitor version control activities to maintain code integrity and compliance. These practices enhance collaboration and reduce risks in software development.</a:t>
            </a:r>
          </a:p>
        </p:txBody>
      </p:sp>
      <p:sp>
        <p:nvSpPr>
          <p:cNvPr id="4" name="Slide Number Placeholder 3"/>
          <p:cNvSpPr>
            <a:spLocks noGrp="1"/>
          </p:cNvSpPr>
          <p:nvPr>
            <p:ph type="sldNum" sz="quarter" idx="5"/>
          </p:nvPr>
        </p:nvSpPr>
        <p:spPr/>
        <p:txBody>
          <a:bodyPr/>
          <a:lstStyle/>
          <a:p>
            <a:fld id="{BDC04B15-ACC5-4BBF-ADFD-1E45638509B5}" type="slidenum">
              <a:t>19</a:t>
            </a:fld>
            <a:endParaRPr lang="en-US"/>
          </a:p>
        </p:txBody>
      </p:sp>
    </p:spTree>
    <p:extLst>
      <p:ext uri="{BB962C8B-B14F-4D97-AF65-F5344CB8AC3E}">
        <p14:creationId xmlns:p14="http://schemas.microsoft.com/office/powerpoint/2010/main" val="8814185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Version control systems are essential for tracking changes, enabling collaboration, and maintaining code quality. Git, as a distributed VCS, offers powerful features like branching, merging, and staging. GitHub complements Git by providing remote hosting and collaboration tools. Mastering Git workflows and best practices ensures efficient and reliable software development.</a:t>
            </a:r>
          </a:p>
        </p:txBody>
      </p:sp>
      <p:sp>
        <p:nvSpPr>
          <p:cNvPr id="4" name="Slide Number Placeholder 3"/>
          <p:cNvSpPr>
            <a:spLocks noGrp="1"/>
          </p:cNvSpPr>
          <p:nvPr>
            <p:ph type="sldNum" sz="quarter" idx="5"/>
          </p:nvPr>
        </p:nvSpPr>
        <p:spPr/>
        <p:txBody>
          <a:bodyPr/>
          <a:lstStyle/>
          <a:p>
            <a:fld id="{BDC04B15-ACC5-4BBF-ADFD-1E45638509B5}" type="slidenum">
              <a:t>20</a:t>
            </a:fld>
            <a:endParaRPr lang="en-US"/>
          </a:p>
        </p:txBody>
      </p:sp>
    </p:spTree>
    <p:extLst>
      <p:ext uri="{BB962C8B-B14F-4D97-AF65-F5344CB8AC3E}">
        <p14:creationId xmlns:p14="http://schemas.microsoft.com/office/powerpoint/2010/main" val="32998271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502920"/>
            <a:ext cx="5852160" cy="2953512"/>
          </a:xfrm>
        </p:spPr>
        <p:txBody>
          <a:bodyPr vert="horz" lIns="91440" tIns="45720" rIns="91440" bIns="45720" rtlCol="0" anchor="t">
            <a:normAutofit/>
          </a:bodyPr>
          <a:lstStyle>
            <a:lvl1pPr>
              <a:defRPr lang="en-US" sz="5400" dirty="0">
                <a:gradFill>
                  <a:gsLst>
                    <a:gs pos="0">
                      <a:schemeClr val="accent2"/>
                    </a:gs>
                    <a:gs pos="100000">
                      <a:schemeClr val="accent5"/>
                    </a:gs>
                  </a:gsLst>
                  <a:lin ang="15600000" scaled="0"/>
                </a:gra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544568"/>
            <a:ext cx="4681728" cy="1591056"/>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endParaRPr lang="en-US" dirty="0"/>
          </a:p>
        </p:txBody>
      </p:sp>
      <p:sp>
        <p:nvSpPr>
          <p:cNvPr id="11" name="Footer Placeholder 10">
            <a:extLst>
              <a:ext uri="{FF2B5EF4-FFF2-40B4-BE49-F238E27FC236}">
                <a16:creationId xmlns:a16="http://schemas.microsoft.com/office/drawing/2014/main" id="{F98245A6-7E39-43E3-BB93-77F622756065}"/>
              </a:ext>
            </a:extLst>
          </p:cNvPr>
          <p:cNvSpPr>
            <a:spLocks noGrp="1"/>
          </p:cNvSpPr>
          <p:nvPr>
            <p:ph type="ftr" sz="quarter" idx="15"/>
          </p:nvPr>
        </p:nvSpPr>
        <p:spPr/>
        <p:txBody>
          <a:bodyPr/>
          <a:lstStyle/>
          <a:p>
            <a:endParaRPr lang="en-US"/>
          </a:p>
        </p:txBody>
      </p:sp>
      <p:sp>
        <p:nvSpPr>
          <p:cNvPr id="10" name="Date Placeholder 9">
            <a:extLst>
              <a:ext uri="{FF2B5EF4-FFF2-40B4-BE49-F238E27FC236}">
                <a16:creationId xmlns:a16="http://schemas.microsoft.com/office/drawing/2014/main" id="{00431E1F-9861-6E9A-6FDA-9450A0A9109C}"/>
              </a:ext>
            </a:extLst>
          </p:cNvPr>
          <p:cNvSpPr>
            <a:spLocks noGrp="1"/>
          </p:cNvSpPr>
          <p:nvPr>
            <p:ph type="dt" sz="half" idx="14"/>
          </p:nvPr>
        </p:nvSpPr>
        <p:spPr>
          <a:xfrm>
            <a:off x="4617720" y="6318504"/>
            <a:ext cx="2153412" cy="365760"/>
          </a:xfrm>
        </p:spPr>
        <p:txBody>
          <a:bodyPr/>
          <a:lstStyle/>
          <a:p>
            <a:fld id="{3AEEF7F6-ECFE-4473-B3E9-C91BE833927A}" type="datetimeFigureOut">
              <a:rPr lang="en-US" smtClean="0"/>
              <a:t>12/8/2025</a:t>
            </a:fld>
            <a:endParaRPr lang="en-US"/>
          </a:p>
        </p:txBody>
      </p:sp>
      <p:sp>
        <p:nvSpPr>
          <p:cNvPr id="12" name="Slide Number Placeholder 11">
            <a:extLst>
              <a:ext uri="{FF2B5EF4-FFF2-40B4-BE49-F238E27FC236}">
                <a16:creationId xmlns:a16="http://schemas.microsoft.com/office/drawing/2014/main" id="{43C4D8A9-0078-62DC-A293-9B6083ED649D}"/>
              </a:ext>
            </a:extLst>
          </p:cNvPr>
          <p:cNvSpPr>
            <a:spLocks noGrp="1"/>
          </p:cNvSpPr>
          <p:nvPr>
            <p:ph type="sldNum" sz="quarter" idx="16"/>
          </p:nvPr>
        </p:nvSpPr>
        <p:spPr>
          <a:xfrm>
            <a:off x="6688836" y="6318504"/>
            <a:ext cx="493776" cy="365760"/>
          </a:xfrm>
        </p:spPr>
        <p:txBody>
          <a:bodyPr/>
          <a:lstStyle/>
          <a:p>
            <a:fld id="{5DAD859A-2C66-45B9-9A71-3CF205EC2D4A}" type="slidenum">
              <a:rPr lang="en-US" smtClean="0"/>
              <a:t>‹#›</a:t>
            </a:fld>
            <a:endParaRPr lang="en-US"/>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7534656" y="0"/>
            <a:ext cx="4657344"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6247541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3EACE7F8-A7D9-2E2C-2B0B-0DB8D7168AAC}"/>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DB768309-21D1-59BA-F479-9F846B9A0FB2}"/>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3D94F90-5391-9976-036B-C34C2C30448C}"/>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457200"/>
            <a:ext cx="10954512" cy="731520"/>
          </a:xfrm>
        </p:spPr>
        <p:txBody>
          <a:bodyPr/>
          <a:lstStyle>
            <a:lvl1pPr>
              <a:defRPr>
                <a:gradFill>
                  <a:gsLst>
                    <a:gs pos="0">
                      <a:schemeClr val="accent5"/>
                    </a:gs>
                    <a:gs pos="100000">
                      <a:schemeClr val="accent2"/>
                    </a:gs>
                  </a:gsLst>
                  <a:lin ang="13800000" scaled="0"/>
                </a:gra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8" y="1362455"/>
            <a:ext cx="10954512" cy="49560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BEDC843-90AD-36D3-6615-3505603F8E22}"/>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852C5F7B-97CA-C06C-A155-E4BC307DB0FB}"/>
              </a:ext>
            </a:extLst>
          </p:cNvPr>
          <p:cNvSpPr>
            <a:spLocks noGrp="1"/>
          </p:cNvSpPr>
          <p:nvPr>
            <p:ph type="dt" sz="half" idx="10"/>
          </p:nvPr>
        </p:nvSpPr>
        <p:spPr/>
        <p:txBody>
          <a:bodyPr/>
          <a:lstStyle/>
          <a:p>
            <a:fld id="{3AEEF7F6-ECFE-4473-B3E9-C91BE833927A}" type="datetimeFigureOut">
              <a:rPr lang="en-US" smtClean="0"/>
              <a:t>12/8/2025</a:t>
            </a:fld>
            <a:endParaRPr lang="en-US"/>
          </a:p>
        </p:txBody>
      </p:sp>
      <p:sp>
        <p:nvSpPr>
          <p:cNvPr id="9" name="Slide Number Placeholder 8">
            <a:extLst>
              <a:ext uri="{FF2B5EF4-FFF2-40B4-BE49-F238E27FC236}">
                <a16:creationId xmlns:a16="http://schemas.microsoft.com/office/drawing/2014/main" id="{DB324737-C1DF-CE60-245E-385E02AC2FB0}"/>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45703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47888" y="713232"/>
            <a:ext cx="3364992" cy="3227832"/>
          </a:xfrm>
        </p:spPr>
        <p:txBody>
          <a:bodyPr vert="horz" lIns="91440" tIns="45720" rIns="91440" bIns="45720" rtlCol="0" anchor="t">
            <a:normAutofit/>
          </a:bodyPr>
          <a:lstStyle>
            <a:lvl1pPr>
              <a:defRPr lang="en-US" sz="4000" dirty="0">
                <a:gradFill>
                  <a:gsLst>
                    <a:gs pos="0">
                      <a:schemeClr val="accent2"/>
                    </a:gs>
                    <a:gs pos="100000">
                      <a:schemeClr val="accent5"/>
                    </a:gs>
                  </a:gsLst>
                  <a:lin ang="15600000" scaled="0"/>
                </a:gra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247888" y="5138927"/>
            <a:ext cx="3200400" cy="1197864"/>
          </a:xfrm>
        </p:spPr>
        <p:txBody>
          <a:bodyPr vert="horz" lIns="91440" tIns="45720" rIns="91440" bIns="45720" rtlCol="0">
            <a:normAutofit/>
          </a:bodyPr>
          <a:lstStyle>
            <a:lvl1pPr marL="0" indent="0">
              <a:buNone/>
              <a:defRPr lang="en-US" sz="2000" dirty="0"/>
            </a:lvl1pPr>
          </a:lstStyle>
          <a:p>
            <a:pPr lvl="0"/>
            <a:r>
              <a:rPr lang="en-US"/>
              <a:t>Click to edit Master subtitle style</a:t>
            </a:r>
            <a:endParaRPr lang="en-US" dirty="0"/>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7548451" cy="6858000"/>
          </a:xfrm>
          <a:blipFill>
            <a:blip r:embed="rId2">
              <a:alphaModFix amt="70000"/>
            </a:blip>
            <a:stretch>
              <a:fillRect/>
            </a:stretch>
          </a:blipFill>
        </p:spPr>
        <p:txBody>
          <a:bodyPr/>
          <a:lstStyle>
            <a:lvl1pPr marL="0" indent="0">
              <a:buNone/>
              <a:defRPr/>
            </a:lvl1pPr>
          </a:lstStyle>
          <a:p>
            <a:r>
              <a:rPr lang="en-US" dirty="0"/>
              <a:t> </a:t>
            </a:r>
          </a:p>
        </p:txBody>
      </p:sp>
      <p:grpSp>
        <p:nvGrpSpPr>
          <p:cNvPr id="7" name="Group 6">
            <a:extLst>
              <a:ext uri="{FF2B5EF4-FFF2-40B4-BE49-F238E27FC236}">
                <a16:creationId xmlns:a16="http://schemas.microsoft.com/office/drawing/2014/main" id="{9BCBE317-7590-8646-B2DB-5BED6EE8A19B}"/>
              </a:ext>
              <a:ext uri="{C183D7F6-B498-43B3-948B-1728B52AA6E4}">
                <adec:decorative xmlns:adec="http://schemas.microsoft.com/office/drawing/2017/decorative" val="1"/>
              </a:ext>
            </a:extLst>
          </p:cNvPr>
          <p:cNvGrpSpPr/>
          <p:nvPr/>
        </p:nvGrpSpPr>
        <p:grpSpPr>
          <a:xfrm rot="5400000">
            <a:off x="4181134" y="3367319"/>
            <a:ext cx="6858000" cy="123363"/>
            <a:chOff x="-5025" y="6737718"/>
            <a:chExt cx="12207200" cy="123363"/>
          </a:xfrm>
        </p:grpSpPr>
        <p:sp>
          <p:nvSpPr>
            <p:cNvPr id="8" name="Rectangle 7">
              <a:extLst>
                <a:ext uri="{FF2B5EF4-FFF2-40B4-BE49-F238E27FC236}">
                  <a16:creationId xmlns:a16="http://schemas.microsoft.com/office/drawing/2014/main" id="{55B255D3-4FB2-87A8-E502-9CDE10990A39}"/>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D15F704-CD21-A249-03F6-4F036D21400B}"/>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Footer Placeholder 4">
            <a:extLst>
              <a:ext uri="{FF2B5EF4-FFF2-40B4-BE49-F238E27FC236}">
                <a16:creationId xmlns:a16="http://schemas.microsoft.com/office/drawing/2014/main" id="{6B30B7E9-D8D3-BC56-A758-6C86B58C0AC5}"/>
              </a:ext>
            </a:extLst>
          </p:cNvPr>
          <p:cNvSpPr>
            <a:spLocks noGrp="1"/>
          </p:cNvSpPr>
          <p:nvPr>
            <p:ph type="ftr" sz="quarter" idx="15"/>
          </p:nvPr>
        </p:nvSpPr>
        <p:spPr>
          <a:xfrm>
            <a:off x="8247888" y="6318504"/>
            <a:ext cx="2459736" cy="365760"/>
          </a:xfrm>
        </p:spPr>
        <p:txBody>
          <a:bodyPr/>
          <a:lstStyle/>
          <a:p>
            <a:endParaRPr lang="en-US"/>
          </a:p>
        </p:txBody>
      </p:sp>
      <p:sp>
        <p:nvSpPr>
          <p:cNvPr id="4" name="Date Placeholder 3">
            <a:extLst>
              <a:ext uri="{FF2B5EF4-FFF2-40B4-BE49-F238E27FC236}">
                <a16:creationId xmlns:a16="http://schemas.microsoft.com/office/drawing/2014/main" id="{3D4FF974-138E-88CF-9001-1A07C67D1DFD}"/>
              </a:ext>
            </a:extLst>
          </p:cNvPr>
          <p:cNvSpPr>
            <a:spLocks noGrp="1"/>
          </p:cNvSpPr>
          <p:nvPr>
            <p:ph type="dt" sz="half" idx="14"/>
          </p:nvPr>
        </p:nvSpPr>
        <p:spPr>
          <a:xfrm>
            <a:off x="10707624" y="6318504"/>
            <a:ext cx="859536" cy="365760"/>
          </a:xfrm>
        </p:spPr>
        <p:txBody>
          <a:bodyPr/>
          <a:lstStyle/>
          <a:p>
            <a:fld id="{3AEEF7F6-ECFE-4473-B3E9-C91BE833927A}" type="datetimeFigureOut">
              <a:rPr lang="en-US" smtClean="0"/>
              <a:t>12/8/2025</a:t>
            </a:fld>
            <a:endParaRPr lang="en-US"/>
          </a:p>
        </p:txBody>
      </p:sp>
      <p:sp>
        <p:nvSpPr>
          <p:cNvPr id="6" name="Slide Number Placeholder 5">
            <a:extLst>
              <a:ext uri="{FF2B5EF4-FFF2-40B4-BE49-F238E27FC236}">
                <a16:creationId xmlns:a16="http://schemas.microsoft.com/office/drawing/2014/main" id="{E1DA7CD4-7B92-1CD1-A9F0-94B053972CA3}"/>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81948945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EAB82C7-4740-BEAB-85E9-C816E1CDC453}"/>
              </a:ext>
              <a:ext uri="{C183D7F6-B498-43B3-948B-1728B52AA6E4}">
                <adec:decorative xmlns:adec="http://schemas.microsoft.com/office/drawing/2017/decorative" val="1"/>
              </a:ext>
            </a:extLst>
          </p:cNvPr>
          <p:cNvGrpSpPr/>
          <p:nvPr/>
        </p:nvGrpSpPr>
        <p:grpSpPr>
          <a:xfrm rot="10800000">
            <a:off x="0" y="4492680"/>
            <a:ext cx="12207200" cy="123363"/>
            <a:chOff x="-5025" y="6737718"/>
            <a:chExt cx="12207200" cy="123363"/>
          </a:xfrm>
        </p:grpSpPr>
        <p:sp>
          <p:nvSpPr>
            <p:cNvPr id="5" name="Rectangle 4">
              <a:extLst>
                <a:ext uri="{FF2B5EF4-FFF2-40B4-BE49-F238E27FC236}">
                  <a16:creationId xmlns:a16="http://schemas.microsoft.com/office/drawing/2014/main" id="{0B7E10D0-EE9E-6432-2C4D-0324DE19518E}"/>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63B4BE8-5DA5-6F2B-0DB6-7901D4547F64}"/>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2732" y="4965192"/>
            <a:ext cx="11146536" cy="786384"/>
          </a:xfrm>
        </p:spPr>
        <p:txBody>
          <a:bodyPr anchor="b">
            <a:normAutofit/>
          </a:bodyPr>
          <a:lstStyle>
            <a:lvl1pPr algn="ctr">
              <a:defRPr sz="36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43000" y="5806440"/>
            <a:ext cx="9902952" cy="576072"/>
          </a:xfr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4492679"/>
          </a:xfrm>
          <a:blipFill>
            <a:blip r:embed="rId2">
              <a:alphaModFix amt="70000"/>
            </a:blip>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p:txBody>
          <a:bodyPr/>
          <a:lstStyle/>
          <a:p>
            <a:endParaRPr lang="en-US"/>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p:txBody>
          <a:bodyPr/>
          <a:lstStyle/>
          <a:p>
            <a:fld id="{3AEEF7F6-ECFE-4473-B3E9-C91BE833927A}" type="datetimeFigureOut">
              <a:rPr lang="en-US" smtClean="0"/>
              <a:t>12/8/2025</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33669055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t">
            <a:normAutofit/>
          </a:bodyPr>
          <a:lstStyle>
            <a:lvl1pPr>
              <a:defRPr lang="en-US" sz="8000" dirty="0">
                <a:gradFill>
                  <a:gsLst>
                    <a:gs pos="0">
                      <a:schemeClr val="accent5"/>
                    </a:gs>
                    <a:gs pos="100000">
                      <a:schemeClr val="accent2"/>
                    </a:gs>
                  </a:gsLst>
                  <a:lin ang="6000000" scaled="0"/>
                </a:gra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0AAE0C5-AA7D-C4A0-BB09-3D328C8523AC}"/>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F8454691-E40E-1B02-C9B2-FD70013E0175}"/>
              </a:ext>
            </a:extLst>
          </p:cNvPr>
          <p:cNvSpPr>
            <a:spLocks noGrp="1"/>
          </p:cNvSpPr>
          <p:nvPr>
            <p:ph type="dt" sz="half" idx="10"/>
          </p:nvPr>
        </p:nvSpPr>
        <p:spPr/>
        <p:txBody>
          <a:bodyPr/>
          <a:lstStyle/>
          <a:p>
            <a:fld id="{3AEEF7F6-ECFE-4473-B3E9-C91BE833927A}" type="datetimeFigureOut">
              <a:rPr lang="en-US" smtClean="0"/>
              <a:t>12/8/2025</a:t>
            </a:fld>
            <a:endParaRPr lang="en-US"/>
          </a:p>
        </p:txBody>
      </p:sp>
      <p:sp>
        <p:nvSpPr>
          <p:cNvPr id="6" name="Slide Number Placeholder 5">
            <a:extLst>
              <a:ext uri="{FF2B5EF4-FFF2-40B4-BE49-F238E27FC236}">
                <a16:creationId xmlns:a16="http://schemas.microsoft.com/office/drawing/2014/main" id="{8D766BF4-6BB2-066C-5243-2D5CF17BA496}"/>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02382917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b">
            <a:normAutofit/>
          </a:bodyPr>
          <a:lstStyle>
            <a:lvl1pPr>
              <a:defRPr lang="en-US" sz="8000" dirty="0">
                <a:gradFill>
                  <a:gsLst>
                    <a:gs pos="0">
                      <a:schemeClr val="accent5"/>
                    </a:gs>
                    <a:gs pos="100000">
                      <a:schemeClr val="accent2"/>
                    </a:gs>
                  </a:gsLst>
                  <a:lin ang="6000000" scaled="0"/>
                </a:gra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t">
            <a:normAutofit/>
          </a:bodyPr>
          <a:lstStyle>
            <a:lvl1pPr marL="0" indent="0">
              <a:buNone/>
              <a:defRPr lang="en-US" sz="20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0AAE0C5-AA7D-C4A0-BB09-3D328C8523AC}"/>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F8454691-E40E-1B02-C9B2-FD70013E0175}"/>
              </a:ext>
            </a:extLst>
          </p:cNvPr>
          <p:cNvSpPr>
            <a:spLocks noGrp="1"/>
          </p:cNvSpPr>
          <p:nvPr>
            <p:ph type="dt" sz="half" idx="10"/>
          </p:nvPr>
        </p:nvSpPr>
        <p:spPr/>
        <p:txBody>
          <a:bodyPr/>
          <a:lstStyle/>
          <a:p>
            <a:fld id="{3AEEF7F6-ECFE-4473-B3E9-C91BE833927A}" type="datetimeFigureOut">
              <a:rPr lang="en-US" smtClean="0"/>
              <a:t>12/8/2025</a:t>
            </a:fld>
            <a:endParaRPr lang="en-US"/>
          </a:p>
        </p:txBody>
      </p:sp>
      <p:sp>
        <p:nvSpPr>
          <p:cNvPr id="6" name="Slide Number Placeholder 5">
            <a:extLst>
              <a:ext uri="{FF2B5EF4-FFF2-40B4-BE49-F238E27FC236}">
                <a16:creationId xmlns:a16="http://schemas.microsoft.com/office/drawing/2014/main" id="{8D766BF4-6BB2-066C-5243-2D5CF17BA496}"/>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59812892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A219385-CEEC-20A5-C72F-B13448DE6E0F}"/>
              </a:ext>
            </a:extLst>
          </p:cNvPr>
          <p:cNvSpPr/>
          <p:nvPr/>
        </p:nvSpPr>
        <p:spPr>
          <a:xfrm>
            <a:off x="0" y="-12003"/>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9FFFB07-15C3-5030-73A7-6D0EBC2FB180}"/>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FFC67F9-A48C-BB0E-03C5-9C32A6BB8C5D}"/>
              </a:ext>
            </a:extLst>
          </p:cNvPr>
          <p:cNvSpPr/>
          <p:nvPr/>
        </p:nvSpPr>
        <p:spPr>
          <a:xfrm rot="16200000" flipH="1">
            <a:off x="2660997" y="-2673001"/>
            <a:ext cx="6870003" cy="12192002"/>
          </a:xfrm>
          <a:prstGeom prst="rect">
            <a:avLst/>
          </a:prstGeom>
          <a:gradFill>
            <a:gsLst>
              <a:gs pos="0">
                <a:schemeClr val="accent2"/>
              </a:gs>
              <a:gs pos="94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8A2436E8-8599-9171-B0E5-3A3CED0AE2C4}"/>
              </a:ext>
            </a:extLst>
          </p:cNvPr>
          <p:cNvSpPr/>
          <p:nvPr/>
        </p:nvSpPr>
        <p:spPr>
          <a:xfrm rot="5400000" flipH="1">
            <a:off x="2719785" y="-1537266"/>
            <a:ext cx="5669226" cy="11108800"/>
          </a:xfrm>
          <a:prstGeom prst="rect">
            <a:avLst/>
          </a:prstGeom>
          <a:gradFill flip="none" rotWithShape="1">
            <a:gsLst>
              <a:gs pos="0">
                <a:schemeClr val="accent5">
                  <a:lumMod val="75000"/>
                  <a:alpha val="90000"/>
                </a:schemeClr>
              </a:gs>
              <a:gs pos="39000">
                <a:schemeClr val="accent5">
                  <a:lumMod val="60000"/>
                  <a:lumOff val="40000"/>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9D052CAB-57CB-D9A8-5BBE-F7898C5ECEE0}"/>
              </a:ext>
              <a:ext uri="{C183D7F6-B498-43B3-948B-1728B52AA6E4}">
                <adec:decorative xmlns:adec="http://schemas.microsoft.com/office/drawing/2017/decorative" val="1"/>
              </a:ext>
            </a:extLst>
          </p:cNvPr>
          <p:cNvSpPr/>
          <p:nvPr/>
        </p:nvSpPr>
        <p:spPr>
          <a:xfrm rot="16200000" flipH="1">
            <a:off x="-648303" y="636301"/>
            <a:ext cx="6870003" cy="5573396"/>
          </a:xfrm>
          <a:prstGeom prst="rect">
            <a:avLst/>
          </a:prstGeom>
          <a:gradFill flip="none" rotWithShape="1">
            <a:gsLst>
              <a:gs pos="2000">
                <a:schemeClr val="accent2">
                  <a:lumMod val="75000"/>
                </a:schemeClr>
              </a:gs>
              <a:gs pos="37000">
                <a:schemeClr val="accent2">
                  <a:alpha val="0"/>
                </a:schemeClr>
              </a:gs>
            </a:gsLst>
            <a:lin ang="36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t">
            <a:normAutofit/>
          </a:bodyPr>
          <a:lstStyle>
            <a:lvl1pPr>
              <a:defRPr lang="en-US" sz="8000" dirty="0">
                <a:solidFill>
                  <a:schemeClr val="tx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ctr">
            <a:normAutofit/>
          </a:bodyPr>
          <a:lstStyle>
            <a:lvl1pPr marL="0" indent="0">
              <a:buNone/>
              <a:defRPr lang="en-US" sz="2000" dirty="0">
                <a:solidFill>
                  <a:schemeClr val="tx1"/>
                </a:solidFill>
              </a:defRPr>
            </a:lvl1pPr>
          </a:lstStyle>
          <a:p>
            <a:pPr lvl="0"/>
            <a:r>
              <a:rPr lang="en-US"/>
              <a:t>Click to edit Master subtitle style</a:t>
            </a:r>
            <a:endParaRPr lang="en-US" dirty="0"/>
          </a:p>
        </p:txBody>
      </p:sp>
      <p:sp>
        <p:nvSpPr>
          <p:cNvPr id="12" name="Footer Placeholder 11">
            <a:extLst>
              <a:ext uri="{FF2B5EF4-FFF2-40B4-BE49-F238E27FC236}">
                <a16:creationId xmlns:a16="http://schemas.microsoft.com/office/drawing/2014/main" id="{1EF90BDF-2A3B-8AD7-6EE4-11ED28664F7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11" name="Date Placeholder 10">
            <a:extLst>
              <a:ext uri="{FF2B5EF4-FFF2-40B4-BE49-F238E27FC236}">
                <a16:creationId xmlns:a16="http://schemas.microsoft.com/office/drawing/2014/main" id="{81B66C1B-A1AD-A2BC-11D8-9AEA5E834AAC}"/>
              </a:ext>
            </a:extLst>
          </p:cNvPr>
          <p:cNvSpPr>
            <a:spLocks noGrp="1"/>
          </p:cNvSpPr>
          <p:nvPr>
            <p:ph type="dt" sz="half" idx="10"/>
          </p:nvPr>
        </p:nvSpPr>
        <p:spPr/>
        <p:txBody>
          <a:bodyPr/>
          <a:lstStyle>
            <a:lvl1pPr>
              <a:defRPr>
                <a:solidFill>
                  <a:schemeClr val="tx1"/>
                </a:solidFill>
              </a:defRPr>
            </a:lvl1pPr>
          </a:lstStyle>
          <a:p>
            <a:fld id="{3AEEF7F6-ECFE-4473-B3E9-C91BE833927A}" type="datetimeFigureOut">
              <a:rPr lang="en-US" smtClean="0"/>
              <a:t>12/8/2025</a:t>
            </a:fld>
            <a:endParaRPr lang="en-US"/>
          </a:p>
        </p:txBody>
      </p:sp>
      <p:sp>
        <p:nvSpPr>
          <p:cNvPr id="13" name="Slide Number Placeholder 12">
            <a:extLst>
              <a:ext uri="{FF2B5EF4-FFF2-40B4-BE49-F238E27FC236}">
                <a16:creationId xmlns:a16="http://schemas.microsoft.com/office/drawing/2014/main" id="{9A384A4A-7C42-E7AC-02FD-B65B61D21490}"/>
              </a:ext>
            </a:extLst>
          </p:cNvPr>
          <p:cNvSpPr>
            <a:spLocks noGrp="1"/>
          </p:cNvSpPr>
          <p:nvPr>
            <p:ph type="sldNum" sz="quarter" idx="12"/>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13132347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F65FF0-EE88-E48A-1552-AF2B228EADC6}"/>
              </a:ext>
            </a:extLst>
          </p:cNvPr>
          <p:cNvSpPr/>
          <p:nvPr/>
        </p:nvSpPr>
        <p:spPr>
          <a:xfrm>
            <a:off x="0" y="0"/>
            <a:ext cx="12192000" cy="6857999"/>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3D93006-CD9A-ACB8-4DFF-755585BD51C6}"/>
              </a:ext>
            </a:extLst>
          </p:cNvPr>
          <p:cNvSpPr/>
          <p:nvPr/>
        </p:nvSpPr>
        <p:spPr>
          <a:xfrm rot="5400000" flipH="1" flipV="1">
            <a:off x="2657856" y="-2666214"/>
            <a:ext cx="6876288" cy="12192001"/>
          </a:xfrm>
          <a:prstGeom prst="rect">
            <a:avLst/>
          </a:prstGeom>
          <a:gradFill>
            <a:gsLst>
              <a:gs pos="13000">
                <a:schemeClr val="accent2"/>
              </a:gs>
              <a:gs pos="100000">
                <a:schemeClr val="accent5"/>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Rectangle 5">
            <a:extLst>
              <a:ext uri="{FF2B5EF4-FFF2-40B4-BE49-F238E27FC236}">
                <a16:creationId xmlns:a16="http://schemas.microsoft.com/office/drawing/2014/main" id="{3B71B6E1-2B98-87C0-C97D-DC19E754324D}"/>
              </a:ext>
            </a:extLst>
          </p:cNvPr>
          <p:cNvSpPr/>
          <p:nvPr/>
        </p:nvSpPr>
        <p:spPr>
          <a:xfrm rot="16200000" flipH="1" flipV="1">
            <a:off x="2144989" y="-2153344"/>
            <a:ext cx="5473326" cy="9763303"/>
          </a:xfrm>
          <a:prstGeom prst="rect">
            <a:avLst/>
          </a:prstGeom>
          <a:gradFill flip="none" rotWithShape="1">
            <a:gsLst>
              <a:gs pos="0">
                <a:schemeClr val="accent5">
                  <a:lumMod val="75000"/>
                  <a:alpha val="68000"/>
                </a:schemeClr>
              </a:gs>
              <a:gs pos="45000">
                <a:schemeClr val="accent5">
                  <a:lumMod val="60000"/>
                  <a:lumOff val="40000"/>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flipV="1">
            <a:off x="1031672" y="2962966"/>
            <a:ext cx="11160328" cy="3895034"/>
          </a:xfrm>
          <a:prstGeom prst="rect">
            <a:avLst/>
          </a:prstGeom>
          <a:gradFill>
            <a:gsLst>
              <a:gs pos="0">
                <a:schemeClr val="accent5">
                  <a:lumMod val="75000"/>
                </a:schemeClr>
              </a:gs>
              <a:gs pos="42000">
                <a:schemeClr val="accent5">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DA413373-13C5-71D9-C45A-699B0F451355}"/>
              </a:ext>
              <a:ext uri="{C183D7F6-B498-43B3-948B-1728B52AA6E4}">
                <adec:decorative xmlns:adec="http://schemas.microsoft.com/office/drawing/2017/decorative" val="1"/>
              </a:ext>
            </a:extLst>
          </p:cNvPr>
          <p:cNvSpPr/>
          <p:nvPr/>
        </p:nvSpPr>
        <p:spPr>
          <a:xfrm rot="5400000" flipH="1" flipV="1">
            <a:off x="1233479" y="361146"/>
            <a:ext cx="5263375" cy="7730333"/>
          </a:xfrm>
          <a:prstGeom prst="rect">
            <a:avLst/>
          </a:prstGeom>
          <a:gradFill flip="none" rotWithShape="1">
            <a:gsLst>
              <a:gs pos="8000">
                <a:schemeClr val="accent2">
                  <a:lumMod val="75000"/>
                </a:schemeClr>
              </a:gs>
              <a:gs pos="50000">
                <a:schemeClr val="accent2">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rgbClr val="FFFFFF"/>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612648" y="2093976"/>
            <a:ext cx="8229600" cy="4178808"/>
          </a:xfrm>
        </p:spPr>
        <p:txBody>
          <a:bodyPr vert="horz" lIns="91440" tIns="45720" rIns="91440" bIns="45720" rtlCol="0" anchor="b">
            <a:normAutofit/>
          </a:bodyPr>
          <a:lstStyle>
            <a:lvl1pPr>
              <a:defRPr lang="en-US" sz="6600" dirty="0">
                <a:solidFill>
                  <a:schemeClr val="tx1"/>
                </a:solidFill>
              </a:defRPr>
            </a:lvl1pPr>
          </a:lstStyle>
          <a:p>
            <a:pPr lvl="0"/>
            <a:r>
              <a:rPr lang="en-US"/>
              <a:t>Click to edit Master title style</a:t>
            </a:r>
            <a:endParaRPr lang="en-US" dirty="0"/>
          </a:p>
        </p:txBody>
      </p:sp>
      <p:sp>
        <p:nvSpPr>
          <p:cNvPr id="15" name="Footer Placeholder 14">
            <a:extLst>
              <a:ext uri="{FF2B5EF4-FFF2-40B4-BE49-F238E27FC236}">
                <a16:creationId xmlns:a16="http://schemas.microsoft.com/office/drawing/2014/main" id="{C3B3753E-6E60-F731-58BF-7C4D0497E93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14" name="Date Placeholder 13">
            <a:extLst>
              <a:ext uri="{FF2B5EF4-FFF2-40B4-BE49-F238E27FC236}">
                <a16:creationId xmlns:a16="http://schemas.microsoft.com/office/drawing/2014/main" id="{08CEB89B-6066-557A-EBEC-18307AC240FE}"/>
              </a:ext>
            </a:extLst>
          </p:cNvPr>
          <p:cNvSpPr>
            <a:spLocks noGrp="1"/>
          </p:cNvSpPr>
          <p:nvPr>
            <p:ph type="dt" sz="half" idx="10"/>
          </p:nvPr>
        </p:nvSpPr>
        <p:spPr/>
        <p:txBody>
          <a:bodyPr/>
          <a:lstStyle>
            <a:lvl1pPr>
              <a:defRPr>
                <a:solidFill>
                  <a:schemeClr val="tx1"/>
                </a:solidFill>
              </a:defRPr>
            </a:lvl1pPr>
          </a:lstStyle>
          <a:p>
            <a:fld id="{3AEEF7F6-ECFE-4473-B3E9-C91BE833927A}" type="datetimeFigureOut">
              <a:rPr lang="en-US" smtClean="0"/>
              <a:t>12/8/2025</a:t>
            </a:fld>
            <a:endParaRPr lang="en-US"/>
          </a:p>
        </p:txBody>
      </p:sp>
      <p:sp>
        <p:nvSpPr>
          <p:cNvPr id="16" name="Slide Number Placeholder 15">
            <a:extLst>
              <a:ext uri="{FF2B5EF4-FFF2-40B4-BE49-F238E27FC236}">
                <a16:creationId xmlns:a16="http://schemas.microsoft.com/office/drawing/2014/main" id="{C2114D5C-BE8D-24C7-4A79-C0C28376AA5F}"/>
              </a:ext>
            </a:extLst>
          </p:cNvPr>
          <p:cNvSpPr>
            <a:spLocks noGrp="1"/>
          </p:cNvSpPr>
          <p:nvPr>
            <p:ph type="sldNum" sz="quarter" idx="12"/>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3534333698"/>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612646" y="2093976"/>
            <a:ext cx="8229600" cy="4178808"/>
          </a:xfrm>
        </p:spPr>
        <p:txBody>
          <a:bodyPr vert="horz" lIns="91440" tIns="45720" rIns="91440" bIns="45720" rtlCol="0" anchor="b">
            <a:normAutofit/>
          </a:bodyPr>
          <a:lstStyle>
            <a:lvl1pPr>
              <a:defRPr lang="en-US" sz="7200" dirty="0">
                <a:gradFill>
                  <a:gsLst>
                    <a:gs pos="0">
                      <a:schemeClr val="accent5"/>
                    </a:gs>
                    <a:gs pos="100000">
                      <a:schemeClr val="accent2"/>
                    </a:gs>
                  </a:gsLst>
                  <a:lin ang="6000000" scaled="0"/>
                </a:gradFill>
              </a:defRPr>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028F8ECD-BC5C-69B8-45CB-D6C697E807BB}"/>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57F97286-C615-453F-E284-B5C22987E2C1}"/>
              </a:ext>
            </a:extLst>
          </p:cNvPr>
          <p:cNvSpPr>
            <a:spLocks noGrp="1"/>
          </p:cNvSpPr>
          <p:nvPr>
            <p:ph type="dt" sz="half" idx="10"/>
          </p:nvPr>
        </p:nvSpPr>
        <p:spPr/>
        <p:txBody>
          <a:bodyPr/>
          <a:lstStyle/>
          <a:p>
            <a:fld id="{3AEEF7F6-ECFE-4473-B3E9-C91BE833927A}" type="datetimeFigureOut">
              <a:rPr lang="en-US" smtClean="0"/>
              <a:t>12/8/2025</a:t>
            </a:fld>
            <a:endParaRPr lang="en-US"/>
          </a:p>
        </p:txBody>
      </p:sp>
      <p:sp>
        <p:nvSpPr>
          <p:cNvPr id="6" name="Slide Number Placeholder 5">
            <a:extLst>
              <a:ext uri="{FF2B5EF4-FFF2-40B4-BE49-F238E27FC236}">
                <a16:creationId xmlns:a16="http://schemas.microsoft.com/office/drawing/2014/main" id="{96A721B8-1357-D164-0082-D2B50441B990}"/>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40678789"/>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DF4C684-CDD4-5CA8-12DC-BB0C4BFE21EA}"/>
              </a:ext>
              <a:ext uri="{C183D7F6-B498-43B3-948B-1728B52AA6E4}">
                <adec:decorative xmlns:adec="http://schemas.microsoft.com/office/drawing/2017/decorative" val="1"/>
              </a:ext>
            </a:extLst>
          </p:cNvPr>
          <p:cNvGrpSpPr/>
          <p:nvPr/>
        </p:nvGrpSpPr>
        <p:grpSpPr>
          <a:xfrm>
            <a:off x="0" y="-4329"/>
            <a:ext cx="5056093" cy="6869586"/>
            <a:chOff x="5171844" y="-11586"/>
            <a:chExt cx="7020159" cy="6869586"/>
          </a:xfrm>
        </p:grpSpPr>
        <p:sp>
          <p:nvSpPr>
            <p:cNvPr id="4" name="Rectangle 3">
              <a:extLst>
                <a:ext uri="{FF2B5EF4-FFF2-40B4-BE49-F238E27FC236}">
                  <a16:creationId xmlns:a16="http://schemas.microsoft.com/office/drawing/2014/main" id="{F6ECDBF0-A1F0-37B6-C87A-8687287F7950}"/>
                </a:ext>
              </a:extLst>
            </p:cNvPr>
            <p:cNvSpPr/>
            <p:nvPr/>
          </p:nvSpPr>
          <p:spPr>
            <a:xfrm>
              <a:off x="5171848" y="-11580"/>
              <a:ext cx="7020152" cy="686957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60F90E0-14F7-6838-2C0A-149459C1D143}"/>
                </a:ext>
              </a:extLst>
            </p:cNvPr>
            <p:cNvSpPr/>
            <p:nvPr/>
          </p:nvSpPr>
          <p:spPr>
            <a:xfrm rot="10800000">
              <a:off x="6351336" y="876304"/>
              <a:ext cx="5840664" cy="5981696"/>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 name="Rectangle 9">
              <a:extLst>
                <a:ext uri="{FF2B5EF4-FFF2-40B4-BE49-F238E27FC236}">
                  <a16:creationId xmlns:a16="http://schemas.microsoft.com/office/drawing/2014/main" id="{7578B55F-B3C4-0B70-7EAE-5FBFD3308543}"/>
                </a:ext>
              </a:extLst>
            </p:cNvPr>
            <p:cNvSpPr/>
            <p:nvPr/>
          </p:nvSpPr>
          <p:spPr>
            <a:xfrm>
              <a:off x="5171844" y="-11586"/>
              <a:ext cx="5171848" cy="6869586"/>
            </a:xfrm>
            <a:prstGeom prst="rect">
              <a:avLst/>
            </a:prstGeom>
            <a:gradFill flip="none" rotWithShape="1">
              <a:gsLst>
                <a:gs pos="3000">
                  <a:schemeClr val="accent2">
                    <a:alpha val="70000"/>
                  </a:schemeClr>
                </a:gs>
                <a:gs pos="42000">
                  <a:schemeClr val="accent2">
                    <a:alpha val="0"/>
                  </a:schemeClr>
                </a:gs>
              </a:gsLst>
              <a:lin ang="3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FFBDE35-AEB9-6AFE-BC7A-79FEFBB51D0A}"/>
                </a:ext>
              </a:extLst>
            </p:cNvPr>
            <p:cNvSpPr/>
            <p:nvPr/>
          </p:nvSpPr>
          <p:spPr>
            <a:xfrm rot="16200000">
              <a:off x="6042356" y="708353"/>
              <a:ext cx="6869583" cy="5429710"/>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58368" y="2103120"/>
            <a:ext cx="3666744" cy="2624328"/>
          </a:xfrm>
          <a:noFill/>
        </p:spPr>
        <p:txBody>
          <a:bodyPr anchor="ctr">
            <a:normAutofit/>
          </a:bodyPr>
          <a:lstStyle>
            <a:lvl1pPr algn="ctr">
              <a:defRPr sz="4800">
                <a:solidFill>
                  <a:schemeClr val="bg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p:txBody>
          <a:bodyPr/>
          <a:lstStyle>
            <a:lvl1pPr>
              <a:defRPr>
                <a:solidFill>
                  <a:schemeClr val="bg1"/>
                </a:solidFill>
              </a:defRPr>
            </a:lvl1p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57702" y="877824"/>
            <a:ext cx="5509458" cy="5102352"/>
          </a:xfrm>
        </p:spPr>
        <p:txBody>
          <a:bodyPr vert="horz" lIns="91440" tIns="45720" rIns="91440" bIns="45720" rtlCol="0" anchor="ctr">
            <a:normAutofit/>
          </a:bodyPr>
          <a:lstStyle>
            <a:lvl1pPr marL="457200" indent="-457200">
              <a:buFont typeface="+mj-lt"/>
              <a:buAutoNum type="arabicPeriod"/>
              <a:defRPr lang="en-US" sz="2000" dirty="0"/>
            </a:lvl1pPr>
            <a:lvl2pPr marL="571500" indent="-342900">
              <a:buFont typeface="+mj-lt"/>
              <a:buAutoNum type="arabicPeriod"/>
              <a:defRPr lang="en-US" sz="1800" dirty="0"/>
            </a:lvl2pPr>
            <a:lvl3pPr marL="800100" indent="-342900">
              <a:buFont typeface="+mj-lt"/>
              <a:buAutoNum type="arabicPeriod"/>
              <a:defRPr lang="en-US" sz="1600" dirty="0"/>
            </a:lvl3pPr>
            <a:lvl4pPr>
              <a:buFont typeface="+mj-lt"/>
              <a:buAutoNum type="arabicPeriod"/>
              <a:defRPr lang="en-US" sz="1400" dirty="0"/>
            </a:lvl4pPr>
            <a:lvl5pPr>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p:txBody>
          <a:bodyPr/>
          <a:lstStyle/>
          <a:p>
            <a:fld id="{3AEEF7F6-ECFE-4473-B3E9-C91BE833927A}" type="datetimeFigureOut">
              <a:rPr lang="en-US" smtClean="0"/>
              <a:t>12/8/2025</a:t>
            </a:fld>
            <a:endParaRPr lang="en-US"/>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460957508"/>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9BA5514-C4EC-5772-F451-90A91C385D21}"/>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4" name="Rectangle 3">
              <a:extLst>
                <a:ext uri="{FF2B5EF4-FFF2-40B4-BE49-F238E27FC236}">
                  <a16:creationId xmlns:a16="http://schemas.microsoft.com/office/drawing/2014/main" id="{1C95E155-D254-47EB-52CD-C66E0A29E9AB}"/>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5" name="Rectangle 4">
              <a:extLst>
                <a:ext uri="{FF2B5EF4-FFF2-40B4-BE49-F238E27FC236}">
                  <a16:creationId xmlns:a16="http://schemas.microsoft.com/office/drawing/2014/main" id="{B947EE6D-F09F-E804-C40C-AB228BDE8E64}"/>
                </a:ext>
              </a:extLst>
            </p:cNvPr>
            <p:cNvSpPr/>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272783" y="722376"/>
            <a:ext cx="5138927" cy="1581912"/>
          </a:xfrm>
        </p:spPr>
        <p:txBody>
          <a:bodyPr vert="horz" lIns="91440" tIns="45720" rIns="91440" bIns="45720" rtlCol="0" anchor="b">
            <a:normAutofit/>
          </a:bodyPr>
          <a:lstStyle>
            <a:lvl1pPr>
              <a:defRPr lang="en-US" sz="6000" dirty="0">
                <a:gradFill>
                  <a:gsLst>
                    <a:gs pos="0">
                      <a:schemeClr val="accent2"/>
                    </a:gs>
                    <a:gs pos="100000">
                      <a:schemeClr val="accent5"/>
                    </a:gs>
                  </a:gsLst>
                  <a:lin ang="12000000" scaled="0"/>
                </a:gradFill>
              </a:defRPr>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630EF3B0-9D02-EBD8-2D14-79BF34534AA1}"/>
              </a:ext>
            </a:extLst>
          </p:cNvPr>
          <p:cNvSpPr>
            <a:spLocks noGrp="1"/>
          </p:cNvSpPr>
          <p:nvPr>
            <p:ph type="pic" sz="quarter" idx="17" hasCustomPrompt="1"/>
          </p:nvPr>
        </p:nvSpPr>
        <p:spPr>
          <a:xfrm>
            <a:off x="119307" y="0"/>
            <a:ext cx="5413248" cy="6858000"/>
          </a:xfrm>
          <a:blipFill>
            <a:blip r:embed="rId2">
              <a:alphaModFix amt="70000"/>
            </a:blip>
            <a:stretch>
              <a:fillRect/>
            </a:stretch>
          </a:blipFill>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72784" y="2834640"/>
            <a:ext cx="5138928" cy="2999232"/>
          </a:xfrm>
        </p:spPr>
        <p:txBody>
          <a:bodyPr vert="horz" lIns="91440" tIns="45720" rIns="91440" bIns="45720" rtlCol="0" anchor="b">
            <a:normAutofit/>
          </a:bodyPr>
          <a:lstStyle>
            <a:lvl1pPr marL="457200" indent="-457200">
              <a:buFont typeface="+mj-lt"/>
              <a:buAutoNum type="arabicPeriod"/>
              <a:defRPr lang="en-US" sz="2000" dirty="0"/>
            </a:lvl1pPr>
            <a:lvl2pPr marL="571500" indent="-342900">
              <a:buFont typeface="+mj-lt"/>
              <a:buAutoNum type="arabicPeriod"/>
              <a:defRPr lang="en-US" sz="1800" dirty="0"/>
            </a:lvl2pPr>
            <a:lvl3pPr marL="800100" indent="-342900">
              <a:buFont typeface="+mj-lt"/>
              <a:buAutoNum type="arabicPeriod"/>
              <a:defRPr lang="en-US" sz="1600" dirty="0"/>
            </a:lvl3pPr>
            <a:lvl4pPr>
              <a:buFont typeface="+mj-lt"/>
              <a:buAutoNum type="arabicPeriod"/>
              <a:defRPr lang="en-US" sz="1400" dirty="0"/>
            </a:lvl4pPr>
            <a:lvl5pPr>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272784" y="6318504"/>
            <a:ext cx="3569956" cy="365760"/>
          </a:xfrm>
        </p:spPr>
        <p:txBody>
          <a:bodyPr/>
          <a:lstStyle/>
          <a:p>
            <a:endParaRPr lang="en-US"/>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10075652" y="6318504"/>
            <a:ext cx="1491507" cy="365760"/>
          </a:xfrm>
        </p:spPr>
        <p:txBody>
          <a:bodyPr/>
          <a:lstStyle/>
          <a:p>
            <a:fld id="{3AEEF7F6-ECFE-4473-B3E9-C91BE833927A}" type="datetimeFigureOut">
              <a:rPr lang="en-US" smtClean="0"/>
              <a:t>12/8/2025</a:t>
            </a:fld>
            <a:endParaRPr lang="en-US"/>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49725382"/>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CE855AC-5F95-123D-E0A1-CBD75D8FD00A}"/>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F3A6A854-7BA6-35FC-898F-37F3BC10E5DB}"/>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455EF75-521C-7F12-2397-68B6128751E8}"/>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82496" y="2222436"/>
            <a:ext cx="4160520" cy="2825496"/>
          </a:xfrm>
        </p:spPr>
        <p:txBody>
          <a:bodyPr anchor="t">
            <a:normAutofit/>
          </a:bodyPr>
          <a:lstStyle>
            <a:lvl1pPr>
              <a:defRPr sz="4000">
                <a:gradFill>
                  <a:gsLst>
                    <a:gs pos="0">
                      <a:schemeClr val="accent5"/>
                    </a:gs>
                    <a:gs pos="100000">
                      <a:schemeClr val="accent2"/>
                    </a:gs>
                  </a:gsLst>
                  <a:lin ang="13800000" scaled="0"/>
                </a:gra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437376" y="2222436"/>
            <a:ext cx="3959352" cy="2697480"/>
          </a:xfrm>
        </p:spPr>
        <p:txBody>
          <a:bodyPr vert="horz" lIns="91440" tIns="45720" rIns="91440" bIns="45720" rtlCol="0">
            <a:normAutofit/>
          </a:bodyPr>
          <a:lstStyle>
            <a:lvl1pPr marL="0" indent="0">
              <a:buNone/>
              <a:defRPr lang="en-US" sz="1800" dirty="0"/>
            </a:lvl1pPr>
            <a:lvl2pPr marL="228600" indent="0">
              <a:buNone/>
              <a:defRPr lang="en-US" sz="16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F09CF825-511F-35F8-E0EC-636033ED43EE}"/>
              </a:ext>
            </a:extLst>
          </p:cNvPr>
          <p:cNvSpPr>
            <a:spLocks noGrp="1"/>
          </p:cNvSpPr>
          <p:nvPr>
            <p:ph type="ftr" sz="quarter" idx="15"/>
          </p:nvPr>
        </p:nvSpPr>
        <p:spPr/>
        <p:txBody>
          <a:bodyPr/>
          <a:lstStyle/>
          <a:p>
            <a:endParaRPr lang="en-US"/>
          </a:p>
        </p:txBody>
      </p:sp>
      <p:sp>
        <p:nvSpPr>
          <p:cNvPr id="13" name="Date Placeholder 12">
            <a:extLst>
              <a:ext uri="{FF2B5EF4-FFF2-40B4-BE49-F238E27FC236}">
                <a16:creationId xmlns:a16="http://schemas.microsoft.com/office/drawing/2014/main" id="{36A82C16-EB1A-4294-103B-715F071E5A35}"/>
              </a:ext>
            </a:extLst>
          </p:cNvPr>
          <p:cNvSpPr>
            <a:spLocks noGrp="1"/>
          </p:cNvSpPr>
          <p:nvPr>
            <p:ph type="dt" sz="half" idx="14"/>
          </p:nvPr>
        </p:nvSpPr>
        <p:spPr/>
        <p:txBody>
          <a:bodyPr/>
          <a:lstStyle/>
          <a:p>
            <a:fld id="{3AEEF7F6-ECFE-4473-B3E9-C91BE833927A}" type="datetimeFigureOut">
              <a:rPr lang="en-US" smtClean="0"/>
              <a:t>12/8/2025</a:t>
            </a:fld>
            <a:endParaRPr lang="en-US"/>
          </a:p>
        </p:txBody>
      </p:sp>
      <p:sp>
        <p:nvSpPr>
          <p:cNvPr id="15" name="Slide Number Placeholder 14">
            <a:extLst>
              <a:ext uri="{FF2B5EF4-FFF2-40B4-BE49-F238E27FC236}">
                <a16:creationId xmlns:a16="http://schemas.microsoft.com/office/drawing/2014/main" id="{727EA83B-52EA-A0B8-E2E8-C9D1FE273B22}"/>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5885988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74537F0-59D7-5CF5-65CE-33DFA62B3767}"/>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C7EFD035-FCE9-275A-5EEF-94FC6583E39A}"/>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DFF3E46-4915-D511-DDA5-9451667C3C81}"/>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68552" y="2048256"/>
            <a:ext cx="3813048" cy="3538728"/>
          </a:xfrm>
        </p:spPr>
        <p:txBody>
          <a:bodyPr anchor="t">
            <a:normAutofit/>
          </a:bodyPr>
          <a:lstStyle>
            <a:lvl1pPr>
              <a:defRPr sz="3200">
                <a:gradFill>
                  <a:gsLst>
                    <a:gs pos="0">
                      <a:schemeClr val="accent5"/>
                    </a:gs>
                    <a:gs pos="100000">
                      <a:schemeClr val="accent2"/>
                    </a:gs>
                  </a:gsLst>
                  <a:lin ang="13800000" scaled="0"/>
                </a:gra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775960" y="2048256"/>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57CB2298-A12A-D380-ED4F-AD870434F233}"/>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9D1F2EAD-3327-FA60-8B7F-6CBBD02C3F07}"/>
              </a:ext>
            </a:extLst>
          </p:cNvPr>
          <p:cNvSpPr>
            <a:spLocks noGrp="1"/>
          </p:cNvSpPr>
          <p:nvPr>
            <p:ph type="dt" sz="half" idx="14"/>
          </p:nvPr>
        </p:nvSpPr>
        <p:spPr/>
        <p:txBody>
          <a:bodyPr/>
          <a:lstStyle/>
          <a:p>
            <a:fld id="{3AEEF7F6-ECFE-4473-B3E9-C91BE833927A}" type="datetimeFigureOut">
              <a:rPr lang="en-US" smtClean="0"/>
              <a:t>12/8/2025</a:t>
            </a:fld>
            <a:endParaRPr lang="en-US"/>
          </a:p>
        </p:txBody>
      </p:sp>
      <p:sp>
        <p:nvSpPr>
          <p:cNvPr id="9" name="Slide Number Placeholder 8">
            <a:extLst>
              <a:ext uri="{FF2B5EF4-FFF2-40B4-BE49-F238E27FC236}">
                <a16:creationId xmlns:a16="http://schemas.microsoft.com/office/drawing/2014/main" id="{A63D4A7C-9E9E-96BC-68B8-3F92C9B3B40E}"/>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6924728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0675FE4-1839-CB8F-7574-8FBCED9706D1}"/>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9" name="Rectangle 8">
              <a:extLst>
                <a:ext uri="{FF2B5EF4-FFF2-40B4-BE49-F238E27FC236}">
                  <a16:creationId xmlns:a16="http://schemas.microsoft.com/office/drawing/2014/main" id="{1C309010-BB96-4CE9-3A39-43FA59198DD0}"/>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2D5C3E8-4075-EEED-D3DC-B1B0DCD9F940}"/>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722376"/>
            <a:ext cx="7214616" cy="1280160"/>
          </a:xfrm>
        </p:spPr>
        <p:txBody>
          <a:bodyPr anchor="t">
            <a:normAutofit/>
          </a:bodyPr>
          <a:lstStyle>
            <a:lvl1pPr>
              <a:defRPr sz="4000">
                <a:gradFill>
                  <a:gsLst>
                    <a:gs pos="0">
                      <a:schemeClr val="accent5"/>
                    </a:gs>
                    <a:gs pos="100000">
                      <a:schemeClr val="accent2"/>
                    </a:gs>
                  </a:gsLst>
                  <a:lin ang="13800000" scaled="0"/>
                </a:gra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3922776" y="2240280"/>
            <a:ext cx="7349947" cy="37216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11">
            <a:extLst>
              <a:ext uri="{FF2B5EF4-FFF2-40B4-BE49-F238E27FC236}">
                <a16:creationId xmlns:a16="http://schemas.microsoft.com/office/drawing/2014/main" id="{4A089F15-F7A9-6130-79CF-D853C6B4B742}"/>
              </a:ext>
            </a:extLst>
          </p:cNvPr>
          <p:cNvSpPr>
            <a:spLocks noGrp="1"/>
          </p:cNvSpPr>
          <p:nvPr>
            <p:ph type="ftr" sz="quarter" idx="15"/>
          </p:nvPr>
        </p:nvSpPr>
        <p:spPr/>
        <p:txBody>
          <a:bodyPr/>
          <a:lstStyle/>
          <a:p>
            <a:endParaRPr lang="en-US"/>
          </a:p>
        </p:txBody>
      </p:sp>
      <p:sp>
        <p:nvSpPr>
          <p:cNvPr id="11" name="Date Placeholder 10">
            <a:extLst>
              <a:ext uri="{FF2B5EF4-FFF2-40B4-BE49-F238E27FC236}">
                <a16:creationId xmlns:a16="http://schemas.microsoft.com/office/drawing/2014/main" id="{65C79459-C978-FF61-F7FC-DC5D1F170174}"/>
              </a:ext>
            </a:extLst>
          </p:cNvPr>
          <p:cNvSpPr>
            <a:spLocks noGrp="1"/>
          </p:cNvSpPr>
          <p:nvPr>
            <p:ph type="dt" sz="half" idx="14"/>
          </p:nvPr>
        </p:nvSpPr>
        <p:spPr/>
        <p:txBody>
          <a:bodyPr/>
          <a:lstStyle/>
          <a:p>
            <a:fld id="{3AEEF7F6-ECFE-4473-B3E9-C91BE833927A}" type="datetimeFigureOut">
              <a:rPr lang="en-US" smtClean="0"/>
              <a:t>12/8/2025</a:t>
            </a:fld>
            <a:endParaRPr lang="en-US"/>
          </a:p>
        </p:txBody>
      </p:sp>
      <p:sp>
        <p:nvSpPr>
          <p:cNvPr id="13" name="Slide Number Placeholder 12">
            <a:extLst>
              <a:ext uri="{FF2B5EF4-FFF2-40B4-BE49-F238E27FC236}">
                <a16:creationId xmlns:a16="http://schemas.microsoft.com/office/drawing/2014/main" id="{BFFBCCE1-48C7-7734-891D-F4664CC97B6C}"/>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6730795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3A83600-30C4-2F21-93C5-D07537A39648}"/>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BA1F9F49-F979-53D6-3ED8-352816078D4C}"/>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4745F95-9BA3-B7A5-F004-E2BB1CFFE2F8}"/>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4215384" cy="3136392"/>
          </a:xfrm>
        </p:spPr>
        <p:txBody>
          <a:bodyPr anchor="t">
            <a:normAutofit/>
          </a:bodyPr>
          <a:lstStyle>
            <a:lvl1pPr>
              <a:defRPr sz="3200">
                <a:gradFill>
                  <a:gsLst>
                    <a:gs pos="0">
                      <a:schemeClr val="accent5"/>
                    </a:gs>
                    <a:gs pos="100000">
                      <a:schemeClr val="accent2"/>
                    </a:gs>
                  </a:gsLst>
                  <a:lin ang="13800000" scaled="0"/>
                </a:gra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68696" y="640080"/>
            <a:ext cx="5998464" cy="56967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AEEF7F6-ECFE-4473-B3E9-C91BE833927A}" type="datetimeFigureOut">
              <a:rPr lang="en-US" smtClean="0"/>
              <a:t>12/8/2025</a:t>
            </a:fld>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6992664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F604B371-347D-80EC-2C2C-C69CD2EF7B9D}"/>
              </a:ext>
              <a:ext uri="{C183D7F6-B498-43B3-948B-1728B52AA6E4}">
                <adec:decorative xmlns:adec="http://schemas.microsoft.com/office/drawing/2017/decorative" val="1"/>
              </a:ext>
            </a:extLst>
          </p:cNvPr>
          <p:cNvGrpSpPr/>
          <p:nvPr/>
        </p:nvGrpSpPr>
        <p:grpSpPr>
          <a:xfrm flipV="1">
            <a:off x="12068340" y="0"/>
            <a:ext cx="123362" cy="6858000"/>
            <a:chOff x="12068638" y="0"/>
            <a:chExt cx="123362" cy="6858000"/>
          </a:xfrm>
        </p:grpSpPr>
        <p:sp>
          <p:nvSpPr>
            <p:cNvPr id="5" name="Rectangle 4">
              <a:extLst>
                <a:ext uri="{FF2B5EF4-FFF2-40B4-BE49-F238E27FC236}">
                  <a16:creationId xmlns:a16="http://schemas.microsoft.com/office/drawing/2014/main" id="{3F227FEA-4B4B-3484-7267-B7BD65A4E9BF}"/>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53530AA-F724-4235-0FDF-84595FCBFBC1}"/>
                </a:ext>
              </a:extLst>
            </p:cNvPr>
            <p:cNvSpPr/>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21792"/>
            <a:ext cx="10872216" cy="749808"/>
          </a:xfrm>
        </p:spPr>
        <p:txBody>
          <a:bodyPr anchor="ctr">
            <a:normAutofit/>
          </a:bodyPr>
          <a:lstStyle>
            <a:lvl1pPr>
              <a:defRPr sz="3200">
                <a:gradFill>
                  <a:gsLst>
                    <a:gs pos="0">
                      <a:schemeClr val="accent5"/>
                    </a:gs>
                    <a:gs pos="100000">
                      <a:schemeClr val="accent2"/>
                    </a:gs>
                  </a:gsLst>
                  <a:lin ang="13800000" scaled="0"/>
                </a:gra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2249424" y="1591056"/>
            <a:ext cx="7772400"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AEEF7F6-ECFE-4473-B3E9-C91BE833927A}" type="datetimeFigureOut">
              <a:rPr lang="en-US" smtClean="0"/>
              <a:t>12/8/2025</a:t>
            </a:fld>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1873514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C1155E4-5659-692F-6CDC-095E555AF698}"/>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88AFD6F-0EAD-ADCF-CB9A-AB74C59048E1}"/>
              </a:ext>
            </a:extLst>
          </p:cNvPr>
          <p:cNvSpPr/>
          <p:nvPr/>
        </p:nvSpPr>
        <p:spPr>
          <a:xfrm rot="16200000">
            <a:off x="6635246" y="-3716556"/>
            <a:ext cx="1855397" cy="9288510"/>
          </a:xfrm>
          <a:prstGeom prst="rect">
            <a:avLst/>
          </a:prstGeom>
          <a:gradFill>
            <a:gsLst>
              <a:gs pos="45000">
                <a:schemeClr val="accent5">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310896"/>
            <a:ext cx="10872216" cy="1225296"/>
          </a:xfrm>
        </p:spPr>
        <p:txBody>
          <a:bodyPr anchor="ctr">
            <a:normAutofit/>
          </a:bodyPr>
          <a:lstStyle>
            <a:lvl1pPr>
              <a:defRPr sz="3200">
                <a:solidFill>
                  <a:schemeClr val="bg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2249424" y="2313432"/>
            <a:ext cx="8732520" cy="3895344"/>
          </a:xfr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AEEF7F6-ECFE-4473-B3E9-C91BE833927A}" type="datetimeFigureOut">
              <a:rPr lang="en-US" smtClean="0"/>
              <a:t>12/8/2025</a:t>
            </a:fld>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5095427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1394E45B-1239-5927-7239-231AB33A23C5}"/>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3" name="Rectangle 12">
              <a:extLst>
                <a:ext uri="{FF2B5EF4-FFF2-40B4-BE49-F238E27FC236}">
                  <a16:creationId xmlns:a16="http://schemas.microsoft.com/office/drawing/2014/main" id="{C82CCE1C-1D53-2F67-CA11-693E1CA40CC5}"/>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C77A3C2-9949-B8A0-8486-8228C60D0C3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3493008" cy="3621024"/>
          </a:xfrm>
        </p:spPr>
        <p:txBody>
          <a:bodyPr vert="horz" lIns="91440" tIns="45720" rIns="91440" bIns="45720" rtlCol="0" anchor="t">
            <a:normAutofit/>
          </a:bodyPr>
          <a:lstStyle>
            <a:lvl1pPr>
              <a:defRPr lang="en-US" dirty="0">
                <a:gradFill>
                  <a:gsLst>
                    <a:gs pos="0">
                      <a:schemeClr val="accent5"/>
                    </a:gs>
                    <a:gs pos="100000">
                      <a:schemeClr val="accent2"/>
                    </a:gs>
                  </a:gsLst>
                  <a:lin ang="13800000" scaled="0"/>
                </a:gradFill>
              </a:defRPr>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92040" y="640081"/>
            <a:ext cx="6675120" cy="5577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3AEEF7F6-ECFE-4473-B3E9-C91BE833927A}" type="datetimeFigureOut">
              <a:rPr lang="en-US" smtClean="0"/>
              <a:t>12/8/2025</a:t>
            </a:fld>
            <a:endParaRPr lang="en-US"/>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6010541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F2293C7-9DD5-C84B-6A44-F0D117C4C94B}"/>
              </a:ext>
            </a:extLst>
          </p:cNvPr>
          <p:cNvSpPr/>
          <p:nvPr/>
        </p:nvSpPr>
        <p:spPr>
          <a:xfrm>
            <a:off x="3" y="-4323"/>
            <a:ext cx="4059076" cy="686957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C088F0D-A4DE-CAA0-43A6-84E52AD904F3}"/>
              </a:ext>
            </a:extLst>
          </p:cNvPr>
          <p:cNvSpPr/>
          <p:nvPr/>
        </p:nvSpPr>
        <p:spPr>
          <a:xfrm rot="10800000">
            <a:off x="-1" y="1061883"/>
            <a:ext cx="4059079" cy="5803372"/>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6" name="Rectangle 5">
            <a:extLst>
              <a:ext uri="{FF2B5EF4-FFF2-40B4-BE49-F238E27FC236}">
                <a16:creationId xmlns:a16="http://schemas.microsoft.com/office/drawing/2014/main" id="{25CD67E0-1350-1985-A4E1-5215AF902BF2}"/>
              </a:ext>
            </a:extLst>
          </p:cNvPr>
          <p:cNvSpPr/>
          <p:nvPr/>
        </p:nvSpPr>
        <p:spPr>
          <a:xfrm rot="16200000">
            <a:off x="-524095" y="1129367"/>
            <a:ext cx="5716870" cy="3449479"/>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3081528" cy="4014216"/>
          </a:xfrm>
        </p:spPr>
        <p:txBody>
          <a:bodyPr vert="horz" lIns="91440" tIns="45720" rIns="91440" bIns="45720" rtlCol="0" anchor="t">
            <a:normAutofit/>
          </a:bodyPr>
          <a:lstStyle>
            <a:lvl1pPr>
              <a:defRPr lang="en-US" dirty="0">
                <a:solidFill>
                  <a:schemeClr val="bg1"/>
                </a:solidFill>
              </a:defRPr>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92040" y="640081"/>
            <a:ext cx="6675120" cy="5577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2B6B8768-08ED-B8FE-AB87-3961B13E76EC}"/>
              </a:ext>
            </a:extLst>
          </p:cNvPr>
          <p:cNvSpPr>
            <a:spLocks noGrp="1"/>
          </p:cNvSpPr>
          <p:nvPr>
            <p:ph type="ftr" sz="quarter" idx="15"/>
          </p:nvPr>
        </p:nvSpPr>
        <p:spPr>
          <a:xfrm>
            <a:off x="612648" y="6318504"/>
            <a:ext cx="3446431" cy="365760"/>
          </a:xfrm>
        </p:spPr>
        <p:txBody>
          <a:bodyPr/>
          <a:lstStyle>
            <a:lvl1pPr>
              <a:defRPr>
                <a:solidFill>
                  <a:schemeClr val="bg1"/>
                </a:solidFill>
              </a:defRPr>
            </a:lvl1pPr>
          </a:lstStyle>
          <a:p>
            <a:endParaRPr lang="en-US"/>
          </a:p>
        </p:txBody>
      </p:sp>
      <p:sp>
        <p:nvSpPr>
          <p:cNvPr id="10" name="Date Placeholder 9">
            <a:extLst>
              <a:ext uri="{FF2B5EF4-FFF2-40B4-BE49-F238E27FC236}">
                <a16:creationId xmlns:a16="http://schemas.microsoft.com/office/drawing/2014/main" id="{0790CD73-4635-8D46-A7E8-EDF5E35D34ED}"/>
              </a:ext>
            </a:extLst>
          </p:cNvPr>
          <p:cNvSpPr>
            <a:spLocks noGrp="1"/>
          </p:cNvSpPr>
          <p:nvPr>
            <p:ph type="dt" sz="half" idx="14"/>
          </p:nvPr>
        </p:nvSpPr>
        <p:spPr/>
        <p:txBody>
          <a:bodyPr/>
          <a:lstStyle/>
          <a:p>
            <a:fld id="{3AEEF7F6-ECFE-4473-B3E9-C91BE833927A}" type="datetimeFigureOut">
              <a:rPr lang="en-US" smtClean="0"/>
              <a:t>12/8/2025</a:t>
            </a:fld>
            <a:endParaRPr lang="en-US"/>
          </a:p>
        </p:txBody>
      </p:sp>
      <p:sp>
        <p:nvSpPr>
          <p:cNvPr id="12" name="Slide Number Placeholder 11">
            <a:extLst>
              <a:ext uri="{FF2B5EF4-FFF2-40B4-BE49-F238E27FC236}">
                <a16:creationId xmlns:a16="http://schemas.microsoft.com/office/drawing/2014/main" id="{CE7E57EE-CAE7-24C5-9F1D-159F32ADDDD0}"/>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1420710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605272" y="502920"/>
            <a:ext cx="5961888" cy="1197864"/>
          </a:xfrm>
        </p:spPr>
        <p:txBody>
          <a:bodyPr anchor="b"/>
          <a:lstStyle/>
          <a:p>
            <a:r>
              <a:rPr lang="en-US"/>
              <a:t>Click to edit Master title style</a:t>
            </a:r>
            <a:endParaRPr lang="en-US" dirty="0"/>
          </a:p>
        </p:txBody>
      </p:sp>
      <p:grpSp>
        <p:nvGrpSpPr>
          <p:cNvPr id="3" name="Group 2">
            <a:extLst>
              <a:ext uri="{FF2B5EF4-FFF2-40B4-BE49-F238E27FC236}">
                <a16:creationId xmlns:a16="http://schemas.microsoft.com/office/drawing/2014/main" id="{125E9B8B-7499-A48C-F314-3620CFFB8E0B}"/>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9" name="Rectangle 8">
              <a:extLst>
                <a:ext uri="{FF2B5EF4-FFF2-40B4-BE49-F238E27FC236}">
                  <a16:creationId xmlns:a16="http://schemas.microsoft.com/office/drawing/2014/main" id="{139B506F-0FAC-8905-0F05-E889644A7B9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DAC1EBA-955D-23C1-CCE1-CF2C6CBFD05B}"/>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Picture Placeholder 10">
            <a:extLst>
              <a:ext uri="{FF2B5EF4-FFF2-40B4-BE49-F238E27FC236}">
                <a16:creationId xmlns:a16="http://schemas.microsoft.com/office/drawing/2014/main" id="{F96EE962-E57A-8EDB-7169-6EB04FA7539A}"/>
              </a:ext>
            </a:extLst>
          </p:cNvPr>
          <p:cNvSpPr>
            <a:spLocks noGrp="1"/>
          </p:cNvSpPr>
          <p:nvPr>
            <p:ph type="pic" sz="quarter" idx="15" hasCustomPrompt="1"/>
          </p:nvPr>
        </p:nvSpPr>
        <p:spPr>
          <a:xfrm>
            <a:off x="115866" y="0"/>
            <a:ext cx="4837176"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605272" y="1801367"/>
            <a:ext cx="5961888"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851225D-49EF-5752-ACF2-F43EB2B36332}"/>
              </a:ext>
            </a:extLst>
          </p:cNvPr>
          <p:cNvSpPr>
            <a:spLocks noGrp="1"/>
          </p:cNvSpPr>
          <p:nvPr>
            <p:ph type="ftr" sz="quarter" idx="17"/>
          </p:nvPr>
        </p:nvSpPr>
        <p:spPr>
          <a:xfrm>
            <a:off x="5605272" y="6318504"/>
            <a:ext cx="4096512" cy="365760"/>
          </a:xfrm>
        </p:spPr>
        <p:txBody>
          <a:bodyPr/>
          <a:lstStyle/>
          <a:p>
            <a:endParaRPr lang="en-US"/>
          </a:p>
        </p:txBody>
      </p:sp>
      <p:sp>
        <p:nvSpPr>
          <p:cNvPr id="4" name="Date Placeholder 3">
            <a:extLst>
              <a:ext uri="{FF2B5EF4-FFF2-40B4-BE49-F238E27FC236}">
                <a16:creationId xmlns:a16="http://schemas.microsoft.com/office/drawing/2014/main" id="{93A362DD-3333-1184-E97C-2FDF9D599F49}"/>
              </a:ext>
            </a:extLst>
          </p:cNvPr>
          <p:cNvSpPr>
            <a:spLocks noGrp="1"/>
          </p:cNvSpPr>
          <p:nvPr>
            <p:ph type="dt" sz="half" idx="16"/>
          </p:nvPr>
        </p:nvSpPr>
        <p:spPr>
          <a:xfrm>
            <a:off x="9701784" y="6318504"/>
            <a:ext cx="1865376" cy="365760"/>
          </a:xfrm>
        </p:spPr>
        <p:txBody>
          <a:bodyPr/>
          <a:lstStyle/>
          <a:p>
            <a:fld id="{3AEEF7F6-ECFE-4473-B3E9-C91BE833927A}" type="datetimeFigureOut">
              <a:rPr lang="en-US" smtClean="0"/>
              <a:t>12/8/2025</a:t>
            </a:fld>
            <a:endParaRPr lang="en-US"/>
          </a:p>
        </p:txBody>
      </p:sp>
      <p:sp>
        <p:nvSpPr>
          <p:cNvPr id="6" name="Slide Number Placeholder 5">
            <a:extLst>
              <a:ext uri="{FF2B5EF4-FFF2-40B4-BE49-F238E27FC236}">
                <a16:creationId xmlns:a16="http://schemas.microsoft.com/office/drawing/2014/main" id="{7C21012C-B1FA-A889-A45D-1DA431A41443}"/>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8327008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6858000" cy="841248"/>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472184"/>
            <a:ext cx="6858000" cy="478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655B44AF-FB05-4BBA-5AC9-C89D1BB5BE69}"/>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2632EABA-2011-B91D-C867-6B03C4743305}"/>
              </a:ext>
            </a:extLst>
          </p:cNvPr>
          <p:cNvSpPr>
            <a:spLocks noGrp="1"/>
          </p:cNvSpPr>
          <p:nvPr>
            <p:ph type="dt" sz="half" idx="16"/>
          </p:nvPr>
        </p:nvSpPr>
        <p:spPr>
          <a:xfrm>
            <a:off x="4709160" y="6318504"/>
            <a:ext cx="2350008" cy="365760"/>
          </a:xfrm>
        </p:spPr>
        <p:txBody>
          <a:bodyPr/>
          <a:lstStyle/>
          <a:p>
            <a:fld id="{3AEEF7F6-ECFE-4473-B3E9-C91BE833927A}" type="datetimeFigureOut">
              <a:rPr lang="en-US" smtClean="0"/>
              <a:t>12/8/2025</a:t>
            </a:fld>
            <a:endParaRPr lang="en-US"/>
          </a:p>
        </p:txBody>
      </p:sp>
      <p:sp>
        <p:nvSpPr>
          <p:cNvPr id="13" name="Slide Number Placeholder 12">
            <a:extLst>
              <a:ext uri="{FF2B5EF4-FFF2-40B4-BE49-F238E27FC236}">
                <a16:creationId xmlns:a16="http://schemas.microsoft.com/office/drawing/2014/main" id="{437E37F5-E579-D12C-536E-A9118707E1C6}"/>
              </a:ext>
            </a:extLst>
          </p:cNvPr>
          <p:cNvSpPr>
            <a:spLocks noGrp="1"/>
          </p:cNvSpPr>
          <p:nvPr>
            <p:ph type="sldNum" sz="quarter" idx="18"/>
          </p:nvPr>
        </p:nvSpPr>
        <p:spPr>
          <a:xfrm>
            <a:off x="6976872" y="6318504"/>
            <a:ext cx="493776" cy="365760"/>
          </a:xfrm>
        </p:spPr>
        <p:txBody>
          <a:bodyPr/>
          <a:lstStyle/>
          <a:p>
            <a:fld id="{5DAD859A-2C66-45B9-9A71-3CF205EC2D4A}" type="slidenum">
              <a:rPr lang="en-US" smtClean="0"/>
              <a:t>‹#›</a:t>
            </a:fld>
            <a:endParaRPr lang="en-US"/>
          </a:p>
        </p:txBody>
      </p:sp>
      <p:sp>
        <p:nvSpPr>
          <p:cNvPr id="9" name="Picture Placeholder 8">
            <a:extLst>
              <a:ext uri="{FF2B5EF4-FFF2-40B4-BE49-F238E27FC236}">
                <a16:creationId xmlns:a16="http://schemas.microsoft.com/office/drawing/2014/main" id="{19D3616B-B0C6-AB9E-48FA-05090671826A}"/>
              </a:ext>
            </a:extLst>
          </p:cNvPr>
          <p:cNvSpPr>
            <a:spLocks noGrp="1"/>
          </p:cNvSpPr>
          <p:nvPr>
            <p:ph type="pic" sz="quarter" idx="15" hasCustomPrompt="1"/>
          </p:nvPr>
        </p:nvSpPr>
        <p:spPr>
          <a:xfrm>
            <a:off x="8129142" y="0"/>
            <a:ext cx="3939493"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grpSp>
        <p:nvGrpSpPr>
          <p:cNvPr id="10" name="Group 9">
            <a:extLst>
              <a:ext uri="{FF2B5EF4-FFF2-40B4-BE49-F238E27FC236}">
                <a16:creationId xmlns:a16="http://schemas.microsoft.com/office/drawing/2014/main" id="{D5BBFBAF-5922-A442-5D1A-BC28ADE0D2B7}"/>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1" name="Rectangle 10">
              <a:extLst>
                <a:ext uri="{FF2B5EF4-FFF2-40B4-BE49-F238E27FC236}">
                  <a16:creationId xmlns:a16="http://schemas.microsoft.com/office/drawing/2014/main" id="{E9DBF79C-336C-A5FC-F9A7-F678FEB5C351}"/>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B3E95C8-0894-01F3-97E4-60803AAA24AF}"/>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433084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06516" y="502920"/>
            <a:ext cx="6858000" cy="841248"/>
          </a:xfrm>
        </p:spPr>
        <p:txBody>
          <a:bodyPr anchor="b"/>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8AF4E90B-EF6F-24B4-C4FE-7FBC72B7E9EE}"/>
              </a:ext>
            </a:extLst>
          </p:cNvPr>
          <p:cNvSpPr>
            <a:spLocks noGrp="1"/>
          </p:cNvSpPr>
          <p:nvPr>
            <p:ph type="pic" sz="quarter" idx="15" hasCustomPrompt="1"/>
          </p:nvPr>
        </p:nvSpPr>
        <p:spPr>
          <a:xfrm>
            <a:off x="115867" y="0"/>
            <a:ext cx="3968496"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grpSp>
        <p:nvGrpSpPr>
          <p:cNvPr id="11" name="Group 10">
            <a:extLst>
              <a:ext uri="{FF2B5EF4-FFF2-40B4-BE49-F238E27FC236}">
                <a16:creationId xmlns:a16="http://schemas.microsoft.com/office/drawing/2014/main" id="{3F50B082-E806-677A-B150-164003C5BF2E}"/>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12" name="Rectangle 11">
              <a:extLst>
                <a:ext uri="{FF2B5EF4-FFF2-40B4-BE49-F238E27FC236}">
                  <a16:creationId xmlns:a16="http://schemas.microsoft.com/office/drawing/2014/main" id="{CEBF228F-ECC6-8326-8C59-4539BE646E4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29E235C-963A-D79C-5145-5233B1FD5A89}"/>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06516" y="1472183"/>
            <a:ext cx="6858000" cy="478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46FDC5C-46E3-4585-C089-E091BE6E5D36}"/>
              </a:ext>
            </a:extLst>
          </p:cNvPr>
          <p:cNvSpPr>
            <a:spLocks noGrp="1"/>
          </p:cNvSpPr>
          <p:nvPr>
            <p:ph type="ftr" sz="quarter" idx="17"/>
          </p:nvPr>
        </p:nvSpPr>
        <p:spPr>
          <a:xfrm>
            <a:off x="4706516" y="6318504"/>
            <a:ext cx="4096512" cy="365760"/>
          </a:xfrm>
        </p:spPr>
        <p:txBody>
          <a:bodyPr/>
          <a:lstStyle/>
          <a:p>
            <a:endParaRPr lang="en-US"/>
          </a:p>
        </p:txBody>
      </p:sp>
      <p:sp>
        <p:nvSpPr>
          <p:cNvPr id="3" name="Date Placeholder 2">
            <a:extLst>
              <a:ext uri="{FF2B5EF4-FFF2-40B4-BE49-F238E27FC236}">
                <a16:creationId xmlns:a16="http://schemas.microsoft.com/office/drawing/2014/main" id="{5721447D-8AA6-9863-0212-376200A916F4}"/>
              </a:ext>
            </a:extLst>
          </p:cNvPr>
          <p:cNvSpPr>
            <a:spLocks noGrp="1"/>
          </p:cNvSpPr>
          <p:nvPr>
            <p:ph type="dt" sz="half" idx="16"/>
          </p:nvPr>
        </p:nvSpPr>
        <p:spPr>
          <a:xfrm>
            <a:off x="8729070" y="6318504"/>
            <a:ext cx="2838090" cy="365760"/>
          </a:xfrm>
        </p:spPr>
        <p:txBody>
          <a:bodyPr/>
          <a:lstStyle/>
          <a:p>
            <a:fld id="{3AEEF7F6-ECFE-4473-B3E9-C91BE833927A}" type="datetimeFigureOut">
              <a:rPr lang="en-US" smtClean="0"/>
              <a:t>12/8/2025</a:t>
            </a:fld>
            <a:endParaRPr lang="en-US"/>
          </a:p>
        </p:txBody>
      </p:sp>
      <p:sp>
        <p:nvSpPr>
          <p:cNvPr id="9" name="Slide Number Placeholder 8">
            <a:extLst>
              <a:ext uri="{FF2B5EF4-FFF2-40B4-BE49-F238E27FC236}">
                <a16:creationId xmlns:a16="http://schemas.microsoft.com/office/drawing/2014/main" id="{86395A93-90A0-8500-32A5-2011DF9658FA}"/>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2008953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7AE7BB9-8F3B-888B-7C5F-C693E4B78B3D}"/>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9" name="Rectangle 8">
              <a:extLst>
                <a:ext uri="{FF2B5EF4-FFF2-40B4-BE49-F238E27FC236}">
                  <a16:creationId xmlns:a16="http://schemas.microsoft.com/office/drawing/2014/main" id="{7CA2AA3A-CAA5-475A-C3CD-9ABFCE2B0092}"/>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3ED07E-CBE3-22B8-BCE0-4F98BB64C4C6}"/>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573413" cy="841248"/>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1472184"/>
            <a:ext cx="4573413" cy="478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42B6E2F6-1C60-7678-922C-01C4DB211D7A}"/>
              </a:ext>
            </a:extLst>
          </p:cNvPr>
          <p:cNvSpPr>
            <a:spLocks noGrp="1"/>
          </p:cNvSpPr>
          <p:nvPr>
            <p:ph type="ftr" sz="quarter" idx="17"/>
          </p:nvPr>
        </p:nvSpPr>
        <p:spPr>
          <a:xfrm>
            <a:off x="612648" y="6318504"/>
            <a:ext cx="2743200" cy="365760"/>
          </a:xfrm>
        </p:spPr>
        <p:txBody>
          <a:bodyPr/>
          <a:lstStyle/>
          <a:p>
            <a:endParaRPr lang="en-US"/>
          </a:p>
        </p:txBody>
      </p:sp>
      <p:sp>
        <p:nvSpPr>
          <p:cNvPr id="4" name="Date Placeholder 3">
            <a:extLst>
              <a:ext uri="{FF2B5EF4-FFF2-40B4-BE49-F238E27FC236}">
                <a16:creationId xmlns:a16="http://schemas.microsoft.com/office/drawing/2014/main" id="{0D5BA7FF-A77E-82D8-382F-C60F9EB7D403}"/>
              </a:ext>
            </a:extLst>
          </p:cNvPr>
          <p:cNvSpPr>
            <a:spLocks noGrp="1"/>
          </p:cNvSpPr>
          <p:nvPr>
            <p:ph type="dt" sz="half" idx="16"/>
          </p:nvPr>
        </p:nvSpPr>
        <p:spPr>
          <a:xfrm>
            <a:off x="3355847" y="6318504"/>
            <a:ext cx="1418733" cy="365760"/>
          </a:xfrm>
        </p:spPr>
        <p:txBody>
          <a:bodyPr/>
          <a:lstStyle/>
          <a:p>
            <a:fld id="{3AEEF7F6-ECFE-4473-B3E9-C91BE833927A}" type="datetimeFigureOut">
              <a:rPr lang="en-US" smtClean="0"/>
              <a:t>12/8/2025</a:t>
            </a:fld>
            <a:endParaRPr lang="en-US"/>
          </a:p>
        </p:txBody>
      </p:sp>
      <p:sp>
        <p:nvSpPr>
          <p:cNvPr id="13" name="Slide Number Placeholder 12">
            <a:extLst>
              <a:ext uri="{FF2B5EF4-FFF2-40B4-BE49-F238E27FC236}">
                <a16:creationId xmlns:a16="http://schemas.microsoft.com/office/drawing/2014/main" id="{277AED5A-2B3B-6F43-CA78-5BF85217FD6E}"/>
              </a:ext>
            </a:extLst>
          </p:cNvPr>
          <p:cNvSpPr>
            <a:spLocks noGrp="1"/>
          </p:cNvSpPr>
          <p:nvPr>
            <p:ph type="sldNum" sz="quarter" idx="18"/>
          </p:nvPr>
        </p:nvSpPr>
        <p:spPr>
          <a:xfrm>
            <a:off x="4692285" y="6318504"/>
            <a:ext cx="493776" cy="365760"/>
          </a:xfrm>
        </p:spPr>
        <p:txBody>
          <a:bodyPr/>
          <a:lstStyle/>
          <a:p>
            <a:fld id="{5DAD859A-2C66-45B9-9A71-3CF205EC2D4A}" type="slidenum">
              <a:rPr lang="en-US" smtClean="0"/>
              <a:t>‹#›</a:t>
            </a:fld>
            <a:endParaRPr lang="en-US"/>
          </a:p>
        </p:txBody>
      </p:sp>
      <p:sp>
        <p:nvSpPr>
          <p:cNvPr id="12" name="Picture Placeholder 11">
            <a:extLst>
              <a:ext uri="{FF2B5EF4-FFF2-40B4-BE49-F238E27FC236}">
                <a16:creationId xmlns:a16="http://schemas.microsoft.com/office/drawing/2014/main" id="{EC59C038-AFE7-F1BB-D482-33E170892572}"/>
              </a:ext>
            </a:extLst>
          </p:cNvPr>
          <p:cNvSpPr>
            <a:spLocks noGrp="1"/>
          </p:cNvSpPr>
          <p:nvPr>
            <p:ph type="pic" sz="quarter" idx="15" hasCustomPrompt="1"/>
          </p:nvPr>
        </p:nvSpPr>
        <p:spPr>
          <a:xfrm>
            <a:off x="5844556" y="0"/>
            <a:ext cx="6224082"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8111014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389120" cy="1444752"/>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084832"/>
            <a:ext cx="4389120" cy="41696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612648" y="6318504"/>
            <a:ext cx="2651760" cy="365760"/>
          </a:xfrm>
        </p:spPr>
        <p:txBody>
          <a:bodyPr/>
          <a:lstStyle/>
          <a:p>
            <a:endParaRPr lang="en-US"/>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264408" y="6318504"/>
            <a:ext cx="1325880" cy="365760"/>
          </a:xfrm>
        </p:spPr>
        <p:txBody>
          <a:bodyPr/>
          <a:lstStyle/>
          <a:p>
            <a:fld id="{3AEEF7F6-ECFE-4473-B3E9-C91BE833927A}" type="datetimeFigureOut">
              <a:rPr lang="en-US" smtClean="0"/>
              <a:t>12/8/2025</a:t>
            </a:fld>
            <a:endParaRPr lang="en-US"/>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4507992" y="6318504"/>
            <a:ext cx="493776" cy="365760"/>
          </a:xfrm>
        </p:spPr>
        <p:txBody>
          <a:bodyPr/>
          <a:lstStyle/>
          <a:p>
            <a:fld id="{5DAD859A-2C66-45B9-9A71-3CF205EC2D4A}" type="slidenum">
              <a:rPr lang="en-US" smtClean="0"/>
              <a:t>‹#›</a:t>
            </a:fld>
            <a:endParaRPr lang="en-US"/>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5660263" y="0"/>
            <a:ext cx="6408375"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grpSp>
        <p:nvGrpSpPr>
          <p:cNvPr id="11" name="Group 10">
            <a:extLst>
              <a:ext uri="{FF2B5EF4-FFF2-40B4-BE49-F238E27FC236}">
                <a16:creationId xmlns:a16="http://schemas.microsoft.com/office/drawing/2014/main" id="{5D76C82F-0CA8-713E-E19A-65D51910A5DC}"/>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C3A0EB22-0640-E9D6-5C90-504668EDC47C}"/>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995F219-6751-8C9C-0F4E-1048F537CB6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781193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5C494689-2DF4-F719-B5A3-0E33B5AB963F}"/>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7" name="Rectangle 16">
              <a:extLst>
                <a:ext uri="{FF2B5EF4-FFF2-40B4-BE49-F238E27FC236}">
                  <a16:creationId xmlns:a16="http://schemas.microsoft.com/office/drawing/2014/main" id="{258C88C8-2ADC-03E1-DA79-C09C9FFCB400}"/>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EE9281E-3F01-B630-B5DF-17CEE295D67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22376"/>
            <a:ext cx="3017520" cy="3364992"/>
          </a:xfrm>
        </p:spPr>
        <p:txBody>
          <a:bodyPr anchor="t"/>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105656" y="722376"/>
            <a:ext cx="3417212" cy="5440680"/>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998356" y="722376"/>
            <a:ext cx="3566160" cy="5440680"/>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B46F9121-A740-6137-350B-F287FC3F65ED}"/>
              </a:ext>
            </a:extLst>
          </p:cNvPr>
          <p:cNvSpPr>
            <a:spLocks noGrp="1"/>
          </p:cNvSpPr>
          <p:nvPr>
            <p:ph type="ftr" sz="quarter" idx="17"/>
          </p:nvPr>
        </p:nvSpPr>
        <p:spPr/>
        <p:txBody>
          <a:bodyPr/>
          <a:lstStyle/>
          <a:p>
            <a:endParaRPr lang="en-US"/>
          </a:p>
        </p:txBody>
      </p:sp>
      <p:sp>
        <p:nvSpPr>
          <p:cNvPr id="9" name="Date Placeholder 8">
            <a:extLst>
              <a:ext uri="{FF2B5EF4-FFF2-40B4-BE49-F238E27FC236}">
                <a16:creationId xmlns:a16="http://schemas.microsoft.com/office/drawing/2014/main" id="{71DDF62D-265F-648C-DEAF-A6B63AFE9A88}"/>
              </a:ext>
            </a:extLst>
          </p:cNvPr>
          <p:cNvSpPr>
            <a:spLocks noGrp="1"/>
          </p:cNvSpPr>
          <p:nvPr>
            <p:ph type="dt" sz="half" idx="16"/>
          </p:nvPr>
        </p:nvSpPr>
        <p:spPr/>
        <p:txBody>
          <a:bodyPr/>
          <a:lstStyle/>
          <a:p>
            <a:fld id="{3AEEF7F6-ECFE-4473-B3E9-C91BE833927A}" type="datetimeFigureOut">
              <a:rPr lang="en-US" smtClean="0"/>
              <a:t>12/8/2025</a:t>
            </a:fld>
            <a:endParaRPr lang="en-US"/>
          </a:p>
        </p:txBody>
      </p:sp>
      <p:sp>
        <p:nvSpPr>
          <p:cNvPr id="15" name="Slide Number Placeholder 14">
            <a:extLst>
              <a:ext uri="{FF2B5EF4-FFF2-40B4-BE49-F238E27FC236}">
                <a16:creationId xmlns:a16="http://schemas.microsoft.com/office/drawing/2014/main" id="{4B1E5F69-8168-1838-71D3-E395524793E7}"/>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5350930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DB5D765-4DB1-83CD-C254-A90B6611CFB6}"/>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9" name="Rectangle 8">
              <a:extLst>
                <a:ext uri="{FF2B5EF4-FFF2-40B4-BE49-F238E27FC236}">
                  <a16:creationId xmlns:a16="http://schemas.microsoft.com/office/drawing/2014/main" id="{C69A84EF-6D24-A163-8B58-B5389FD4DDD7}"/>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E9A50A9-013C-611D-B106-1ED459519F5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65592" y="502920"/>
            <a:ext cx="3401568" cy="1444752"/>
          </a:xfrm>
        </p:spPr>
        <p:txBody>
          <a:bodyPr anchor="b"/>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115866" y="-1"/>
            <a:ext cx="7397496" cy="6857999"/>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65592" y="2084832"/>
            <a:ext cx="3401568" cy="416966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8165592" y="6318504"/>
            <a:ext cx="2333520" cy="365760"/>
          </a:xfrm>
        </p:spPr>
        <p:txBody>
          <a:bodyPr/>
          <a:lstStyle/>
          <a:p>
            <a:endParaRPr lang="en-US"/>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10504406" y="6318504"/>
            <a:ext cx="1062754" cy="365760"/>
          </a:xfrm>
        </p:spPr>
        <p:txBody>
          <a:bodyPr/>
          <a:lstStyle/>
          <a:p>
            <a:fld id="{3AEEF7F6-ECFE-4473-B3E9-C91BE833927A}" type="datetimeFigureOut">
              <a:rPr lang="en-US" smtClean="0"/>
              <a:t>12/8/2025</a:t>
            </a:fld>
            <a:endParaRPr lang="en-US"/>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6938173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3401568" cy="1444752"/>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2648" y="2084832"/>
            <a:ext cx="3401568" cy="416966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648" y="6318504"/>
            <a:ext cx="1975502" cy="365760"/>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588150" y="6318504"/>
            <a:ext cx="1014586" cy="365760"/>
          </a:xfrm>
        </p:spPr>
        <p:txBody>
          <a:bodyPr/>
          <a:lstStyle>
            <a:lvl1pPr>
              <a:defRPr>
                <a:solidFill>
                  <a:schemeClr val="tx1"/>
                </a:solidFill>
                <a:effectLst/>
              </a:defRPr>
            </a:lvl1pPr>
          </a:lstStyle>
          <a:p>
            <a:fld id="{3AEEF7F6-ECFE-4473-B3E9-C91BE833927A}" type="datetimeFigureOut">
              <a:rPr lang="en-US" smtClean="0"/>
              <a:t>12/8/2025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520440" y="6318504"/>
            <a:ext cx="493776" cy="365760"/>
          </a:xfrm>
        </p:spPr>
        <p:txBody>
          <a:bodyPr/>
          <a:lstStyle/>
          <a:p>
            <a:fld id="{5DAD859A-2C66-45B9-9A71-3CF205EC2D4A}" type="slidenum">
              <a:rPr lang="en-US" smtClean="0"/>
              <a:t>‹#›</a:t>
            </a:fld>
            <a:endParaRPr lang="en-US"/>
          </a:p>
        </p:txBody>
      </p:sp>
      <p:sp>
        <p:nvSpPr>
          <p:cNvPr id="10" name="Picture Placeholder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802819" y="0"/>
            <a:ext cx="7265819"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grpSp>
        <p:nvGrpSpPr>
          <p:cNvPr id="11" name="Group 10">
            <a:extLst>
              <a:ext uri="{FF2B5EF4-FFF2-40B4-BE49-F238E27FC236}">
                <a16:creationId xmlns:a16="http://schemas.microsoft.com/office/drawing/2014/main" id="{DCFD1FA7-C4E8-DE5C-3B9D-DCD115B6C327}"/>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4C133272-DC27-4D54-F532-D2039EAA5D95}"/>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9C8420D-B6AB-D6E7-38A4-FFF30B404590}"/>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3763908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65592" y="1008126"/>
            <a:ext cx="3401567" cy="1947672"/>
          </a:xfrm>
        </p:spPr>
        <p:txBody>
          <a:bodyPr anchor="b"/>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115866" y="0"/>
            <a:ext cx="7397496"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grpSp>
        <p:nvGrpSpPr>
          <p:cNvPr id="11" name="Group 10">
            <a:extLst>
              <a:ext uri="{FF2B5EF4-FFF2-40B4-BE49-F238E27FC236}">
                <a16:creationId xmlns:a16="http://schemas.microsoft.com/office/drawing/2014/main" id="{E02754B6-EAB4-945C-FC4E-F8F7D453BCCD}"/>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12" name="Rectangle 11">
              <a:extLst>
                <a:ext uri="{FF2B5EF4-FFF2-40B4-BE49-F238E27FC236}">
                  <a16:creationId xmlns:a16="http://schemas.microsoft.com/office/drawing/2014/main" id="{A699CF6F-40DA-4FCF-FBCF-9907CB96FB7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7C8A1CA-3094-3344-5C05-30F5E18CD02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65592" y="3099816"/>
            <a:ext cx="3401567" cy="3054096"/>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8165592" y="6318504"/>
            <a:ext cx="2331720" cy="365760"/>
          </a:xfrm>
        </p:spPr>
        <p:txBody>
          <a:bodyPr/>
          <a:lstStyle/>
          <a:p>
            <a:endParaRPr lang="en-US"/>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10497312" y="6318504"/>
            <a:ext cx="1069847" cy="365760"/>
          </a:xfrm>
        </p:spPr>
        <p:txBody>
          <a:bodyPr/>
          <a:lstStyle/>
          <a:p>
            <a:fld id="{3AEEF7F6-ECFE-4473-B3E9-C91BE833927A}" type="datetimeFigureOut">
              <a:rPr lang="en-US" smtClean="0"/>
              <a:t>12/8/2025</a:t>
            </a:fld>
            <a:endParaRPr lang="en-US"/>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5633609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956312"/>
            <a:ext cx="3647839" cy="1420235"/>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1"/>
            <a:ext cx="12192000" cy="4591025"/>
          </a:xfrm>
          <a:blipFill dpi="0" rotWithShape="1">
            <a:blip r:embed="rId2">
              <a:alphaModFix amt="70000"/>
            </a:blip>
            <a:srcRect/>
            <a:stretch>
              <a:fillRect/>
            </a:stretch>
          </a:blipFill>
        </p:spPr>
        <p:txBody>
          <a:bodyPr/>
          <a:lstStyle>
            <a:lvl1pPr marL="0" indent="0">
              <a:buNone/>
              <a:defRPr/>
            </a:lvl1pPr>
          </a:lstStyle>
          <a:p>
            <a:r>
              <a:rPr lang="en-US" dirty="0"/>
              <a:t> </a:t>
            </a:r>
          </a:p>
        </p:txBody>
      </p:sp>
      <p:grpSp>
        <p:nvGrpSpPr>
          <p:cNvPr id="9" name="Group 8">
            <a:extLst>
              <a:ext uri="{FF2B5EF4-FFF2-40B4-BE49-F238E27FC236}">
                <a16:creationId xmlns:a16="http://schemas.microsoft.com/office/drawing/2014/main" id="{7A6CD91D-B3A8-3626-F189-B9F77A315DD9}"/>
              </a:ext>
              <a:ext uri="{C183D7F6-B498-43B3-948B-1728B52AA6E4}">
                <adec:decorative xmlns:adec="http://schemas.microsoft.com/office/drawing/2017/decorative" val="1"/>
              </a:ext>
            </a:extLst>
          </p:cNvPr>
          <p:cNvGrpSpPr/>
          <p:nvPr/>
        </p:nvGrpSpPr>
        <p:grpSpPr>
          <a:xfrm rot="10800000">
            <a:off x="0" y="4591027"/>
            <a:ext cx="12198096" cy="123363"/>
            <a:chOff x="-5025" y="6737718"/>
            <a:chExt cx="12207200" cy="123363"/>
          </a:xfrm>
        </p:grpSpPr>
        <p:sp>
          <p:nvSpPr>
            <p:cNvPr id="10" name="Rectangle 9">
              <a:extLst>
                <a:ext uri="{FF2B5EF4-FFF2-40B4-BE49-F238E27FC236}">
                  <a16:creationId xmlns:a16="http://schemas.microsoft.com/office/drawing/2014/main" id="{6869147E-E51A-3B94-6CD8-EE629F879704}"/>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DCD771F-7FFC-BCEC-B388-8883BD9CBC61}"/>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257800" y="4956312"/>
            <a:ext cx="6309360" cy="1420235"/>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AEEF7F6-ECFE-4473-B3E9-C91BE833927A}" type="datetimeFigureOut">
              <a:rPr lang="en-US" smtClean="0"/>
              <a:t>12/8/2025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93315113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093596"/>
            <a:ext cx="2953618" cy="200791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2" name="Picture Placeholder 11">
            <a:extLst>
              <a:ext uri="{FF2B5EF4-FFF2-40B4-BE49-F238E27FC236}">
                <a16:creationId xmlns:a16="http://schemas.microsoft.com/office/drawing/2014/main" id="{B8FB154D-4A60-735B-FA5C-F17F96D0F7DD}"/>
              </a:ext>
            </a:extLst>
          </p:cNvPr>
          <p:cNvSpPr>
            <a:spLocks noGrp="1"/>
          </p:cNvSpPr>
          <p:nvPr>
            <p:ph type="pic" sz="quarter" idx="15" hasCustomPrompt="1"/>
          </p:nvPr>
        </p:nvSpPr>
        <p:spPr>
          <a:xfrm>
            <a:off x="0" y="0"/>
            <a:ext cx="12192000" cy="3700807"/>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8555" y="4093596"/>
            <a:ext cx="7298605" cy="2289578"/>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p:txBody>
          <a:bodyPr/>
          <a:lstStyle/>
          <a:p>
            <a:endParaRPr lang="en-US"/>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p:txBody>
          <a:bodyPr/>
          <a:lstStyle/>
          <a:p>
            <a:fld id="{3AEEF7F6-ECFE-4473-B3E9-C91BE833927A}" type="datetimeFigureOut">
              <a:rPr lang="en-US" smtClean="0"/>
              <a:t>12/8/2025</a:t>
            </a:fld>
            <a:endParaRPr lang="en-US"/>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16469467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0333CDCF-1D03-5851-5ADE-6C229D9C93F1}"/>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436CADBC-4985-70E0-56BE-1C8385BBCBD0}"/>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1B3299-F1D4-88B7-5B22-7D623606691F}"/>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7978"/>
            <a:ext cx="10954512" cy="969264"/>
          </a:xfrm>
        </p:spPr>
        <p:txBody>
          <a:bodyPr anchor="ct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65C3B04B-96C8-DA90-9593-3508CE34B4EE}"/>
              </a:ext>
            </a:extLst>
          </p:cNvPr>
          <p:cNvSpPr>
            <a:spLocks noGrp="1"/>
          </p:cNvSpPr>
          <p:nvPr>
            <p:ph type="pic" sz="quarter" idx="15" hasCustomPrompt="1"/>
          </p:nvPr>
        </p:nvSpPr>
        <p:spPr>
          <a:xfrm>
            <a:off x="612648" y="1801367"/>
            <a:ext cx="6550152" cy="4489704"/>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848600" y="1801367"/>
            <a:ext cx="3718561" cy="448970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2E02B3BF-7794-675C-7382-345519B43BE3}"/>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08303468-1991-7CCF-2C67-0B5A3850BAD1}"/>
              </a:ext>
            </a:extLst>
          </p:cNvPr>
          <p:cNvSpPr>
            <a:spLocks noGrp="1"/>
          </p:cNvSpPr>
          <p:nvPr>
            <p:ph type="dt" sz="half" idx="16"/>
          </p:nvPr>
        </p:nvSpPr>
        <p:spPr/>
        <p:txBody>
          <a:bodyPr/>
          <a:lstStyle/>
          <a:p>
            <a:fld id="{3AEEF7F6-ECFE-4473-B3E9-C91BE833927A}" type="datetimeFigureOut">
              <a:rPr lang="en-US" smtClean="0"/>
              <a:t>12/8/2025</a:t>
            </a:fld>
            <a:endParaRPr lang="en-US"/>
          </a:p>
        </p:txBody>
      </p:sp>
      <p:sp>
        <p:nvSpPr>
          <p:cNvPr id="10" name="Slide Number Placeholder 9">
            <a:extLst>
              <a:ext uri="{FF2B5EF4-FFF2-40B4-BE49-F238E27FC236}">
                <a16:creationId xmlns:a16="http://schemas.microsoft.com/office/drawing/2014/main" id="{5AF75D71-C32E-4EF6-2C8E-B5F29DBF4D14}"/>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10032899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6287667-A4F8-6B7A-7C1E-415768F3B3AA}"/>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9" name="Rectangle 8">
              <a:extLst>
                <a:ext uri="{FF2B5EF4-FFF2-40B4-BE49-F238E27FC236}">
                  <a16:creationId xmlns:a16="http://schemas.microsoft.com/office/drawing/2014/main" id="{860F260A-40A1-ED4C-F5A8-F915D3BDB7F5}"/>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79CD2C2-2541-1223-03B1-97955C134718}"/>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669536" cy="1453896"/>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612648" y="2293938"/>
            <a:ext cx="4669536" cy="4024566"/>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02919"/>
            <a:ext cx="5471160" cy="58155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F3134235-8D6E-735A-EBA0-BA533F60F020}"/>
              </a:ext>
            </a:extLst>
          </p:cNvPr>
          <p:cNvSpPr>
            <a:spLocks noGrp="1"/>
          </p:cNvSpPr>
          <p:nvPr>
            <p:ph type="ftr" sz="quarter" idx="17"/>
          </p:nvPr>
        </p:nvSpPr>
        <p:spPr/>
        <p:txBody>
          <a:bodyPr/>
          <a:lstStyle/>
          <a:p>
            <a:endParaRPr lang="en-US"/>
          </a:p>
        </p:txBody>
      </p:sp>
      <p:sp>
        <p:nvSpPr>
          <p:cNvPr id="10" name="Date Placeholder 9">
            <a:extLst>
              <a:ext uri="{FF2B5EF4-FFF2-40B4-BE49-F238E27FC236}">
                <a16:creationId xmlns:a16="http://schemas.microsoft.com/office/drawing/2014/main" id="{9D2F68ED-5552-E109-B7F4-671217CABF2D}"/>
              </a:ext>
            </a:extLst>
          </p:cNvPr>
          <p:cNvSpPr>
            <a:spLocks noGrp="1"/>
          </p:cNvSpPr>
          <p:nvPr>
            <p:ph type="dt" sz="half" idx="16"/>
          </p:nvPr>
        </p:nvSpPr>
        <p:spPr/>
        <p:txBody>
          <a:bodyPr/>
          <a:lstStyle/>
          <a:p>
            <a:fld id="{3AEEF7F6-ECFE-4473-B3E9-C91BE833927A}" type="datetimeFigureOut">
              <a:rPr lang="en-US" smtClean="0"/>
              <a:t>12/8/2025</a:t>
            </a:fld>
            <a:endParaRPr lang="en-US"/>
          </a:p>
        </p:txBody>
      </p:sp>
      <p:sp>
        <p:nvSpPr>
          <p:cNvPr id="12" name="Slide Number Placeholder 11">
            <a:extLst>
              <a:ext uri="{FF2B5EF4-FFF2-40B4-BE49-F238E27FC236}">
                <a16:creationId xmlns:a16="http://schemas.microsoft.com/office/drawing/2014/main" id="{573B9B49-4584-CFEF-738F-BE68D009CEA3}"/>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70059548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3C02DA-0C9D-12C9-42BB-CC4820B41CF2}"/>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0" name="Rectangle 9">
              <a:extLst>
                <a:ext uri="{FF2B5EF4-FFF2-40B4-BE49-F238E27FC236}">
                  <a16:creationId xmlns:a16="http://schemas.microsoft.com/office/drawing/2014/main" id="{43680A20-A590-D755-5AA0-BAF1B1402907}"/>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6CA06CF-7B14-32D2-2412-3434710512E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3645980" cy="1453896"/>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612648" y="2293938"/>
            <a:ext cx="3645980" cy="4024565"/>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212227" y="502919"/>
            <a:ext cx="6354933" cy="58155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3AEEF7F6-ECFE-4473-B3E9-C91BE833927A}" type="datetimeFigureOut">
              <a:rPr lang="en-US" smtClean="0"/>
              <a:t>12/8/2025</a:t>
            </a:fld>
            <a:endParaRPr lang="en-US"/>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24665539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B93BC13-F3D8-0BDA-D1BF-7B8E455AC066}"/>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7362B5B-CACD-7203-74DE-7B0BBF7D69CE}"/>
              </a:ext>
            </a:extLst>
          </p:cNvPr>
          <p:cNvGrpSpPr/>
          <p:nvPr/>
        </p:nvGrpSpPr>
        <p:grpSpPr>
          <a:xfrm>
            <a:off x="-22276" y="-6922"/>
            <a:ext cx="12214276" cy="6869101"/>
            <a:chOff x="-22276" y="-6922"/>
            <a:chExt cx="12214276" cy="6869101"/>
          </a:xfrm>
        </p:grpSpPr>
        <p:sp>
          <p:nvSpPr>
            <p:cNvPr id="9" name="Rectangle 8">
              <a:extLst>
                <a:ext uri="{FF2B5EF4-FFF2-40B4-BE49-F238E27FC236}">
                  <a16:creationId xmlns:a16="http://schemas.microsoft.com/office/drawing/2014/main" id="{7D6A753B-AD01-7A7A-4F2D-C75592EC67B9}"/>
                </a:ext>
              </a:extLst>
            </p:cNvPr>
            <p:cNvSpPr/>
            <p:nvPr/>
          </p:nvSpPr>
          <p:spPr>
            <a:xfrm rot="5400000">
              <a:off x="2655863" y="-2678137"/>
              <a:ext cx="6857999" cy="12214275"/>
            </a:xfrm>
            <a:prstGeom prst="rect">
              <a:avLst/>
            </a:prstGeom>
            <a:gradFill>
              <a:gsLst>
                <a:gs pos="0">
                  <a:schemeClr val="accent2"/>
                </a:gs>
                <a:gs pos="93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0" name="Rectangle 9">
              <a:extLst>
                <a:ext uri="{FF2B5EF4-FFF2-40B4-BE49-F238E27FC236}">
                  <a16:creationId xmlns:a16="http://schemas.microsoft.com/office/drawing/2014/main" id="{33E82525-BA9A-AA08-8DF0-B77178C6BC45}"/>
                </a:ext>
              </a:extLst>
            </p:cNvPr>
            <p:cNvSpPr/>
            <p:nvPr/>
          </p:nvSpPr>
          <p:spPr>
            <a:xfrm rot="16200000">
              <a:off x="3197276" y="-2132545"/>
              <a:ext cx="6850175" cy="11139273"/>
            </a:xfrm>
            <a:prstGeom prst="rect">
              <a:avLst/>
            </a:prstGeom>
            <a:gradFill flip="none" rotWithShape="1">
              <a:gsLst>
                <a:gs pos="0">
                  <a:schemeClr val="accent5">
                    <a:lumMod val="75000"/>
                  </a:schemeClr>
                </a:gs>
                <a:gs pos="32000">
                  <a:schemeClr val="accent5">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1" name="Rectangle 10">
              <a:extLst>
                <a:ext uri="{FF2B5EF4-FFF2-40B4-BE49-F238E27FC236}">
                  <a16:creationId xmlns:a16="http://schemas.microsoft.com/office/drawing/2014/main" id="{0A4B5202-8712-82B4-1B42-E7E4336E8698}"/>
                </a:ext>
              </a:extLst>
            </p:cNvPr>
            <p:cNvSpPr/>
            <p:nvPr/>
          </p:nvSpPr>
          <p:spPr>
            <a:xfrm flipH="1">
              <a:off x="-22276" y="-6922"/>
              <a:ext cx="3849318" cy="6864922"/>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2" name="Rectangle 11">
              <a:extLst>
                <a:ext uri="{FF2B5EF4-FFF2-40B4-BE49-F238E27FC236}">
                  <a16:creationId xmlns:a16="http://schemas.microsoft.com/office/drawing/2014/main" id="{D95172D8-9117-7FB7-2347-567B5663C510}"/>
                </a:ext>
                <a:ext uri="{C183D7F6-B498-43B3-948B-1728B52AA6E4}">
                  <adec:decorative xmlns:adec="http://schemas.microsoft.com/office/drawing/2017/decorative" val="1"/>
                </a:ext>
              </a:extLst>
            </p:cNvPr>
            <p:cNvSpPr/>
            <p:nvPr/>
          </p:nvSpPr>
          <p:spPr>
            <a:xfrm rot="5400000">
              <a:off x="6189691" y="-743112"/>
              <a:ext cx="5263375" cy="6741243"/>
            </a:xfrm>
            <a:prstGeom prst="rect">
              <a:avLst/>
            </a:prstGeom>
            <a:gradFill flip="none" rotWithShape="1">
              <a:gsLst>
                <a:gs pos="2000">
                  <a:schemeClr val="accent5">
                    <a:lumMod val="60000"/>
                    <a:lumOff val="40000"/>
                    <a:alpha val="68000"/>
                  </a:schemeClr>
                </a:gs>
                <a:gs pos="48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1143000" y="4928616"/>
            <a:ext cx="9912096" cy="1545336"/>
          </a:xfrm>
        </p:spPr>
        <p:txBody>
          <a:bodyPr anchor="t">
            <a:normAutofit/>
          </a:bodyPr>
          <a:lstStyle>
            <a:lvl1pPr algn="ctr">
              <a:lnSpc>
                <a:spcPct val="120000"/>
              </a:lnSpc>
              <a:defRPr sz="2800">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530352" y="978408"/>
            <a:ext cx="11137392" cy="4114800"/>
          </a:xfrm>
        </p:spPr>
        <p:txBody>
          <a:bodyPr anchor="b">
            <a:normAutofit/>
          </a:bodyPr>
          <a:lstStyle>
            <a:lvl1pPr marL="0" indent="0" algn="ctr">
              <a:lnSpc>
                <a:spcPct val="90000"/>
              </a:lnSpc>
              <a:buNone/>
              <a:defRPr sz="27800" b="1">
                <a:solidFill>
                  <a:schemeClr val="tx1"/>
                </a:solidFill>
              </a:defRPr>
            </a:lvl1pPr>
          </a:lstStyle>
          <a:p>
            <a:pPr lvl="0"/>
            <a:r>
              <a:rPr lang="en-US" dirty="0"/>
              <a:t>##%</a:t>
            </a:r>
          </a:p>
        </p:txBody>
      </p:sp>
      <p:sp>
        <p:nvSpPr>
          <p:cNvPr id="3" name="Footer Placeholder 2">
            <a:extLst>
              <a:ext uri="{FF2B5EF4-FFF2-40B4-BE49-F238E27FC236}">
                <a16:creationId xmlns:a16="http://schemas.microsoft.com/office/drawing/2014/main" id="{31932224-E515-4E44-2832-0D5E94847CF7}"/>
              </a:ext>
            </a:extLst>
          </p:cNvPr>
          <p:cNvSpPr>
            <a:spLocks noGrp="1"/>
          </p:cNvSpPr>
          <p:nvPr>
            <p:ph type="ftr" sz="quarter" idx="10"/>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9E371D16-7052-CB51-10DB-659F8F77B25F}"/>
              </a:ext>
            </a:extLst>
          </p:cNvPr>
          <p:cNvSpPr>
            <a:spLocks noGrp="1"/>
          </p:cNvSpPr>
          <p:nvPr>
            <p:ph type="dt" sz="half" idx="11"/>
          </p:nvPr>
        </p:nvSpPr>
        <p:spPr/>
        <p:txBody>
          <a:bodyPr/>
          <a:lstStyle>
            <a:lvl1pPr>
              <a:defRPr>
                <a:solidFill>
                  <a:schemeClr val="tx1"/>
                </a:solidFill>
              </a:defRPr>
            </a:lvl1pPr>
          </a:lstStyle>
          <a:p>
            <a:fld id="{3AEEF7F6-ECFE-4473-B3E9-C91BE833927A}" type="datetimeFigureOut">
              <a:rPr lang="en-US" smtClean="0"/>
              <a:t>12/8/2025</a:t>
            </a:fld>
            <a:endParaRPr lang="en-US"/>
          </a:p>
        </p:txBody>
      </p:sp>
      <p:sp>
        <p:nvSpPr>
          <p:cNvPr id="5" name="Slide Number Placeholder 4">
            <a:extLst>
              <a:ext uri="{FF2B5EF4-FFF2-40B4-BE49-F238E27FC236}">
                <a16:creationId xmlns:a16="http://schemas.microsoft.com/office/drawing/2014/main" id="{85B132CC-C4B7-E2AF-5520-00C69FF37620}"/>
              </a:ext>
            </a:extLst>
          </p:cNvPr>
          <p:cNvSpPr>
            <a:spLocks noGrp="1"/>
          </p:cNvSpPr>
          <p:nvPr>
            <p:ph type="sldNum" sz="quarter" idx="12"/>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2558028803"/>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612648" y="4718304"/>
            <a:ext cx="6281928" cy="1353312"/>
          </a:xfrm>
        </p:spPr>
        <p:txBody>
          <a:bodyPr vert="horz" lIns="91440" tIns="45720" rIns="91440" bIns="45720" rtlCol="0" anchor="t">
            <a:normAutofit/>
          </a:bodyPr>
          <a:lstStyle>
            <a:lvl1pPr>
              <a:lnSpc>
                <a:spcPct val="120000"/>
              </a:lnSpc>
              <a:defRPr lang="en-US" sz="2800" dirty="0"/>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521208" y="786384"/>
            <a:ext cx="11155680" cy="4334256"/>
          </a:xfrm>
        </p:spPr>
        <p:txBody>
          <a:bodyPr vert="horz" lIns="91440" tIns="45720" rIns="91440" bIns="45720" rtlCol="0" anchor="b">
            <a:normAutofit/>
          </a:bodyPr>
          <a:lstStyle>
            <a:lvl1pPr marL="0" indent="0">
              <a:buNone/>
              <a:defRPr lang="en-US" sz="27800" b="1" dirty="0">
                <a:gradFill>
                  <a:gsLst>
                    <a:gs pos="0">
                      <a:schemeClr val="accent2"/>
                    </a:gs>
                    <a:gs pos="100000">
                      <a:schemeClr val="accent5"/>
                    </a:gs>
                  </a:gsLst>
                  <a:lin ang="4200000" scaled="0"/>
                </a:gradFill>
              </a:defRPr>
            </a:lvl1pPr>
          </a:lstStyle>
          <a:p>
            <a:pPr lvl="0"/>
            <a:r>
              <a:rPr lang="en-US" dirty="0"/>
              <a:t>##%</a:t>
            </a:r>
          </a:p>
        </p:txBody>
      </p:sp>
      <p:sp>
        <p:nvSpPr>
          <p:cNvPr id="14" name="Footer Placeholder 13">
            <a:extLst>
              <a:ext uri="{FF2B5EF4-FFF2-40B4-BE49-F238E27FC236}">
                <a16:creationId xmlns:a16="http://schemas.microsoft.com/office/drawing/2014/main" id="{06AFD340-D045-A82B-779A-CCE82B04A257}"/>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418D0173-56FC-C02C-32BA-73DB1BA380C4}"/>
              </a:ext>
            </a:extLst>
          </p:cNvPr>
          <p:cNvSpPr>
            <a:spLocks noGrp="1"/>
          </p:cNvSpPr>
          <p:nvPr>
            <p:ph type="dt" sz="half" idx="14"/>
          </p:nvPr>
        </p:nvSpPr>
        <p:spPr/>
        <p:txBody>
          <a:bodyPr/>
          <a:lstStyle/>
          <a:p>
            <a:fld id="{3AEEF7F6-ECFE-4473-B3E9-C91BE833927A}" type="datetimeFigureOut">
              <a:rPr lang="en-US" smtClean="0"/>
              <a:t>12/8/2025</a:t>
            </a:fld>
            <a:endParaRPr lang="en-US"/>
          </a:p>
        </p:txBody>
      </p:sp>
      <p:sp>
        <p:nvSpPr>
          <p:cNvPr id="15" name="Slide Number Placeholder 14">
            <a:extLst>
              <a:ext uri="{FF2B5EF4-FFF2-40B4-BE49-F238E27FC236}">
                <a16:creationId xmlns:a16="http://schemas.microsoft.com/office/drawing/2014/main" id="{1B246833-56EB-2252-BAD6-8D369F554831}"/>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442991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612648" y="4983480"/>
            <a:ext cx="6281928" cy="1353312"/>
          </a:xfrm>
        </p:spPr>
        <p:txBody>
          <a:bodyPr vert="horz" lIns="91440" tIns="45720" rIns="91440" bIns="45720" rtlCol="0" anchor="b">
            <a:normAutofit/>
          </a:bodyPr>
          <a:lstStyle>
            <a:lvl1pPr>
              <a:lnSpc>
                <a:spcPct val="120000"/>
              </a:lnSpc>
              <a:defRPr lang="en-US" sz="2800" dirty="0"/>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457200" y="182880"/>
            <a:ext cx="11247120" cy="4974336"/>
          </a:xfrm>
        </p:spPr>
        <p:txBody>
          <a:bodyPr vert="horz" lIns="91440" tIns="45720" rIns="91440" bIns="45720" rtlCol="0">
            <a:normAutofit/>
          </a:bodyPr>
          <a:lstStyle>
            <a:lvl1pPr marL="0" indent="0">
              <a:lnSpc>
                <a:spcPct val="90000"/>
              </a:lnSpc>
              <a:buNone/>
              <a:defRPr lang="en-US" sz="32500" b="1" dirty="0">
                <a:gradFill>
                  <a:gsLst>
                    <a:gs pos="0">
                      <a:schemeClr val="accent2"/>
                    </a:gs>
                    <a:gs pos="100000">
                      <a:schemeClr val="accent5"/>
                    </a:gs>
                  </a:gsLst>
                  <a:lin ang="4200000" scaled="0"/>
                </a:gradFill>
              </a:defRPr>
            </a:lvl1pPr>
          </a:lstStyle>
          <a:p>
            <a:pPr lvl="0"/>
            <a:r>
              <a:rPr lang="en-US" dirty="0"/>
              <a:t>##%</a:t>
            </a:r>
          </a:p>
        </p:txBody>
      </p:sp>
      <p:sp>
        <p:nvSpPr>
          <p:cNvPr id="14" name="Footer Placeholder 13">
            <a:extLst>
              <a:ext uri="{FF2B5EF4-FFF2-40B4-BE49-F238E27FC236}">
                <a16:creationId xmlns:a16="http://schemas.microsoft.com/office/drawing/2014/main" id="{06AFD340-D045-A82B-779A-CCE82B04A257}"/>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418D0173-56FC-C02C-32BA-73DB1BA380C4}"/>
              </a:ext>
            </a:extLst>
          </p:cNvPr>
          <p:cNvSpPr>
            <a:spLocks noGrp="1"/>
          </p:cNvSpPr>
          <p:nvPr>
            <p:ph type="dt" sz="half" idx="14"/>
          </p:nvPr>
        </p:nvSpPr>
        <p:spPr/>
        <p:txBody>
          <a:bodyPr/>
          <a:lstStyle/>
          <a:p>
            <a:fld id="{3AEEF7F6-ECFE-4473-B3E9-C91BE833927A}" type="datetimeFigureOut">
              <a:rPr lang="en-US" smtClean="0"/>
              <a:t>12/8/2025</a:t>
            </a:fld>
            <a:endParaRPr lang="en-US"/>
          </a:p>
        </p:txBody>
      </p:sp>
      <p:sp>
        <p:nvSpPr>
          <p:cNvPr id="15" name="Slide Number Placeholder 14">
            <a:extLst>
              <a:ext uri="{FF2B5EF4-FFF2-40B4-BE49-F238E27FC236}">
                <a16:creationId xmlns:a16="http://schemas.microsoft.com/office/drawing/2014/main" id="{1B246833-56EB-2252-BAD6-8D369F554831}"/>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15897878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gradFill>
                  <a:gsLst>
                    <a:gs pos="0">
                      <a:schemeClr val="accent2"/>
                    </a:gs>
                    <a:gs pos="100000">
                      <a:schemeClr val="accent5"/>
                    </a:gs>
                  </a:gsLst>
                  <a:lin ang="0" scaled="0"/>
                </a:gradFill>
              </a:defRPr>
            </a:lvl1pPr>
            <a:lvl2pPr marL="228600" indent="0">
              <a:lnSpc>
                <a:spcPct val="100000"/>
              </a:lnSpc>
              <a:buNone/>
              <a:defRPr sz="4800" b="1">
                <a:gradFill>
                  <a:gsLst>
                    <a:gs pos="0">
                      <a:schemeClr val="accent2"/>
                    </a:gs>
                    <a:gs pos="100000">
                      <a:schemeClr val="accent5"/>
                    </a:gs>
                  </a:gsLst>
                  <a:lin ang="0" scaled="0"/>
                </a:gradFill>
              </a:defRPr>
            </a:lvl2pPr>
            <a:lvl3pPr marL="457200" indent="0">
              <a:lnSpc>
                <a:spcPct val="100000"/>
              </a:lnSpc>
              <a:buNone/>
              <a:defRPr sz="4400" b="1">
                <a:gradFill>
                  <a:gsLst>
                    <a:gs pos="0">
                      <a:schemeClr val="accent2"/>
                    </a:gs>
                    <a:gs pos="100000">
                      <a:schemeClr val="accent5"/>
                    </a:gs>
                  </a:gsLst>
                  <a:lin ang="0" scaled="0"/>
                </a:gradFill>
              </a:defRPr>
            </a:lvl3pPr>
            <a:lvl4pPr marL="685800" indent="0">
              <a:lnSpc>
                <a:spcPct val="100000"/>
              </a:lnSpc>
              <a:buNone/>
              <a:defRPr sz="4000" b="1">
                <a:gradFill>
                  <a:gsLst>
                    <a:gs pos="0">
                      <a:schemeClr val="accent2"/>
                    </a:gs>
                    <a:gs pos="100000">
                      <a:schemeClr val="accent5"/>
                    </a:gs>
                  </a:gsLst>
                  <a:lin ang="0" scaled="0"/>
                </a:gradFill>
              </a:defRPr>
            </a:lvl4pPr>
            <a:lvl5pPr marL="914400" indent="0">
              <a:lnSpc>
                <a:spcPct val="100000"/>
              </a:lnSpc>
              <a:buNone/>
              <a:defRPr sz="3600" b="1">
                <a:gradFill>
                  <a:gsLst>
                    <a:gs pos="0">
                      <a:schemeClr val="accent2"/>
                    </a:gs>
                    <a:gs pos="100000">
                      <a:schemeClr val="accent5"/>
                    </a:gs>
                  </a:gsLst>
                  <a:lin ang="0" scaled="0"/>
                </a:gra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3AEEF7F6-ECFE-4473-B3E9-C91BE833927A}" type="datetimeFigureOut">
              <a:rPr lang="en-US" smtClean="0"/>
              <a:t>12/8/2025</a:t>
            </a:fld>
            <a:endParaRPr lang="en-US"/>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21009850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tatement 2">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91C0A04-3BC7-B88E-3974-2A73D0A107E7}"/>
              </a:ext>
            </a:extLst>
          </p:cNvPr>
          <p:cNvSpPr/>
          <p:nvPr/>
        </p:nvSpPr>
        <p:spPr>
          <a:xfrm>
            <a:off x="0" y="0"/>
            <a:ext cx="12188952"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B07991EE-474F-899B-8FEF-F82B3E5BDF10}"/>
              </a:ext>
            </a:extLst>
          </p:cNvPr>
          <p:cNvGrpSpPr/>
          <p:nvPr/>
        </p:nvGrpSpPr>
        <p:grpSpPr>
          <a:xfrm>
            <a:off x="-7285" y="-6922"/>
            <a:ext cx="12199285" cy="6869101"/>
            <a:chOff x="-22275" y="-6922"/>
            <a:chExt cx="12214275" cy="6869101"/>
          </a:xfrm>
        </p:grpSpPr>
        <p:sp>
          <p:nvSpPr>
            <p:cNvPr id="8" name="Rectangle 7">
              <a:extLst>
                <a:ext uri="{FF2B5EF4-FFF2-40B4-BE49-F238E27FC236}">
                  <a16:creationId xmlns:a16="http://schemas.microsoft.com/office/drawing/2014/main" id="{19D5B255-8277-F118-03CD-8BAE19E8D68B}"/>
                </a:ext>
              </a:extLst>
            </p:cNvPr>
            <p:cNvSpPr/>
            <p:nvPr/>
          </p:nvSpPr>
          <p:spPr>
            <a:xfrm rot="5400000">
              <a:off x="2655863" y="-2678137"/>
              <a:ext cx="6857999" cy="12214275"/>
            </a:xfrm>
            <a:prstGeom prst="rect">
              <a:avLst/>
            </a:prstGeom>
            <a:gradFill>
              <a:gsLst>
                <a:gs pos="0">
                  <a:schemeClr val="accent2"/>
                </a:gs>
                <a:gs pos="93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9" name="Rectangle 8">
              <a:extLst>
                <a:ext uri="{FF2B5EF4-FFF2-40B4-BE49-F238E27FC236}">
                  <a16:creationId xmlns:a16="http://schemas.microsoft.com/office/drawing/2014/main" id="{2E8FF695-246F-077D-F2C8-36B38501750D}"/>
                </a:ext>
              </a:extLst>
            </p:cNvPr>
            <p:cNvSpPr/>
            <p:nvPr/>
          </p:nvSpPr>
          <p:spPr>
            <a:xfrm rot="16200000">
              <a:off x="3197276" y="-2132545"/>
              <a:ext cx="6850175" cy="11139273"/>
            </a:xfrm>
            <a:prstGeom prst="rect">
              <a:avLst/>
            </a:prstGeom>
            <a:gradFill flip="none" rotWithShape="1">
              <a:gsLst>
                <a:gs pos="0">
                  <a:schemeClr val="accent5">
                    <a:lumMod val="75000"/>
                  </a:schemeClr>
                </a:gs>
                <a:gs pos="32000">
                  <a:schemeClr val="accent5">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0" name="Rectangle 9">
              <a:extLst>
                <a:ext uri="{FF2B5EF4-FFF2-40B4-BE49-F238E27FC236}">
                  <a16:creationId xmlns:a16="http://schemas.microsoft.com/office/drawing/2014/main" id="{1DB72F2E-896E-2C27-7B7B-07C3BA02B78E}"/>
                </a:ext>
              </a:extLst>
            </p:cNvPr>
            <p:cNvSpPr/>
            <p:nvPr/>
          </p:nvSpPr>
          <p:spPr>
            <a:xfrm flipH="1">
              <a:off x="-14981" y="-6922"/>
              <a:ext cx="3836566" cy="6852919"/>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1" name="Rectangle 10">
              <a:extLst>
                <a:ext uri="{FF2B5EF4-FFF2-40B4-BE49-F238E27FC236}">
                  <a16:creationId xmlns:a16="http://schemas.microsoft.com/office/drawing/2014/main" id="{9522BC71-28C2-81D8-FB44-31BC493BBF50}"/>
                </a:ext>
                <a:ext uri="{C183D7F6-B498-43B3-948B-1728B52AA6E4}">
                  <adec:decorative xmlns:adec="http://schemas.microsoft.com/office/drawing/2017/decorative" val="1"/>
                </a:ext>
              </a:extLst>
            </p:cNvPr>
            <p:cNvSpPr/>
            <p:nvPr/>
          </p:nvSpPr>
          <p:spPr>
            <a:xfrm rot="5400000">
              <a:off x="6189691" y="-743112"/>
              <a:ext cx="5263375" cy="6741243"/>
            </a:xfrm>
            <a:prstGeom prst="rect">
              <a:avLst/>
            </a:prstGeom>
            <a:gradFill flip="none" rotWithShape="1">
              <a:gsLst>
                <a:gs pos="2000">
                  <a:schemeClr val="accent5">
                    <a:lumMod val="60000"/>
                    <a:lumOff val="40000"/>
                    <a:alpha val="68000"/>
                  </a:schemeClr>
                </a:gs>
                <a:gs pos="48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grpSp>
        <p:nvGrpSpPr>
          <p:cNvPr id="16" name="Group 15">
            <a:extLst>
              <a:ext uri="{FF2B5EF4-FFF2-40B4-BE49-F238E27FC236}">
                <a16:creationId xmlns:a16="http://schemas.microsoft.com/office/drawing/2014/main" id="{83681088-8C72-D3AA-E951-F32AA4318F60}"/>
              </a:ext>
              <a:ext uri="{C183D7F6-B498-43B3-948B-1728B52AA6E4}">
                <adec:decorative xmlns:adec="http://schemas.microsoft.com/office/drawing/2017/decorative" val="1"/>
              </a:ext>
            </a:extLst>
          </p:cNvPr>
          <p:cNvGrpSpPr/>
          <p:nvPr/>
        </p:nvGrpSpPr>
        <p:grpSpPr>
          <a:xfrm rot="10800000">
            <a:off x="-8784" y="6739061"/>
            <a:ext cx="12207240" cy="137160"/>
            <a:chOff x="-5025" y="6737718"/>
            <a:chExt cx="12207200" cy="123363"/>
          </a:xfrm>
          <a:solidFill>
            <a:schemeClr val="tx1"/>
          </a:solidFill>
        </p:grpSpPr>
        <p:sp>
          <p:nvSpPr>
            <p:cNvPr id="17" name="Rectangle 16">
              <a:extLst>
                <a:ext uri="{FF2B5EF4-FFF2-40B4-BE49-F238E27FC236}">
                  <a16:creationId xmlns:a16="http://schemas.microsoft.com/office/drawing/2014/main" id="{923FCCF6-A9CE-8C06-A018-3526E4B210A6}"/>
                </a:ext>
              </a:extLst>
            </p:cNvPr>
            <p:cNvSpPr/>
            <p:nvPr/>
          </p:nvSpPr>
          <p:spPr>
            <a:xfrm rot="5400000" flipH="1">
              <a:off x="6036894" y="695800"/>
              <a:ext cx="123362" cy="122071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641A033-DCF1-2B2E-7479-E074B140FA8C}"/>
                </a:ext>
              </a:extLst>
            </p:cNvPr>
            <p:cNvSpPr/>
            <p:nvPr/>
          </p:nvSpPr>
          <p:spPr>
            <a:xfrm rot="16200000">
              <a:off x="9176406" y="3835311"/>
              <a:ext cx="123362" cy="592817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83F83B6E-95ED-1D70-2F6E-8299525C04B0}"/>
              </a:ext>
              <a:ext uri="{C183D7F6-B498-43B3-948B-1728B52AA6E4}">
                <adec:decorative xmlns:adec="http://schemas.microsoft.com/office/drawing/2017/decorative" val="1"/>
              </a:ext>
            </a:extLst>
          </p:cNvPr>
          <p:cNvGrpSpPr/>
          <p:nvPr/>
        </p:nvGrpSpPr>
        <p:grpSpPr>
          <a:xfrm>
            <a:off x="12068636" y="0"/>
            <a:ext cx="137160" cy="6858000"/>
            <a:chOff x="12068638" y="0"/>
            <a:chExt cx="123362" cy="6858000"/>
          </a:xfrm>
          <a:solidFill>
            <a:schemeClr val="tx1"/>
          </a:solidFill>
        </p:grpSpPr>
        <p:sp>
          <p:nvSpPr>
            <p:cNvPr id="20" name="Rectangle 19">
              <a:extLst>
                <a:ext uri="{FF2B5EF4-FFF2-40B4-BE49-F238E27FC236}">
                  <a16:creationId xmlns:a16="http://schemas.microsoft.com/office/drawing/2014/main" id="{A1F59BE4-AC2E-2AB9-FE80-40CAF77CA798}"/>
                </a:ext>
              </a:extLst>
            </p:cNvPr>
            <p:cNvSpPr/>
            <p:nvPr/>
          </p:nvSpPr>
          <p:spPr>
            <a:xfrm>
              <a:off x="12068638" y="0"/>
              <a:ext cx="12336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01C2DAC-E593-02EE-C7E4-01B9BAA443C6}"/>
                </a:ext>
              </a:extLst>
            </p:cNvPr>
            <p:cNvSpPr/>
            <p:nvPr/>
          </p:nvSpPr>
          <p:spPr>
            <a:xfrm>
              <a:off x="12068638" y="3527553"/>
              <a:ext cx="123362" cy="333044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7680960" cy="5605272"/>
          </a:xfrm>
        </p:spPr>
        <p:txBody>
          <a:bodyPr anchor="t">
            <a:normAutofit/>
          </a:bodyPr>
          <a:lstStyle>
            <a:lvl1pPr marL="0" indent="0">
              <a:lnSpc>
                <a:spcPct val="100000"/>
              </a:lnSpc>
              <a:buNone/>
              <a:defRPr sz="5600" b="1">
                <a:solidFill>
                  <a:schemeClr val="tx1"/>
                </a:solidFill>
              </a:defRPr>
            </a:lvl1pPr>
            <a:lvl2pPr marL="228600" indent="0">
              <a:lnSpc>
                <a:spcPct val="100000"/>
              </a:lnSpc>
              <a:buNone/>
              <a:defRPr sz="5600" b="1">
                <a:solidFill>
                  <a:schemeClr val="tx1"/>
                </a:solidFill>
              </a:defRPr>
            </a:lvl2pPr>
            <a:lvl3pPr marL="457200" indent="0">
              <a:lnSpc>
                <a:spcPct val="100000"/>
              </a:lnSpc>
              <a:buNone/>
              <a:defRPr sz="5600" b="1">
                <a:solidFill>
                  <a:schemeClr val="tx1"/>
                </a:solidFill>
              </a:defRPr>
            </a:lvl3pPr>
            <a:lvl4pPr marL="685800" indent="0">
              <a:lnSpc>
                <a:spcPct val="100000"/>
              </a:lnSpc>
              <a:buNone/>
              <a:defRPr sz="5600" b="1">
                <a:solidFill>
                  <a:schemeClr val="tx1"/>
                </a:solidFill>
              </a:defRPr>
            </a:lvl4pPr>
            <a:lvl5pPr marL="914400" indent="0">
              <a:lnSpc>
                <a:spcPct val="100000"/>
              </a:lnSpc>
              <a:buNone/>
              <a:defRPr sz="5600" b="1">
                <a:solidFill>
                  <a:schemeClr val="tx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132871A2-A450-61EB-7368-98B251F15495}"/>
              </a:ext>
            </a:extLst>
          </p:cNvPr>
          <p:cNvSpPr>
            <a:spLocks noGrp="1"/>
          </p:cNvSpPr>
          <p:nvPr>
            <p:ph type="ftr" sz="quarter" idx="15"/>
          </p:nvPr>
        </p:nvSpPr>
        <p:spPr/>
        <p:txBody>
          <a:bodyPr/>
          <a:lstStyle>
            <a:lvl1pPr>
              <a:defRPr>
                <a:solidFill>
                  <a:schemeClr val="tx1"/>
                </a:solidFill>
              </a:defRPr>
            </a:lvl1pPr>
          </a:lstStyle>
          <a:p>
            <a:endParaRPr lang="en-US"/>
          </a:p>
        </p:txBody>
      </p:sp>
      <p:sp>
        <p:nvSpPr>
          <p:cNvPr id="13" name="Date Placeholder 12">
            <a:extLst>
              <a:ext uri="{FF2B5EF4-FFF2-40B4-BE49-F238E27FC236}">
                <a16:creationId xmlns:a16="http://schemas.microsoft.com/office/drawing/2014/main" id="{7CA33720-A04E-18B6-251B-16C80085F295}"/>
              </a:ext>
            </a:extLst>
          </p:cNvPr>
          <p:cNvSpPr>
            <a:spLocks noGrp="1"/>
          </p:cNvSpPr>
          <p:nvPr>
            <p:ph type="dt" sz="half" idx="14"/>
          </p:nvPr>
        </p:nvSpPr>
        <p:spPr/>
        <p:txBody>
          <a:bodyPr/>
          <a:lstStyle>
            <a:lvl1pPr>
              <a:defRPr>
                <a:solidFill>
                  <a:schemeClr val="tx1"/>
                </a:solidFill>
              </a:defRPr>
            </a:lvl1pPr>
          </a:lstStyle>
          <a:p>
            <a:fld id="{3AEEF7F6-ECFE-4473-B3E9-C91BE833927A}" type="datetimeFigureOut">
              <a:rPr lang="en-US" smtClean="0"/>
              <a:t>12/8/2025</a:t>
            </a:fld>
            <a:endParaRPr lang="en-US"/>
          </a:p>
        </p:txBody>
      </p:sp>
      <p:sp>
        <p:nvSpPr>
          <p:cNvPr id="15" name="Slide Number Placeholder 14">
            <a:extLst>
              <a:ext uri="{FF2B5EF4-FFF2-40B4-BE49-F238E27FC236}">
                <a16:creationId xmlns:a16="http://schemas.microsoft.com/office/drawing/2014/main" id="{AC245A2E-4B49-CED7-ADDF-6624BCC88DDE}"/>
              </a:ext>
            </a:extLst>
          </p:cNvPr>
          <p:cNvSpPr>
            <a:spLocks noGrp="1"/>
          </p:cNvSpPr>
          <p:nvPr>
            <p:ph type="sldNum" sz="quarter" idx="16"/>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621145701"/>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323AF82-B640-17D0-AC4B-55F4EDF5C4D1}"/>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4" name="Rectangle 3">
              <a:extLst>
                <a:ext uri="{FF2B5EF4-FFF2-40B4-BE49-F238E27FC236}">
                  <a16:creationId xmlns:a16="http://schemas.microsoft.com/office/drawing/2014/main" id="{2DA5C8EA-7A6C-8AC0-78D1-F538329B41B8}"/>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F2FAD3C-DB75-D855-489D-B09F992EA0E9}"/>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FB287CE5-00A5-FA1D-EB2D-E5CFD27420D3}"/>
              </a:ext>
              <a:ext uri="{C183D7F6-B498-43B3-948B-1728B52AA6E4}">
                <adec:decorative xmlns:adec="http://schemas.microsoft.com/office/drawing/2017/decorative" val="1"/>
              </a:ext>
            </a:extLst>
          </p:cNvPr>
          <p:cNvGrpSpPr/>
          <p:nvPr/>
        </p:nvGrpSpPr>
        <p:grpSpPr>
          <a:xfrm rot="10800000">
            <a:off x="12357" y="6746828"/>
            <a:ext cx="12188952" cy="123363"/>
            <a:chOff x="-5025" y="6737718"/>
            <a:chExt cx="12207200" cy="123363"/>
          </a:xfrm>
        </p:grpSpPr>
        <p:sp>
          <p:nvSpPr>
            <p:cNvPr id="23" name="Rectangle 22">
              <a:extLst>
                <a:ext uri="{FF2B5EF4-FFF2-40B4-BE49-F238E27FC236}">
                  <a16:creationId xmlns:a16="http://schemas.microsoft.com/office/drawing/2014/main" id="{12C43EBD-E088-A3CD-FCDE-E6ED8F87D148}"/>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D88F00F-9D01-378E-377E-26B543D2FA77}"/>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82175" y="751366"/>
            <a:ext cx="8353433" cy="5402545"/>
          </a:xfrm>
        </p:spPr>
        <p:txBody>
          <a:bodyPr anchor="ctr">
            <a:normAutofit/>
          </a:bodyPr>
          <a:lstStyle>
            <a:lvl1pPr marL="0" indent="0">
              <a:lnSpc>
                <a:spcPct val="100000"/>
              </a:lnSpc>
              <a:buNone/>
              <a:defRPr sz="4800" b="1">
                <a:gradFill>
                  <a:gsLst>
                    <a:gs pos="0">
                      <a:schemeClr val="accent5"/>
                    </a:gs>
                    <a:gs pos="90000">
                      <a:schemeClr val="accent2"/>
                    </a:gs>
                  </a:gsLst>
                  <a:lin ang="9600000" scaled="0"/>
                </a:gradFill>
              </a:defRPr>
            </a:lvl1pPr>
            <a:lvl2pPr marL="228600" indent="0">
              <a:lnSpc>
                <a:spcPct val="100000"/>
              </a:lnSpc>
              <a:buNone/>
              <a:defRPr sz="4800" b="1">
                <a:gradFill>
                  <a:gsLst>
                    <a:gs pos="0">
                      <a:schemeClr val="accent5"/>
                    </a:gs>
                    <a:gs pos="90000">
                      <a:schemeClr val="accent2"/>
                    </a:gs>
                  </a:gsLst>
                  <a:lin ang="9600000" scaled="0"/>
                </a:gradFill>
              </a:defRPr>
            </a:lvl2pPr>
            <a:lvl3pPr marL="457200" indent="0">
              <a:lnSpc>
                <a:spcPct val="100000"/>
              </a:lnSpc>
              <a:buNone/>
              <a:defRPr sz="4800" b="1">
                <a:gradFill>
                  <a:gsLst>
                    <a:gs pos="0">
                      <a:schemeClr val="accent5"/>
                    </a:gs>
                    <a:gs pos="90000">
                      <a:schemeClr val="accent2"/>
                    </a:gs>
                  </a:gsLst>
                  <a:lin ang="9600000" scaled="0"/>
                </a:gradFill>
              </a:defRPr>
            </a:lvl3pPr>
            <a:lvl4pPr marL="685800" indent="0">
              <a:lnSpc>
                <a:spcPct val="100000"/>
              </a:lnSpc>
              <a:buNone/>
              <a:defRPr sz="4800" b="1">
                <a:gradFill>
                  <a:gsLst>
                    <a:gs pos="0">
                      <a:schemeClr val="accent5"/>
                    </a:gs>
                    <a:gs pos="90000">
                      <a:schemeClr val="accent2"/>
                    </a:gs>
                  </a:gsLst>
                  <a:lin ang="9600000" scaled="0"/>
                </a:gradFill>
              </a:defRPr>
            </a:lvl4pPr>
            <a:lvl5pPr marL="914400" indent="0">
              <a:lnSpc>
                <a:spcPct val="100000"/>
              </a:lnSpc>
              <a:buNone/>
              <a:defRPr sz="4800" b="1">
                <a:gradFill>
                  <a:gsLst>
                    <a:gs pos="0">
                      <a:schemeClr val="accent5"/>
                    </a:gs>
                    <a:gs pos="90000">
                      <a:schemeClr val="accent2"/>
                    </a:gs>
                  </a:gsLst>
                  <a:lin ang="9600000" scaled="0"/>
                </a:gra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132871A2-A450-61EB-7368-98B251F15495}"/>
              </a:ext>
            </a:extLst>
          </p:cNvPr>
          <p:cNvSpPr>
            <a:spLocks noGrp="1"/>
          </p:cNvSpPr>
          <p:nvPr>
            <p:ph type="ftr" sz="quarter" idx="15"/>
          </p:nvPr>
        </p:nvSpPr>
        <p:spPr/>
        <p:txBody>
          <a:bodyPr/>
          <a:lstStyle/>
          <a:p>
            <a:endParaRPr lang="en-US"/>
          </a:p>
        </p:txBody>
      </p:sp>
      <p:sp>
        <p:nvSpPr>
          <p:cNvPr id="13" name="Date Placeholder 12">
            <a:extLst>
              <a:ext uri="{FF2B5EF4-FFF2-40B4-BE49-F238E27FC236}">
                <a16:creationId xmlns:a16="http://schemas.microsoft.com/office/drawing/2014/main" id="{7CA33720-A04E-18B6-251B-16C80085F295}"/>
              </a:ext>
            </a:extLst>
          </p:cNvPr>
          <p:cNvSpPr>
            <a:spLocks noGrp="1"/>
          </p:cNvSpPr>
          <p:nvPr>
            <p:ph type="dt" sz="half" idx="14"/>
          </p:nvPr>
        </p:nvSpPr>
        <p:spPr/>
        <p:txBody>
          <a:bodyPr/>
          <a:lstStyle/>
          <a:p>
            <a:fld id="{3AEEF7F6-ECFE-4473-B3E9-C91BE833927A}" type="datetimeFigureOut">
              <a:rPr lang="en-US" smtClean="0"/>
              <a:t>12/8/2025</a:t>
            </a:fld>
            <a:endParaRPr lang="en-US"/>
          </a:p>
        </p:txBody>
      </p:sp>
      <p:sp>
        <p:nvSpPr>
          <p:cNvPr id="15" name="Slide Number Placeholder 14">
            <a:extLst>
              <a:ext uri="{FF2B5EF4-FFF2-40B4-BE49-F238E27FC236}">
                <a16:creationId xmlns:a16="http://schemas.microsoft.com/office/drawing/2014/main" id="{AC245A2E-4B49-CED7-ADDF-6624BCC88DDE}"/>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152039542"/>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645920" y="5203004"/>
            <a:ext cx="9052560" cy="557784"/>
          </a:xfrm>
        </p:spPr>
        <p:txBody>
          <a:bodyPr anchor="ctr">
            <a:normAutofit/>
          </a:bodyPr>
          <a:lstStyle>
            <a:lvl1pPr>
              <a:lnSpc>
                <a:spcPct val="120000"/>
              </a:lnSpc>
              <a:defRPr sz="2400" b="1">
                <a:gradFill>
                  <a:gsLst>
                    <a:gs pos="0">
                      <a:schemeClr val="accent5"/>
                    </a:gs>
                    <a:gs pos="90000">
                      <a:schemeClr val="accent2"/>
                    </a:gs>
                  </a:gsLst>
                  <a:lin ang="9600000" scaled="0"/>
                </a:gradFill>
              </a:defRPr>
            </a:lvl1pPr>
          </a:lstStyle>
          <a:p>
            <a:r>
              <a:rPr lang="en-US" dirty="0"/>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499616" y="1795462"/>
            <a:ext cx="9198864" cy="2871216"/>
          </a:xfrm>
        </p:spPr>
        <p:txBody>
          <a:bodyPr anchor="ctr">
            <a:normAutofit/>
          </a:bodyPr>
          <a:lstStyle>
            <a:lvl1pPr marL="137160" indent="-137160">
              <a:lnSpc>
                <a:spcPct val="100000"/>
              </a:lnSpc>
              <a:buNone/>
              <a:defRPr sz="4400"/>
            </a:lvl1pPr>
          </a:lstStyle>
          <a:p>
            <a:pPr lvl="0"/>
            <a:r>
              <a:rPr lang="en-US" dirty="0"/>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p>
            <a:fld id="{3AEEF7F6-ECFE-4473-B3E9-C91BE833927A}" type="datetimeFigureOut">
              <a:rPr lang="en-US" smtClean="0"/>
              <a:t>12/8/2025</a:t>
            </a:fld>
            <a:endParaRPr lang="en-US"/>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52878694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2">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D93FB6C-5982-EAFA-94FA-F06EABA0EC3A}"/>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48F732B-25DE-1819-DB0A-266B26703011}"/>
              </a:ext>
            </a:extLst>
          </p:cNvPr>
          <p:cNvGrpSpPr/>
          <p:nvPr/>
        </p:nvGrpSpPr>
        <p:grpSpPr>
          <a:xfrm>
            <a:off x="807326" y="778051"/>
            <a:ext cx="10577346" cy="5314435"/>
            <a:chOff x="807326" y="778051"/>
            <a:chExt cx="10577346" cy="5314435"/>
          </a:xfrm>
        </p:grpSpPr>
        <p:sp>
          <p:nvSpPr>
            <p:cNvPr id="9" name="Rectangle 8">
              <a:extLst>
                <a:ext uri="{FF2B5EF4-FFF2-40B4-BE49-F238E27FC236}">
                  <a16:creationId xmlns:a16="http://schemas.microsoft.com/office/drawing/2014/main" id="{70BBD41E-DAB9-A564-3A2B-295B7AE87C42}"/>
                </a:ext>
              </a:extLst>
            </p:cNvPr>
            <p:cNvSpPr/>
            <p:nvPr/>
          </p:nvSpPr>
          <p:spPr>
            <a:xfrm rot="5400000" flipH="1">
              <a:off x="3438786" y="-1853401"/>
              <a:ext cx="5314432" cy="10577340"/>
            </a:xfrm>
            <a:prstGeom prst="rect">
              <a:avLst/>
            </a:prstGeom>
            <a:gradFill>
              <a:gsLst>
                <a:gs pos="0">
                  <a:schemeClr val="accent2">
                    <a:alpha val="78000"/>
                  </a:schemeClr>
                </a:gs>
                <a:gs pos="93000">
                  <a:schemeClr val="accent5">
                    <a:alpha val="8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B54A4391-9FDD-C033-0A4D-647A73420405}"/>
                </a:ext>
              </a:extLst>
            </p:cNvPr>
            <p:cNvSpPr/>
            <p:nvPr/>
          </p:nvSpPr>
          <p:spPr>
            <a:xfrm rot="16200000" flipH="1">
              <a:off x="3445177" y="-1846407"/>
              <a:ext cx="5314435" cy="10563352"/>
            </a:xfrm>
            <a:prstGeom prst="rect">
              <a:avLst/>
            </a:prstGeom>
            <a:gradFill flip="none" rotWithShape="1">
              <a:gsLst>
                <a:gs pos="0">
                  <a:schemeClr val="accent5">
                    <a:alpha val="79000"/>
                  </a:schemeClr>
                </a:gs>
                <a:gs pos="32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0290101F-E74A-5C0F-8CC5-E0B5E3DC0E24}"/>
                </a:ext>
              </a:extLst>
            </p:cNvPr>
            <p:cNvSpPr/>
            <p:nvPr/>
          </p:nvSpPr>
          <p:spPr>
            <a:xfrm rot="10800000">
              <a:off x="807326" y="778051"/>
              <a:ext cx="3333441" cy="5308369"/>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338E2756-2591-1046-1B67-C9DEEDDCB82E}"/>
                </a:ext>
                <a:ext uri="{C183D7F6-B498-43B3-948B-1728B52AA6E4}">
                  <adec:decorative xmlns:adec="http://schemas.microsoft.com/office/drawing/2017/decorative" val="1"/>
                </a:ext>
              </a:extLst>
            </p:cNvPr>
            <p:cNvSpPr/>
            <p:nvPr/>
          </p:nvSpPr>
          <p:spPr>
            <a:xfrm rot="5400000" flipH="1">
              <a:off x="4205050" y="-1083744"/>
              <a:ext cx="4078718" cy="10273742"/>
            </a:xfrm>
            <a:prstGeom prst="rect">
              <a:avLst/>
            </a:prstGeom>
            <a:gradFill flip="none" rotWithShape="1">
              <a:gsLst>
                <a:gs pos="2000">
                  <a:schemeClr val="accent5">
                    <a:lumMod val="60000"/>
                    <a:lumOff val="40000"/>
                    <a:alpha val="68000"/>
                  </a:schemeClr>
                </a:gs>
                <a:gs pos="26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801368" y="5120640"/>
            <a:ext cx="8549640" cy="621792"/>
          </a:xfrm>
        </p:spPr>
        <p:txBody>
          <a:bodyPr anchor="ctr">
            <a:normAutofit/>
          </a:bodyPr>
          <a:lstStyle>
            <a:lvl1pPr>
              <a:lnSpc>
                <a:spcPct val="120000"/>
              </a:lnSpc>
              <a:defRPr sz="1800" b="1">
                <a:solidFill>
                  <a:schemeClr val="tx1"/>
                </a:solidFill>
              </a:defRPr>
            </a:lvl1pPr>
          </a:lstStyle>
          <a:p>
            <a:r>
              <a:rPr lang="en-US" dirty="0"/>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655064" y="1965960"/>
            <a:ext cx="8695944" cy="2331720"/>
          </a:xfrm>
        </p:spPr>
        <p:txBody>
          <a:bodyPr anchor="ctr">
            <a:normAutofit/>
          </a:bodyPr>
          <a:lstStyle>
            <a:lvl1pPr marL="137160" indent="-137160">
              <a:lnSpc>
                <a:spcPct val="100000"/>
              </a:lnSpc>
              <a:buNone/>
              <a:defRPr sz="3800">
                <a:solidFill>
                  <a:schemeClr val="tx1"/>
                </a:solidFill>
                <a:latin typeface="+mn-lt"/>
              </a:defRPr>
            </a:lvl1pPr>
          </a:lstStyle>
          <a:p>
            <a:pPr lvl="0"/>
            <a:r>
              <a:rPr lang="en-US" dirty="0"/>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lvl1pPr>
              <a:defRPr>
                <a:solidFill>
                  <a:schemeClr val="bg1"/>
                </a:solidFill>
              </a:defRPr>
            </a:lvl1pPr>
          </a:lstStyle>
          <a:p>
            <a:fld id="{3AEEF7F6-ECFE-4473-B3E9-C91BE833927A}" type="datetimeFigureOut">
              <a:rPr lang="en-US" smtClean="0"/>
              <a:t>12/8/2025</a:t>
            </a:fld>
            <a:endParaRPr lang="en-US"/>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lvl1pPr>
              <a:defRPr>
                <a:solidFill>
                  <a:schemeClr val="bg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4021491193"/>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93D49479-B594-DDBA-C16A-3A98635C8A4A}"/>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4" name="Rectangle 13">
              <a:extLst>
                <a:ext uri="{FF2B5EF4-FFF2-40B4-BE49-F238E27FC236}">
                  <a16:creationId xmlns:a16="http://schemas.microsoft.com/office/drawing/2014/main" id="{0E065CA7-C91C-8C4F-CD30-E6DB950A620B}"/>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DCDB482-1274-EA4E-11EA-FDB308F1540E}"/>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FAEF3D1-EB50-234E-F0C0-5C4E6FB69937}"/>
              </a:ext>
              <a:ext uri="{C183D7F6-B498-43B3-948B-1728B52AA6E4}">
                <adec:decorative xmlns:adec="http://schemas.microsoft.com/office/drawing/2017/decorative" val="1"/>
              </a:ext>
            </a:extLst>
          </p:cNvPr>
          <p:cNvGrpSpPr/>
          <p:nvPr/>
        </p:nvGrpSpPr>
        <p:grpSpPr>
          <a:xfrm rot="10800000">
            <a:off x="-1091" y="0"/>
            <a:ext cx="12188952" cy="123363"/>
            <a:chOff x="-5025" y="6737718"/>
            <a:chExt cx="12207200" cy="123363"/>
          </a:xfrm>
        </p:grpSpPr>
        <p:sp>
          <p:nvSpPr>
            <p:cNvPr id="17" name="Rectangle 16">
              <a:extLst>
                <a:ext uri="{FF2B5EF4-FFF2-40B4-BE49-F238E27FC236}">
                  <a16:creationId xmlns:a16="http://schemas.microsoft.com/office/drawing/2014/main" id="{5B35CE4F-16F9-575C-78CA-4F076F0C3D1F}"/>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D59711A-5559-82B6-B156-35D79618FF56}"/>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379836" y="5192776"/>
            <a:ext cx="8494776" cy="621792"/>
          </a:xfrm>
        </p:spPr>
        <p:txBody>
          <a:bodyPr anchor="ctr">
            <a:normAutofit/>
          </a:bodyPr>
          <a:lstStyle>
            <a:lvl1pPr>
              <a:lnSpc>
                <a:spcPct val="120000"/>
              </a:lnSpc>
              <a:defRPr sz="1800" b="1">
                <a:gradFill>
                  <a:gsLst>
                    <a:gs pos="0">
                      <a:schemeClr val="accent2"/>
                    </a:gs>
                    <a:gs pos="90000">
                      <a:schemeClr val="accent5"/>
                    </a:gs>
                  </a:gsLst>
                  <a:lin ang="9600000" scaled="0"/>
                </a:gradFill>
              </a:defRPr>
            </a:lvl1pPr>
          </a:lstStyle>
          <a:p>
            <a:r>
              <a:rPr lang="en-US" dirty="0"/>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233532" y="1792224"/>
            <a:ext cx="8641080" cy="2871216"/>
          </a:xfrm>
        </p:spPr>
        <p:txBody>
          <a:bodyPr anchor="ctr">
            <a:normAutofit/>
          </a:bodyPr>
          <a:lstStyle>
            <a:lvl1pPr marL="137160" indent="-137160">
              <a:lnSpc>
                <a:spcPct val="100000"/>
              </a:lnSpc>
              <a:buNone/>
              <a:defRPr sz="3600">
                <a:gradFill>
                  <a:gsLst>
                    <a:gs pos="0">
                      <a:schemeClr val="accent2"/>
                    </a:gs>
                    <a:gs pos="90000">
                      <a:schemeClr val="accent5"/>
                    </a:gs>
                  </a:gsLst>
                  <a:lin ang="9600000" scaled="0"/>
                </a:gradFill>
              </a:defRPr>
            </a:lvl1pPr>
          </a:lstStyle>
          <a:p>
            <a:pPr lvl="0"/>
            <a:r>
              <a:rPr lang="en-US" dirty="0"/>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p>
            <a:fld id="{3AEEF7F6-ECFE-4473-B3E9-C91BE833927A}" type="datetimeFigureOut">
              <a:rPr lang="en-US" smtClean="0"/>
              <a:t>12/8/2025</a:t>
            </a:fld>
            <a:endParaRPr lang="en-US"/>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89209120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0B646A9-91B4-D2CF-8B72-68E668219C00}"/>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10954512" cy="1197864"/>
          </a:xfrm>
        </p:spPr>
        <p:txBody>
          <a:bodyPr/>
          <a:lstStyle>
            <a:lvl1pPr>
              <a:defRPr>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D004E38F-46D8-838A-C636-0958E5B36CB4}"/>
              </a:ext>
            </a:extLst>
          </p:cNvPr>
          <p:cNvSpPr>
            <a:spLocks noGrp="1"/>
          </p:cNvSpPr>
          <p:nvPr>
            <p:ph sz="quarter" idx="18"/>
          </p:nvPr>
        </p:nvSpPr>
        <p:spPr>
          <a:xfrm>
            <a:off x="612775" y="2313433"/>
            <a:ext cx="5165725" cy="4000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1">
            <a:extLst>
              <a:ext uri="{FF2B5EF4-FFF2-40B4-BE49-F238E27FC236}">
                <a16:creationId xmlns:a16="http://schemas.microsoft.com/office/drawing/2014/main" id="{E8F84C8F-5A53-198D-2CB3-A78F006C4D20}"/>
              </a:ext>
            </a:extLst>
          </p:cNvPr>
          <p:cNvSpPr>
            <a:spLocks noGrp="1"/>
          </p:cNvSpPr>
          <p:nvPr>
            <p:ph sz="quarter" idx="19"/>
          </p:nvPr>
        </p:nvSpPr>
        <p:spPr>
          <a:xfrm>
            <a:off x="6400800" y="2313430"/>
            <a:ext cx="5165725" cy="40000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3AEEF7F6-ECFE-4473-B3E9-C91BE833927A}" type="datetimeFigureOut">
              <a:rPr lang="en-US" smtClean="0"/>
              <a:t>12/8/2025</a:t>
            </a:fld>
            <a:endParaRPr lang="en-US"/>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98131854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704A21-3725-4536-B210-EAED58DE1544}"/>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12648" y="502920"/>
            <a:ext cx="10953750" cy="1197864"/>
          </a:xfrm>
        </p:spPr>
        <p:txBody>
          <a:bodyPr/>
          <a:lstStyle>
            <a:lvl1pPr>
              <a:defRPr>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12648" y="2198999"/>
            <a:ext cx="5166360" cy="484632"/>
          </a:xfrm>
        </p:spPr>
        <p:txBody>
          <a:bodyPr anchor="b">
            <a:normAutofit/>
          </a:bodyPr>
          <a:lstStyle>
            <a:lvl1pPr marL="0" indent="0">
              <a:lnSpc>
                <a:spcPct val="90000"/>
              </a:lnSpc>
              <a:buNone/>
              <a:defRPr sz="24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Content Placeholder 8">
            <a:extLst>
              <a:ext uri="{FF2B5EF4-FFF2-40B4-BE49-F238E27FC236}">
                <a16:creationId xmlns:a16="http://schemas.microsoft.com/office/drawing/2014/main" id="{1D708347-B003-2458-75EC-D8317FBF028C}"/>
              </a:ext>
            </a:extLst>
          </p:cNvPr>
          <p:cNvSpPr>
            <a:spLocks noGrp="1"/>
          </p:cNvSpPr>
          <p:nvPr>
            <p:ph sz="quarter" idx="18"/>
          </p:nvPr>
        </p:nvSpPr>
        <p:spPr>
          <a:xfrm>
            <a:off x="612775" y="2794000"/>
            <a:ext cx="5165725" cy="3524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00800" y="2198999"/>
            <a:ext cx="5166360" cy="484633"/>
          </a:xfrm>
        </p:spPr>
        <p:txBody>
          <a:bodyPr anchor="b">
            <a:normAutofit/>
          </a:bodyPr>
          <a:lstStyle>
            <a:lvl1pPr marL="0" indent="0">
              <a:lnSpc>
                <a:spcPct val="90000"/>
              </a:lnSpc>
              <a:buNone/>
              <a:defRPr sz="24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13">
            <a:extLst>
              <a:ext uri="{FF2B5EF4-FFF2-40B4-BE49-F238E27FC236}">
                <a16:creationId xmlns:a16="http://schemas.microsoft.com/office/drawing/2014/main" id="{6F3E993C-0A55-1F54-C280-76AF30E5377A}"/>
              </a:ext>
            </a:extLst>
          </p:cNvPr>
          <p:cNvSpPr>
            <a:spLocks noGrp="1"/>
          </p:cNvSpPr>
          <p:nvPr>
            <p:ph sz="quarter" idx="19"/>
          </p:nvPr>
        </p:nvSpPr>
        <p:spPr>
          <a:xfrm>
            <a:off x="6400800" y="2794000"/>
            <a:ext cx="5166360" cy="3524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80669AB3-1083-59C6-B9F8-A35C0D406617}"/>
              </a:ext>
            </a:extLst>
          </p:cNvPr>
          <p:cNvSpPr>
            <a:spLocks noGrp="1"/>
          </p:cNvSpPr>
          <p:nvPr>
            <p:ph type="ftr" sz="quarter" idx="16"/>
          </p:nvPr>
        </p:nvSpPr>
        <p:spPr/>
        <p:txBody>
          <a:bodyPr/>
          <a:lstStyle/>
          <a:p>
            <a:endParaRPr lang="en-US"/>
          </a:p>
        </p:txBody>
      </p:sp>
      <p:sp>
        <p:nvSpPr>
          <p:cNvPr id="4" name="Date Placeholder 3">
            <a:extLst>
              <a:ext uri="{FF2B5EF4-FFF2-40B4-BE49-F238E27FC236}">
                <a16:creationId xmlns:a16="http://schemas.microsoft.com/office/drawing/2014/main" id="{88D0645D-C128-9FF0-2E8B-D2E3E34687DA}"/>
              </a:ext>
            </a:extLst>
          </p:cNvPr>
          <p:cNvSpPr>
            <a:spLocks noGrp="1"/>
          </p:cNvSpPr>
          <p:nvPr>
            <p:ph type="dt" sz="half" idx="15"/>
          </p:nvPr>
        </p:nvSpPr>
        <p:spPr/>
        <p:txBody>
          <a:bodyPr/>
          <a:lstStyle/>
          <a:p>
            <a:fld id="{3AEEF7F6-ECFE-4473-B3E9-C91BE833927A}" type="datetimeFigureOut">
              <a:rPr lang="en-US" smtClean="0"/>
              <a:t>12/8/2025</a:t>
            </a:fld>
            <a:endParaRPr lang="en-US"/>
          </a:p>
        </p:txBody>
      </p:sp>
      <p:sp>
        <p:nvSpPr>
          <p:cNvPr id="10" name="Slide Number Placeholder 9">
            <a:extLst>
              <a:ext uri="{FF2B5EF4-FFF2-40B4-BE49-F238E27FC236}">
                <a16:creationId xmlns:a16="http://schemas.microsoft.com/office/drawing/2014/main" id="{CC6DDA88-C058-DDD5-F19B-8B5E7B86C681}"/>
              </a:ext>
            </a:extLst>
          </p:cNvPr>
          <p:cNvSpPr>
            <a:spLocks noGrp="1"/>
          </p:cNvSpPr>
          <p:nvPr>
            <p:ph type="sldNum" sz="quarter" idx="17"/>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32829375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nchor="t"/>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3AEEF7F6-ECFE-4473-B3E9-C91BE833927A}" type="datetimeFigureOut">
              <a:rPr lang="en-US" smtClean="0"/>
              <a:t>12/8/2025</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03583314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3AEEF7F6-ECFE-4473-B3E9-C91BE833927A}" type="datetimeFigureOut">
              <a:rPr lang="en-US" smtClean="0"/>
              <a:t>12/8/2025</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33317726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36BE0305-2234-39DE-EC35-B6881018EC31}"/>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2" name="Rectangle 11">
              <a:extLst>
                <a:ext uri="{FF2B5EF4-FFF2-40B4-BE49-F238E27FC236}">
                  <a16:creationId xmlns:a16="http://schemas.microsoft.com/office/drawing/2014/main" id="{BEBF17BE-BA15-771A-79F4-91B4C5C752FB}"/>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79ADE0D-3A86-F364-6B2A-F373A75E29AE}"/>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02920"/>
            <a:ext cx="3595634" cy="1808201"/>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309608"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283299" y="502920"/>
            <a:ext cx="6283861" cy="580326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3AEEF7F6-ECFE-4473-B3E9-C91BE833927A}" type="datetimeFigureOut">
              <a:rPr lang="en-US" smtClean="0"/>
              <a:t>12/8/2025</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89401386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D02923E9-478C-95DE-C678-A683A36F5388}"/>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21" name="Rectangle 20">
              <a:extLst>
                <a:ext uri="{FF2B5EF4-FFF2-40B4-BE49-F238E27FC236}">
                  <a16:creationId xmlns:a16="http://schemas.microsoft.com/office/drawing/2014/main" id="{43DD8A0F-EB40-1201-2A23-685958AC5DF6}"/>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B912E4F-3FBB-39E4-2EA2-BA0D8858A74D}"/>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02920"/>
            <a:ext cx="3713996" cy="224720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4" name="Footer Placeholder 23">
            <a:extLst>
              <a:ext uri="{FF2B5EF4-FFF2-40B4-BE49-F238E27FC236}">
                <a16:creationId xmlns:a16="http://schemas.microsoft.com/office/drawing/2014/main" id="{861F92C4-9651-789C-0B22-E6343EE25C7A}"/>
              </a:ext>
            </a:extLst>
          </p:cNvPr>
          <p:cNvSpPr>
            <a:spLocks noGrp="1"/>
          </p:cNvSpPr>
          <p:nvPr>
            <p:ph type="ftr" sz="quarter" idx="15"/>
          </p:nvPr>
        </p:nvSpPr>
        <p:spPr/>
        <p:txBody>
          <a:bodyPr/>
          <a:lstStyle/>
          <a:p>
            <a:endParaRPr lang="en-US"/>
          </a:p>
        </p:txBody>
      </p:sp>
      <p:sp>
        <p:nvSpPr>
          <p:cNvPr id="8" name="Picture Placeholder 7">
            <a:extLst>
              <a:ext uri="{FF2B5EF4-FFF2-40B4-BE49-F238E27FC236}">
                <a16:creationId xmlns:a16="http://schemas.microsoft.com/office/drawing/2014/main" id="{6CCD178F-4127-FE67-2F5D-0F1CE7884398}"/>
              </a:ext>
            </a:extLst>
          </p:cNvPr>
          <p:cNvSpPr>
            <a:spLocks noGrp="1"/>
          </p:cNvSpPr>
          <p:nvPr>
            <p:ph type="pic" sz="quarter" idx="13" hasCustomPrompt="1"/>
          </p:nvPr>
        </p:nvSpPr>
        <p:spPr>
          <a:xfrm>
            <a:off x="5153978" y="342016"/>
            <a:ext cx="6413182" cy="5976487"/>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23" name="Date Placeholder 22">
            <a:extLst>
              <a:ext uri="{FF2B5EF4-FFF2-40B4-BE49-F238E27FC236}">
                <a16:creationId xmlns:a16="http://schemas.microsoft.com/office/drawing/2014/main" id="{8ACB14E1-4D3B-B55C-4791-64F774AC361F}"/>
              </a:ext>
            </a:extLst>
          </p:cNvPr>
          <p:cNvSpPr>
            <a:spLocks noGrp="1"/>
          </p:cNvSpPr>
          <p:nvPr>
            <p:ph type="dt" sz="half" idx="14"/>
          </p:nvPr>
        </p:nvSpPr>
        <p:spPr/>
        <p:txBody>
          <a:bodyPr/>
          <a:lstStyle/>
          <a:p>
            <a:fld id="{3AEEF7F6-ECFE-4473-B3E9-C91BE833927A}" type="datetimeFigureOut">
              <a:rPr lang="en-US" smtClean="0"/>
              <a:t>12/8/2025</a:t>
            </a:fld>
            <a:endParaRPr lang="en-US"/>
          </a:p>
        </p:txBody>
      </p:sp>
      <p:sp>
        <p:nvSpPr>
          <p:cNvPr id="25" name="Slide Number Placeholder 24">
            <a:extLst>
              <a:ext uri="{FF2B5EF4-FFF2-40B4-BE49-F238E27FC236}">
                <a16:creationId xmlns:a16="http://schemas.microsoft.com/office/drawing/2014/main" id="{E55DAD34-8521-F119-F985-ABFBDD340032}"/>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64965423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0AE463B-60C7-F01E-97F6-1486FB41D222}"/>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7" name="Rectangle 6">
              <a:extLst>
                <a:ext uri="{FF2B5EF4-FFF2-40B4-BE49-F238E27FC236}">
                  <a16:creationId xmlns:a16="http://schemas.microsoft.com/office/drawing/2014/main" id="{EF94E48A-D751-8593-5D71-0683866A2404}"/>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55092F9-8C9B-4865-CB0E-EFD550A28ED3}"/>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10890373" cy="1463040"/>
          </a:xfrm>
        </p:spPr>
        <p:txBody>
          <a:bodyPr anchor="t">
            <a:normAutofit/>
          </a:bodyPr>
          <a:lstStyle>
            <a:lvl1pPr>
              <a:defRPr sz="6000">
                <a:gradFill>
                  <a:gsLst>
                    <a:gs pos="0">
                      <a:schemeClr val="accent2"/>
                    </a:gs>
                    <a:gs pos="100000">
                      <a:schemeClr val="accent5"/>
                    </a:gs>
                  </a:gsLst>
                  <a:lin ang="4200000" scaled="0"/>
                </a:gra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648" y="3483864"/>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endParaRPr lang="en-US"/>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3AEEF7F6-ECFE-4473-B3E9-C91BE833927A}" type="datetimeFigureOut">
              <a:rPr lang="en-US" smtClean="0"/>
              <a:t>12/8/2025</a:t>
            </a:fld>
            <a:endParaRPr lang="en-US"/>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409133390"/>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1627318"/>
            <a:ext cx="8430768" cy="1842020"/>
          </a:xfrm>
        </p:spPr>
        <p:txBody>
          <a:bodyPr anchor="b">
            <a:normAutofit/>
          </a:bodyPr>
          <a:lstStyle>
            <a:lvl1pPr>
              <a:defRPr sz="6000">
                <a:gradFill>
                  <a:gsLst>
                    <a:gs pos="0">
                      <a:schemeClr val="accent2"/>
                    </a:gs>
                    <a:gs pos="100000">
                      <a:schemeClr val="accent5"/>
                    </a:gs>
                  </a:gsLst>
                  <a:lin ang="4200000" scaled="0"/>
                </a:gra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648" y="3622673"/>
            <a:ext cx="8430768" cy="1609344"/>
          </a:xfrm>
        </p:spPr>
        <p:txBody>
          <a:bodyPr vert="horz" lIns="91440" tIns="45720" rIns="91440" bIns="45720" rtlCol="0">
            <a:normAutofit/>
          </a:bodyPr>
          <a:lstStyle>
            <a:lvl1pPr marL="0" indent="0">
              <a:buNone/>
              <a:defRPr lang="en-US" sz="2200" dirty="0"/>
            </a:lvl1pPr>
            <a:lvl2pPr marL="228600" indent="0">
              <a:buNone/>
              <a:defRPr lang="en-US" sz="1800" dirty="0"/>
            </a:lvl2pPr>
            <a:lvl3pPr marL="457200" indent="0">
              <a:buNone/>
              <a:defRPr lang="en-US" sz="16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3AEEF7F6-ECFE-4473-B3E9-C91BE833927A}" type="datetimeFigureOut">
              <a:rPr lang="en-US" smtClean="0"/>
              <a:t>12/8/2025</a:t>
            </a:fld>
            <a:endParaRPr lang="en-US"/>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876365837"/>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02920"/>
            <a:ext cx="10954512" cy="119786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8" y="1801368"/>
            <a:ext cx="10954512" cy="44805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8" y="6318504"/>
            <a:ext cx="4096512" cy="365760"/>
          </a:xfrm>
          <a:prstGeom prst="rect">
            <a:avLst/>
          </a:prstGeom>
        </p:spPr>
        <p:txBody>
          <a:bodyPr vert="horz" lIns="91440" tIns="45720" rIns="91440" bIns="45720" rtlCol="0" anchor="ctr"/>
          <a:lstStyle>
            <a:lvl1pPr algn="l">
              <a:defRPr sz="85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430768" y="6318504"/>
            <a:ext cx="3136392" cy="365760"/>
          </a:xfrm>
          <a:prstGeom prst="rect">
            <a:avLst/>
          </a:prstGeom>
        </p:spPr>
        <p:txBody>
          <a:bodyPr vert="horz" lIns="91440" tIns="45720" rIns="91440" bIns="45720" rtlCol="0" anchor="ctr"/>
          <a:lstStyle>
            <a:lvl1pPr algn="r">
              <a:defRPr sz="850">
                <a:solidFill>
                  <a:schemeClr val="tx1"/>
                </a:solidFill>
              </a:defRPr>
            </a:lvl1pPr>
          </a:lstStyle>
          <a:p>
            <a:fld id="{3AEEF7F6-ECFE-4473-B3E9-C91BE833927A}" type="datetimeFigureOut">
              <a:rPr lang="en-US" smtClean="0"/>
              <a:t>12/8/2025</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484864" y="6318504"/>
            <a:ext cx="493776" cy="365760"/>
          </a:xfrm>
          <a:prstGeom prst="rect">
            <a:avLst/>
          </a:prstGeom>
        </p:spPr>
        <p:txBody>
          <a:bodyPr vert="horz" lIns="91440" tIns="45720" rIns="91440" bIns="45720" rtlCol="0" anchor="ctr"/>
          <a:lstStyle>
            <a:lvl1pPr algn="r">
              <a:defRPr sz="850">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24571664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Lst>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3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3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3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7.xml"/><Relationship Id="rId1" Type="http://schemas.openxmlformats.org/officeDocument/2006/relationships/slideLayout" Target="../slideLayouts/slideLayout3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9.xml"/><Relationship Id="rId1" Type="http://schemas.openxmlformats.org/officeDocument/2006/relationships/slideLayout" Target="../slideLayouts/slideLayout32.xml"/></Relationships>
</file>

<file path=ppt/slides/_rels/slide2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0.xml"/><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EDEEF-E38E-1093-A971-44D0AF6C17D0}"/>
              </a:ext>
            </a:extLst>
          </p:cNvPr>
          <p:cNvSpPr>
            <a:spLocks noGrp="1"/>
          </p:cNvSpPr>
          <p:nvPr>
            <p:ph type="ctrTitle"/>
          </p:nvPr>
        </p:nvSpPr>
        <p:spPr>
          <a:xfrm>
            <a:off x="8247888" y="713232"/>
            <a:ext cx="3364992" cy="3227832"/>
          </a:xfrm>
        </p:spPr>
        <p:txBody>
          <a:bodyPr anchor="t">
            <a:normAutofit/>
          </a:bodyPr>
          <a:lstStyle/>
          <a:p>
            <a:r>
              <a:rPr lang="en-US"/>
              <a:t>Basics of Version Control System with Git</a:t>
            </a:r>
          </a:p>
        </p:txBody>
      </p:sp>
      <p:sp>
        <p:nvSpPr>
          <p:cNvPr id="3" name="Subtitle 2">
            <a:extLst>
              <a:ext uri="{FF2B5EF4-FFF2-40B4-BE49-F238E27FC236}">
                <a16:creationId xmlns:a16="http://schemas.microsoft.com/office/drawing/2014/main" id="{D9222D05-B462-F258-123D-1A21F478065C}"/>
              </a:ext>
            </a:extLst>
          </p:cNvPr>
          <p:cNvSpPr>
            <a:spLocks noGrp="1"/>
          </p:cNvSpPr>
          <p:nvPr>
            <p:ph type="subTitle" idx="1"/>
          </p:nvPr>
        </p:nvSpPr>
        <p:spPr>
          <a:xfrm>
            <a:off x="8247888" y="5138927"/>
            <a:ext cx="3200400" cy="1197864"/>
          </a:xfrm>
        </p:spPr>
        <p:txBody>
          <a:bodyPr>
            <a:normAutofit/>
          </a:bodyPr>
          <a:lstStyle/>
          <a:p>
            <a:r>
              <a:rPr lang="en-US"/>
              <a:t>Understanding fundamental tools for code management</a:t>
            </a:r>
          </a:p>
        </p:txBody>
      </p:sp>
      <p:pic>
        <p:nvPicPr>
          <p:cNvPr id="4" name="Picture 3" descr="DNA code on large LED screen">
            <a:extLst>
              <a:ext uri="{FF2B5EF4-FFF2-40B4-BE49-F238E27FC236}">
                <a16:creationId xmlns:a16="http://schemas.microsoft.com/office/drawing/2014/main" id="{31B864A5-7232-48C3-A55C-4EE7B5EB8134}"/>
              </a:ext>
            </a:extLst>
          </p:cNvPr>
          <p:cNvPicPr>
            <a:picLocks noChangeAspect="1"/>
          </p:cNvPicPr>
          <p:nvPr/>
        </p:nvPicPr>
        <p:blipFill>
          <a:blip r:embed="rId3"/>
          <a:srcRect r="26529" b="-1"/>
          <a:stretch>
            <a:fillRect/>
          </a:stretch>
        </p:blipFill>
        <p:spPr>
          <a:xfrm>
            <a:off x="20" y="10"/>
            <a:ext cx="7548431" cy="6857990"/>
          </a:xfrm>
          <a:prstGeom prst="rect">
            <a:avLst/>
          </a:prstGeom>
          <a:noFill/>
        </p:spPr>
      </p:pic>
    </p:spTree>
    <p:extLst>
      <p:ext uri="{BB962C8B-B14F-4D97-AF65-F5344CB8AC3E}">
        <p14:creationId xmlns:p14="http://schemas.microsoft.com/office/powerpoint/2010/main" val="2262466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C236A-2592-999B-734D-E8F1F147B053}"/>
              </a:ext>
            </a:extLst>
          </p:cNvPr>
          <p:cNvSpPr>
            <a:spLocks noGrp="1"/>
          </p:cNvSpPr>
          <p:nvPr>
            <p:ph type="title"/>
          </p:nvPr>
        </p:nvSpPr>
        <p:spPr>
          <a:xfrm>
            <a:off x="612648" y="2093976"/>
            <a:ext cx="8229600" cy="4178808"/>
          </a:xfrm>
        </p:spPr>
        <p:txBody>
          <a:bodyPr anchor="b">
            <a:normAutofit/>
          </a:bodyPr>
          <a:lstStyle/>
          <a:p>
            <a:r>
              <a:rPr lang="en-US"/>
              <a:t>Introduction and Learning Objectives</a:t>
            </a:r>
          </a:p>
        </p:txBody>
      </p:sp>
    </p:spTree>
    <p:extLst>
      <p:ext uri="{BB962C8B-B14F-4D97-AF65-F5344CB8AC3E}">
        <p14:creationId xmlns:p14="http://schemas.microsoft.com/office/powerpoint/2010/main" val="13467240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FF3F2-06E6-C02B-7BC1-76914E5B0DAF}"/>
              </a:ext>
            </a:extLst>
          </p:cNvPr>
          <p:cNvSpPr>
            <a:spLocks noGrp="1"/>
          </p:cNvSpPr>
          <p:nvPr>
            <p:ph type="title"/>
          </p:nvPr>
        </p:nvSpPr>
        <p:spPr>
          <a:xfrm>
            <a:off x="612648" y="502920"/>
            <a:ext cx="4669536" cy="1453896"/>
          </a:xfrm>
        </p:spPr>
        <p:txBody>
          <a:bodyPr anchor="t">
            <a:normAutofit/>
          </a:bodyPr>
          <a:lstStyle/>
          <a:p>
            <a:r>
              <a:rPr lang="en-US"/>
              <a:t>Learning Objectives</a:t>
            </a:r>
          </a:p>
        </p:txBody>
      </p:sp>
      <p:pic>
        <p:nvPicPr>
          <p:cNvPr id="5" name="Content Placeholder 4" descr="Young Asian woman software developers mentor leader manager talking to executive team analyzing source code in office at night. Programmer development concept.">
            <a:extLst>
              <a:ext uri="{FF2B5EF4-FFF2-40B4-BE49-F238E27FC236}">
                <a16:creationId xmlns:a16="http://schemas.microsoft.com/office/drawing/2014/main" id="{AB7CE54A-B0E2-4332-96AA-885F014D9127}"/>
              </a:ext>
            </a:extLst>
          </p:cNvPr>
          <p:cNvPicPr>
            <a:picLocks noGrp="1" noChangeAspect="1"/>
          </p:cNvPicPr>
          <p:nvPr>
            <p:ph type="pic" sz="quarter" idx="15"/>
          </p:nvPr>
        </p:nvPicPr>
        <p:blipFill>
          <a:blip r:embed="rId3"/>
          <a:stretch/>
        </p:blipFill>
        <p:spPr>
          <a:xfrm>
            <a:off x="612648" y="2992914"/>
            <a:ext cx="4669536" cy="2626614"/>
          </a:xfrm>
          <a:prstGeom prst="rect">
            <a:avLst/>
          </a:prstGeom>
          <a:noFill/>
        </p:spPr>
      </p:pic>
      <p:sp>
        <p:nvSpPr>
          <p:cNvPr id="4" name="Content Placeholder 3">
            <a:extLst>
              <a:ext uri="{FF2B5EF4-FFF2-40B4-BE49-F238E27FC236}">
                <a16:creationId xmlns:a16="http://schemas.microsoft.com/office/drawing/2014/main" id="{7F27BD87-98D5-FAAF-E41E-58F477F0F8C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Version Control Fundamentals</a:t>
            </a:r>
          </a:p>
          <a:p>
            <a:pPr marL="0" lvl="1" indent="0">
              <a:buFont typeface="Arial" panose="020B0604020202020204" pitchFamily="34" charset="0"/>
              <a:buNone/>
            </a:pPr>
            <a:r>
              <a:t>Learn the basics of version control systems and Git to track and manage code changes effectively.</a:t>
            </a:r>
            <a:endParaRPr lang="en-US"/>
          </a:p>
          <a:p>
            <a:pPr marL="0" indent="0">
              <a:spcBef>
                <a:spcPts val="2500"/>
              </a:spcBef>
              <a:buFont typeface="Arial" panose="020B0604020202020204" pitchFamily="34" charset="0"/>
              <a:buNone/>
            </a:pPr>
            <a:r>
              <a:rPr lang="en-US" b="1"/>
              <a:t>Repository Management</a:t>
            </a:r>
          </a:p>
          <a:p>
            <a:pPr marL="0" lvl="1" indent="0">
              <a:buFont typeface="Arial" panose="020B0604020202020204" pitchFamily="34" charset="0"/>
              <a:buNone/>
            </a:pPr>
            <a:r>
              <a:t>Create, clone, and manage GitHub repositories to organize and share project code efficiently.</a:t>
            </a:r>
            <a:endParaRPr lang="en-US"/>
          </a:p>
          <a:p>
            <a:pPr marL="0" indent="0">
              <a:spcBef>
                <a:spcPts val="2500"/>
              </a:spcBef>
              <a:buFont typeface="Arial" panose="020B0604020202020204" pitchFamily="34" charset="0"/>
              <a:buNone/>
            </a:pPr>
            <a:r>
              <a:rPr lang="en-US" b="1"/>
              <a:t>Branching and Merging</a:t>
            </a:r>
          </a:p>
          <a:p>
            <a:pPr marL="0" lvl="1" indent="0">
              <a:buFont typeface="Arial" panose="020B0604020202020204" pitchFamily="34" charset="0"/>
              <a:buNone/>
            </a:pPr>
            <a:r>
              <a:t>Master branching strategies and resolve merge conflicts to enable parallel development workflows.</a:t>
            </a:r>
            <a:endParaRPr lang="en-US"/>
          </a:p>
          <a:p>
            <a:pPr marL="0" indent="0">
              <a:spcBef>
                <a:spcPts val="2500"/>
              </a:spcBef>
              <a:buFont typeface="Arial" panose="020B0604020202020204" pitchFamily="34" charset="0"/>
              <a:buNone/>
            </a:pPr>
            <a:r>
              <a:rPr lang="en-US" b="1"/>
              <a:t>Collaboration and Synchronization</a:t>
            </a:r>
          </a:p>
          <a:p>
            <a:pPr marL="0" lvl="1" indent="0">
              <a:buFont typeface="Arial" panose="020B0604020202020204" pitchFamily="34" charset="0"/>
              <a:buNone/>
            </a:pPr>
            <a:r>
              <a:t>Use Git commands like push and pull for synchronizing local and remote repositories, supporting team collaboration.</a:t>
            </a:r>
            <a:endParaRPr lang="en-US"/>
          </a:p>
        </p:txBody>
      </p:sp>
    </p:spTree>
    <p:extLst>
      <p:ext uri="{BB962C8B-B14F-4D97-AF65-F5344CB8AC3E}">
        <p14:creationId xmlns:p14="http://schemas.microsoft.com/office/powerpoint/2010/main" val="39000439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C9645-9EC3-541E-A01C-80BF45CDAE9E}"/>
              </a:ext>
            </a:extLst>
          </p:cNvPr>
          <p:cNvSpPr>
            <a:spLocks noGrp="1"/>
          </p:cNvSpPr>
          <p:nvPr>
            <p:ph type="title"/>
          </p:nvPr>
        </p:nvSpPr>
        <p:spPr>
          <a:xfrm>
            <a:off x="612648" y="2093976"/>
            <a:ext cx="8229600" cy="4178808"/>
          </a:xfrm>
        </p:spPr>
        <p:txBody>
          <a:bodyPr anchor="b">
            <a:normAutofit/>
          </a:bodyPr>
          <a:lstStyle/>
          <a:p>
            <a:r>
              <a:rPr lang="en-US"/>
              <a:t>Overview of Version Control Systems</a:t>
            </a:r>
          </a:p>
        </p:txBody>
      </p:sp>
    </p:spTree>
    <p:extLst>
      <p:ext uri="{BB962C8B-B14F-4D97-AF65-F5344CB8AC3E}">
        <p14:creationId xmlns:p14="http://schemas.microsoft.com/office/powerpoint/2010/main" val="9836352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94107-A733-F966-3492-37AC2B25EAB7}"/>
              </a:ext>
            </a:extLst>
          </p:cNvPr>
          <p:cNvSpPr>
            <a:spLocks noGrp="1"/>
          </p:cNvSpPr>
          <p:nvPr>
            <p:ph type="title"/>
          </p:nvPr>
        </p:nvSpPr>
        <p:spPr>
          <a:xfrm>
            <a:off x="612648" y="502920"/>
            <a:ext cx="4669536" cy="1453896"/>
          </a:xfrm>
        </p:spPr>
        <p:txBody>
          <a:bodyPr anchor="t">
            <a:normAutofit/>
          </a:bodyPr>
          <a:lstStyle/>
          <a:p>
            <a:r>
              <a:rPr lang="en-US"/>
              <a:t>Source Code Management and Benefits</a:t>
            </a:r>
          </a:p>
        </p:txBody>
      </p:sp>
      <p:pic>
        <p:nvPicPr>
          <p:cNvPr id="5" name="Content Placeholder 4" descr="Computer script on a screen">
            <a:extLst>
              <a:ext uri="{FF2B5EF4-FFF2-40B4-BE49-F238E27FC236}">
                <a16:creationId xmlns:a16="http://schemas.microsoft.com/office/drawing/2014/main" id="{CF223E45-8B49-4862-8EFB-3D62AED43F12}"/>
              </a:ext>
            </a:extLst>
          </p:cNvPr>
          <p:cNvPicPr>
            <a:picLocks noGrp="1" noChangeAspect="1"/>
          </p:cNvPicPr>
          <p:nvPr>
            <p:ph type="pic" sz="quarter" idx="15"/>
          </p:nvPr>
        </p:nvPicPr>
        <p:blipFill>
          <a:blip r:embed="rId3"/>
          <a:srcRect r="22551" b="-2"/>
          <a:stretch>
            <a:fillRect/>
          </a:stretch>
        </p:blipFill>
        <p:spPr>
          <a:xfrm>
            <a:off x="612648" y="2293938"/>
            <a:ext cx="4669536" cy="4024566"/>
          </a:xfrm>
          <a:prstGeom prst="rect">
            <a:avLst/>
          </a:prstGeom>
          <a:noFill/>
        </p:spPr>
      </p:pic>
      <p:sp>
        <p:nvSpPr>
          <p:cNvPr id="4" name="Content Placeholder 3">
            <a:extLst>
              <a:ext uri="{FF2B5EF4-FFF2-40B4-BE49-F238E27FC236}">
                <a16:creationId xmlns:a16="http://schemas.microsoft.com/office/drawing/2014/main" id="{662FFFF2-7C79-DB27-E184-FC0064905D3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Track Code Changes</a:t>
            </a:r>
          </a:p>
          <a:p>
            <a:pPr marL="0" lvl="1" indent="0">
              <a:buFont typeface="Arial" panose="020B0604020202020204" pitchFamily="34" charset="0"/>
              <a:buNone/>
            </a:pPr>
            <a:r>
              <a:t>SCM systems maintain a centralized history of source code changes over time for accurate tracking and auditing.</a:t>
            </a:r>
            <a:endParaRPr lang="en-US"/>
          </a:p>
          <a:p>
            <a:pPr marL="0" indent="0">
              <a:spcBef>
                <a:spcPts val="2500"/>
              </a:spcBef>
              <a:buFont typeface="Arial" panose="020B0604020202020204" pitchFamily="34" charset="0"/>
              <a:buNone/>
            </a:pPr>
            <a:r>
              <a:rPr lang="en-US" b="1"/>
              <a:t>Collaborative Coding</a:t>
            </a:r>
          </a:p>
          <a:p>
            <a:pPr marL="0" lvl="1" indent="0">
              <a:buFont typeface="Arial" panose="020B0604020202020204" pitchFamily="34" charset="0"/>
              <a:buNone/>
            </a:pPr>
            <a:r>
              <a:t>SCM enables multiple developers to work together on the same project without code conflicts or data loss.</a:t>
            </a:r>
            <a:endParaRPr lang="en-US"/>
          </a:p>
          <a:p>
            <a:pPr marL="0" indent="0">
              <a:spcBef>
                <a:spcPts val="2500"/>
              </a:spcBef>
              <a:buFont typeface="Arial" panose="020B0604020202020204" pitchFamily="34" charset="0"/>
              <a:buNone/>
            </a:pPr>
            <a:r>
              <a:rPr lang="en-US" b="1"/>
              <a:t>Backup and Recovery</a:t>
            </a:r>
          </a:p>
          <a:p>
            <a:pPr marL="0" lvl="1" indent="0">
              <a:buFont typeface="Arial" panose="020B0604020202020204" pitchFamily="34" charset="0"/>
              <a:buNone/>
            </a:pPr>
            <a:r>
              <a:t>SCM ensures secure code backup and easy retrieval of previous versions, minimizing risk of data loss.</a:t>
            </a:r>
            <a:endParaRPr lang="en-US"/>
          </a:p>
          <a:p>
            <a:pPr marL="0" indent="0">
              <a:spcBef>
                <a:spcPts val="2500"/>
              </a:spcBef>
              <a:buFont typeface="Arial" panose="020B0604020202020204" pitchFamily="34" charset="0"/>
              <a:buNone/>
            </a:pPr>
            <a:r>
              <a:rPr lang="en-US" b="1"/>
              <a:t>Streamlined Workflow</a:t>
            </a:r>
          </a:p>
          <a:p>
            <a:pPr marL="0" lvl="1" indent="0">
              <a:buFont typeface="Arial" panose="020B0604020202020204" pitchFamily="34" charset="0"/>
              <a:buNone/>
            </a:pPr>
            <a:r>
              <a:t>SCM systems automate release notes and improve workflow efficiency in large-scale development projects.</a:t>
            </a:r>
            <a:endParaRPr lang="en-US"/>
          </a:p>
        </p:txBody>
      </p:sp>
    </p:spTree>
    <p:extLst>
      <p:ext uri="{BB962C8B-B14F-4D97-AF65-F5344CB8AC3E}">
        <p14:creationId xmlns:p14="http://schemas.microsoft.com/office/powerpoint/2010/main" val="5053014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15711-E6FB-90EC-5388-A98058CBE1CA}"/>
              </a:ext>
            </a:extLst>
          </p:cNvPr>
          <p:cNvSpPr>
            <a:spLocks noGrp="1"/>
          </p:cNvSpPr>
          <p:nvPr>
            <p:ph type="title"/>
          </p:nvPr>
        </p:nvSpPr>
        <p:spPr>
          <a:xfrm>
            <a:off x="612648" y="457200"/>
            <a:ext cx="10954512" cy="731520"/>
          </a:xfrm>
        </p:spPr>
        <p:txBody>
          <a:bodyPr anchor="b">
            <a:normAutofit/>
          </a:bodyPr>
          <a:lstStyle/>
          <a:p>
            <a:r>
              <a:rPr lang="en-US"/>
              <a:t>VCS vs SCM</a:t>
            </a:r>
          </a:p>
        </p:txBody>
      </p:sp>
      <p:graphicFrame>
        <p:nvGraphicFramePr>
          <p:cNvPr id="5" name="Content Placeholder 4">
            <a:extLst>
              <a:ext uri="{FF2B5EF4-FFF2-40B4-BE49-F238E27FC236}">
                <a16:creationId xmlns:a16="http://schemas.microsoft.com/office/drawing/2014/main" id="{67CFC417-9DCA-48A1-AA38-EA76C05CD3A1}"/>
              </a:ext>
            </a:extLst>
          </p:cNvPr>
          <p:cNvGraphicFramePr>
            <a:graphicFrameLocks noGrp="1"/>
          </p:cNvGraphicFramePr>
          <p:nvPr>
            <p:ph idx="1"/>
          </p:nvPr>
        </p:nvGraphicFramePr>
        <p:xfrm>
          <a:off x="612648" y="1497432"/>
          <a:ext cx="10954514" cy="4686094"/>
        </p:xfrm>
        <a:graphic>
          <a:graphicData uri="http://schemas.openxmlformats.org/drawingml/2006/table">
            <a:tbl>
              <a:tblPr firstRow="1" bandRow="1">
                <a:noFill/>
                <a:tableStyleId>{5C22544A-7EE6-4342-B048-85BDC9FD1C3A}</a:tableStyleId>
              </a:tblPr>
              <a:tblGrid>
                <a:gridCol w="2560757">
                  <a:extLst>
                    <a:ext uri="{9D8B030D-6E8A-4147-A177-3AD203B41FA5}">
                      <a16:colId xmlns:a16="http://schemas.microsoft.com/office/drawing/2014/main" val="3940235097"/>
                    </a:ext>
                  </a:extLst>
                </a:gridCol>
                <a:gridCol w="3761580">
                  <a:extLst>
                    <a:ext uri="{9D8B030D-6E8A-4147-A177-3AD203B41FA5}">
                      <a16:colId xmlns:a16="http://schemas.microsoft.com/office/drawing/2014/main" val="2357550446"/>
                    </a:ext>
                  </a:extLst>
                </a:gridCol>
                <a:gridCol w="4632177">
                  <a:extLst>
                    <a:ext uri="{9D8B030D-6E8A-4147-A177-3AD203B41FA5}">
                      <a16:colId xmlns:a16="http://schemas.microsoft.com/office/drawing/2014/main" val="35591316"/>
                    </a:ext>
                  </a:extLst>
                </a:gridCol>
              </a:tblGrid>
              <a:tr h="1049040">
                <a:tc>
                  <a:txBody>
                    <a:bodyPr/>
                    <a:lstStyle/>
                    <a:p>
                      <a:pPr>
                        <a:buNone/>
                      </a:pPr>
                      <a:r>
                        <a:rPr lang="en-US" sz="3000" b="1" cap="all" spc="150">
                          <a:solidFill>
                            <a:schemeClr val="tx1"/>
                          </a:solidFill>
                        </a:rPr>
                        <a:t>Aspect</a:t>
                      </a:r>
                    </a:p>
                  </a:txBody>
                  <a:tcPr marL="259378" marR="259378" marT="259378" marB="259378"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3000" b="1" cap="all" spc="150">
                          <a:solidFill>
                            <a:schemeClr val="tx1"/>
                          </a:solidFill>
                        </a:rPr>
                        <a:t>VCS</a:t>
                      </a:r>
                    </a:p>
                  </a:txBody>
                  <a:tcPr marL="259378" marR="259378" marT="259378" marB="259378"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3000" b="1" cap="all" spc="150">
                          <a:solidFill>
                            <a:schemeClr val="tx1"/>
                          </a:solidFill>
                        </a:rPr>
                        <a:t>SCM</a:t>
                      </a:r>
                    </a:p>
                  </a:txBody>
                  <a:tcPr marL="259378" marR="259378" marT="259378" marB="259378" anchor="ctr">
                    <a:lnL w="12700" cmpd="sng">
                      <a:noFill/>
                    </a:lnL>
                    <a:lnR w="12700" cmpd="sng">
                      <a:noFill/>
                    </a:lnR>
                    <a:lnT w="6350" cap="flat" cmpd="sng" algn="ctr">
                      <a:noFill/>
                      <a:prstDash val="solid"/>
                    </a:lnT>
                    <a:lnB w="28575" cap="flat" cmpd="sng" algn="ctr">
                      <a:solidFill>
                        <a:schemeClr val="accent1"/>
                      </a:solidFill>
                      <a:prstDash val="solid"/>
                    </a:lnB>
                    <a:noFill/>
                  </a:tcPr>
                </a:tc>
                <a:extLst>
                  <a:ext uri="{0D108BD9-81ED-4DB2-BD59-A6C34878D82A}">
                    <a16:rowId xmlns:a16="http://schemas.microsoft.com/office/drawing/2014/main" val="272306338"/>
                  </a:ext>
                </a:extLst>
              </a:tr>
              <a:tr h="1337237">
                <a:tc>
                  <a:txBody>
                    <a:bodyPr/>
                    <a:lstStyle/>
                    <a:p>
                      <a:pPr>
                        <a:buNone/>
                      </a:pPr>
                      <a:r>
                        <a:rPr lang="en-US" sz="2500" b="1" cap="none" spc="0">
                          <a:solidFill>
                            <a:schemeClr val="tx1"/>
                          </a:solidFill>
                        </a:rPr>
                        <a:t>Focus</a:t>
                      </a:r>
                    </a:p>
                  </a:txBody>
                  <a:tcPr marL="259378" marR="259378" marT="259378" marB="259378"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en-US" sz="2500" cap="none" spc="0">
                          <a:solidFill>
                            <a:schemeClr val="tx1"/>
                          </a:solidFill>
                        </a:rPr>
                        <a:t>Manage file versions</a:t>
                      </a:r>
                    </a:p>
                  </a:txBody>
                  <a:tcPr marL="259378" marR="259378" marT="259378" marB="259378"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en-US" sz="2500" cap="none" spc="0">
                          <a:solidFill>
                            <a:schemeClr val="tx1"/>
                          </a:solidFill>
                        </a:rPr>
                        <a:t>Manage versions and collaboration</a:t>
                      </a:r>
                    </a:p>
                  </a:txBody>
                  <a:tcPr marL="259378" marR="259378" marT="259378" marB="259378"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extLst>
                  <a:ext uri="{0D108BD9-81ED-4DB2-BD59-A6C34878D82A}">
                    <a16:rowId xmlns:a16="http://schemas.microsoft.com/office/drawing/2014/main" val="3875411512"/>
                  </a:ext>
                </a:extLst>
              </a:tr>
              <a:tr h="1337237">
                <a:tc>
                  <a:txBody>
                    <a:bodyPr/>
                    <a:lstStyle/>
                    <a:p>
                      <a:pPr>
                        <a:buNone/>
                      </a:pPr>
                      <a:r>
                        <a:rPr lang="en-US" sz="2500" b="1" cap="none" spc="0">
                          <a:solidFill>
                            <a:schemeClr val="tx1"/>
                          </a:solidFill>
                        </a:rPr>
                        <a:t>Purpose</a:t>
                      </a:r>
                    </a:p>
                  </a:txBody>
                  <a:tcPr marL="259378" marR="259378" marT="259378" marB="259378"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2500" cap="none" spc="0">
                          <a:solidFill>
                            <a:schemeClr val="tx1"/>
                          </a:solidFill>
                        </a:rPr>
                        <a:t>Track changes in files</a:t>
                      </a:r>
                    </a:p>
                  </a:txBody>
                  <a:tcPr marL="259378" marR="259378" marT="259378" marB="259378"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2500" cap="none" spc="0">
                          <a:solidFill>
                            <a:schemeClr val="tx1"/>
                          </a:solidFill>
                        </a:rPr>
                        <a:t>Track changes and facilitate teamwork</a:t>
                      </a:r>
                    </a:p>
                  </a:txBody>
                  <a:tcPr marL="259378" marR="259378" marT="259378" marB="259378"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955060183"/>
                  </a:ext>
                </a:extLst>
              </a:tr>
              <a:tr h="962580">
                <a:tc>
                  <a:txBody>
                    <a:bodyPr/>
                    <a:lstStyle/>
                    <a:p>
                      <a:pPr>
                        <a:buNone/>
                      </a:pPr>
                      <a:r>
                        <a:rPr lang="en-US" sz="2500" b="1" cap="none" spc="0">
                          <a:solidFill>
                            <a:schemeClr val="tx1"/>
                          </a:solidFill>
                        </a:rPr>
                        <a:t>Examples</a:t>
                      </a:r>
                    </a:p>
                  </a:txBody>
                  <a:tcPr marL="259378" marR="259378" marT="259378" marB="259378"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2500" cap="none" spc="0">
                          <a:solidFill>
                            <a:schemeClr val="tx1"/>
                          </a:solidFill>
                        </a:rPr>
                        <a:t>Git, SVN</a:t>
                      </a:r>
                    </a:p>
                  </a:txBody>
                  <a:tcPr marL="259378" marR="259378" marT="259378" marB="259378"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2500" cap="none" spc="0">
                          <a:solidFill>
                            <a:schemeClr val="tx1"/>
                          </a:solidFill>
                        </a:rPr>
                        <a:t>GitHub, GitLab</a:t>
                      </a:r>
                    </a:p>
                  </a:txBody>
                  <a:tcPr marL="259378" marR="259378" marT="259378" marB="259378"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2294182348"/>
                  </a:ext>
                </a:extLst>
              </a:tr>
            </a:tbl>
          </a:graphicData>
        </a:graphic>
      </p:graphicFrame>
    </p:spTree>
    <p:extLst>
      <p:ext uri="{BB962C8B-B14F-4D97-AF65-F5344CB8AC3E}">
        <p14:creationId xmlns:p14="http://schemas.microsoft.com/office/powerpoint/2010/main" val="1485433592"/>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66B7E-979A-3C5A-3284-0D4B3CED0583}"/>
              </a:ext>
            </a:extLst>
          </p:cNvPr>
          <p:cNvSpPr>
            <a:spLocks noGrp="1"/>
          </p:cNvSpPr>
          <p:nvPr>
            <p:ph type="title"/>
          </p:nvPr>
        </p:nvSpPr>
        <p:spPr>
          <a:xfrm>
            <a:off x="612648" y="2093976"/>
            <a:ext cx="8229600" cy="4178808"/>
          </a:xfrm>
        </p:spPr>
        <p:txBody>
          <a:bodyPr anchor="b">
            <a:normAutofit/>
          </a:bodyPr>
          <a:lstStyle/>
          <a:p>
            <a:r>
              <a:rPr lang="en-US"/>
              <a:t>Git Basics and Features</a:t>
            </a:r>
          </a:p>
        </p:txBody>
      </p:sp>
    </p:spTree>
    <p:extLst>
      <p:ext uri="{BB962C8B-B14F-4D97-AF65-F5344CB8AC3E}">
        <p14:creationId xmlns:p14="http://schemas.microsoft.com/office/powerpoint/2010/main" val="28345184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D0512-3512-A6D7-9535-2237C8D67792}"/>
              </a:ext>
            </a:extLst>
          </p:cNvPr>
          <p:cNvSpPr>
            <a:spLocks noGrp="1"/>
          </p:cNvSpPr>
          <p:nvPr>
            <p:ph type="title"/>
          </p:nvPr>
        </p:nvSpPr>
        <p:spPr>
          <a:xfrm>
            <a:off x="612648" y="502920"/>
            <a:ext cx="4669536" cy="1453896"/>
          </a:xfrm>
        </p:spPr>
        <p:txBody>
          <a:bodyPr anchor="t">
            <a:normAutofit/>
          </a:bodyPr>
          <a:lstStyle/>
          <a:p>
            <a:r>
              <a:rPr lang="en-US"/>
              <a:t>What is Git and Why Use It?</a:t>
            </a:r>
          </a:p>
        </p:txBody>
      </p:sp>
      <p:pic>
        <p:nvPicPr>
          <p:cNvPr id="5" name="Content Placeholder 4" descr="A man stands in front of a wall that is illuminated with numbers in a row, which are being shown against a black wall. It gives an interesting effect.">
            <a:extLst>
              <a:ext uri="{FF2B5EF4-FFF2-40B4-BE49-F238E27FC236}">
                <a16:creationId xmlns:a16="http://schemas.microsoft.com/office/drawing/2014/main" id="{3D2ECDF4-E895-42EA-9BB8-478B5098BA88}"/>
              </a:ext>
            </a:extLst>
          </p:cNvPr>
          <p:cNvPicPr>
            <a:picLocks noGrp="1" noChangeAspect="1"/>
          </p:cNvPicPr>
          <p:nvPr>
            <p:ph type="pic" sz="quarter" idx="15"/>
          </p:nvPr>
        </p:nvPicPr>
        <p:blipFill>
          <a:blip r:embed="rId3"/>
          <a:stretch/>
        </p:blipFill>
        <p:spPr>
          <a:xfrm>
            <a:off x="612648" y="2759437"/>
            <a:ext cx="4669536" cy="3093567"/>
          </a:xfrm>
          <a:prstGeom prst="rect">
            <a:avLst/>
          </a:prstGeom>
          <a:noFill/>
        </p:spPr>
      </p:pic>
      <p:sp>
        <p:nvSpPr>
          <p:cNvPr id="4" name="Content Placeholder 3">
            <a:extLst>
              <a:ext uri="{FF2B5EF4-FFF2-40B4-BE49-F238E27FC236}">
                <a16:creationId xmlns:a16="http://schemas.microsoft.com/office/drawing/2014/main" id="{267ACA4E-C32C-74DD-35E6-B70A3A337A1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Distributed Version Control</a:t>
            </a:r>
          </a:p>
          <a:p>
            <a:pPr marL="0" lvl="1" indent="0">
              <a:buFont typeface="Arial" panose="020B0604020202020204" pitchFamily="34" charset="0"/>
              <a:buNone/>
            </a:pPr>
            <a:r>
              <a:t>Git is a distributed system where every developer has a full repository copy ensuring robustness and data safety.</a:t>
            </a:r>
            <a:endParaRPr lang="en-US"/>
          </a:p>
          <a:p>
            <a:pPr marL="0" indent="0">
              <a:spcBef>
                <a:spcPts val="2500"/>
              </a:spcBef>
              <a:buFont typeface="Arial" panose="020B0604020202020204" pitchFamily="34" charset="0"/>
              <a:buNone/>
            </a:pPr>
            <a:r>
              <a:rPr lang="en-US" b="1"/>
              <a:t>Simultaneous Collaboration</a:t>
            </a:r>
          </a:p>
          <a:p>
            <a:pPr marL="0" lvl="1" indent="0">
              <a:buFont typeface="Arial" panose="020B0604020202020204" pitchFamily="34" charset="0"/>
              <a:buNone/>
            </a:pPr>
            <a:r>
              <a:t>Git allows multiple developers to work on the same project simultaneously without conflicts.</a:t>
            </a:r>
            <a:endParaRPr lang="en-US"/>
          </a:p>
          <a:p>
            <a:pPr marL="0" indent="0">
              <a:spcBef>
                <a:spcPts val="2500"/>
              </a:spcBef>
              <a:buFont typeface="Arial" panose="020B0604020202020204" pitchFamily="34" charset="0"/>
              <a:buNone/>
            </a:pPr>
            <a:r>
              <a:rPr lang="en-US" b="1"/>
              <a:t>Branching and Merging</a:t>
            </a:r>
          </a:p>
          <a:p>
            <a:pPr marL="0" lvl="1" indent="0">
              <a:buFont typeface="Arial" panose="020B0604020202020204" pitchFamily="34" charset="0"/>
              <a:buNone/>
            </a:pPr>
            <a:r>
              <a:t>Supports branching and merging which enables parallel development and easy experimentation.</a:t>
            </a:r>
            <a:endParaRPr lang="en-US"/>
          </a:p>
          <a:p>
            <a:pPr marL="0" indent="0">
              <a:spcBef>
                <a:spcPts val="2500"/>
              </a:spcBef>
              <a:buFont typeface="Arial" panose="020B0604020202020204" pitchFamily="34" charset="0"/>
              <a:buNone/>
            </a:pPr>
            <a:r>
              <a:rPr lang="en-US" b="1"/>
              <a:t>Wide Industry Adoption</a:t>
            </a:r>
          </a:p>
          <a:p>
            <a:pPr marL="0" lvl="1" indent="0">
              <a:buFont typeface="Arial" panose="020B0604020202020204" pitchFamily="34" charset="0"/>
              <a:buNone/>
            </a:pPr>
            <a:r>
              <a:t>Git is widely used by major companies for its scalability, security, and efficiency.</a:t>
            </a:r>
            <a:endParaRPr lang="en-US"/>
          </a:p>
        </p:txBody>
      </p:sp>
    </p:spTree>
    <p:extLst>
      <p:ext uri="{BB962C8B-B14F-4D97-AF65-F5344CB8AC3E}">
        <p14:creationId xmlns:p14="http://schemas.microsoft.com/office/powerpoint/2010/main" val="38489334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AA6A0-6F82-D862-C329-F88799C522A1}"/>
              </a:ext>
            </a:extLst>
          </p:cNvPr>
          <p:cNvSpPr>
            <a:spLocks noGrp="1"/>
          </p:cNvSpPr>
          <p:nvPr>
            <p:ph type="title"/>
          </p:nvPr>
        </p:nvSpPr>
        <p:spPr>
          <a:xfrm>
            <a:off x="612648" y="502920"/>
            <a:ext cx="4669536" cy="1453896"/>
          </a:xfrm>
        </p:spPr>
        <p:txBody>
          <a:bodyPr anchor="t">
            <a:normAutofit/>
          </a:bodyPr>
          <a:lstStyle/>
          <a:p>
            <a:r>
              <a:rPr lang="en-US"/>
              <a:t>Key Features of Git</a:t>
            </a:r>
          </a:p>
        </p:txBody>
      </p:sp>
      <p:pic>
        <p:nvPicPr>
          <p:cNvPr id="5" name="Content Placeholder 4" descr="Internet Network of Connected Devices and Apps.">
            <a:extLst>
              <a:ext uri="{FF2B5EF4-FFF2-40B4-BE49-F238E27FC236}">
                <a16:creationId xmlns:a16="http://schemas.microsoft.com/office/drawing/2014/main" id="{AC354675-0168-4161-9054-4F3901F67CB6}"/>
              </a:ext>
            </a:extLst>
          </p:cNvPr>
          <p:cNvPicPr>
            <a:picLocks noGrp="1" noChangeAspect="1"/>
          </p:cNvPicPr>
          <p:nvPr>
            <p:ph type="pic" sz="quarter" idx="15"/>
          </p:nvPr>
        </p:nvPicPr>
        <p:blipFill>
          <a:blip r:embed="rId3"/>
          <a:stretch/>
        </p:blipFill>
        <p:spPr>
          <a:xfrm>
            <a:off x="612648" y="2747763"/>
            <a:ext cx="4669536" cy="3116915"/>
          </a:xfrm>
          <a:prstGeom prst="rect">
            <a:avLst/>
          </a:prstGeom>
          <a:noFill/>
        </p:spPr>
      </p:pic>
      <p:sp>
        <p:nvSpPr>
          <p:cNvPr id="4" name="Content Placeholder 3">
            <a:extLst>
              <a:ext uri="{FF2B5EF4-FFF2-40B4-BE49-F238E27FC236}">
                <a16:creationId xmlns:a16="http://schemas.microsoft.com/office/drawing/2014/main" id="{D6A0DD4B-B603-17DD-FC28-93F355ED1A4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Version Tracking and Security</a:t>
            </a:r>
          </a:p>
          <a:p>
            <a:pPr marL="0" lvl="1" indent="0">
              <a:buFont typeface="Arial" panose="020B0604020202020204" pitchFamily="34" charset="0"/>
              <a:buNone/>
            </a:pPr>
            <a:r>
              <a:t>Git provides secure and reliable version tracking enabling developers to manage history and changes efficiently.</a:t>
            </a:r>
            <a:endParaRPr lang="en-US"/>
          </a:p>
          <a:p>
            <a:pPr marL="0" indent="0">
              <a:spcBef>
                <a:spcPts val="2500"/>
              </a:spcBef>
              <a:buFont typeface="Arial" panose="020B0604020202020204" pitchFamily="34" charset="0"/>
              <a:buNone/>
            </a:pPr>
            <a:r>
              <a:rPr lang="en-US" b="1"/>
              <a:t>Branching and Staging Area</a:t>
            </a:r>
          </a:p>
          <a:p>
            <a:pPr marL="0" lvl="1" indent="0">
              <a:buFont typeface="Arial" panose="020B0604020202020204" pitchFamily="34" charset="0"/>
              <a:buNone/>
            </a:pPr>
            <a:r>
              <a:t>Git supports non-linear development through branching and offers a staging area to prepare commits effectively.</a:t>
            </a:r>
            <a:endParaRPr lang="en-US"/>
          </a:p>
          <a:p>
            <a:pPr marL="0" indent="0">
              <a:spcBef>
                <a:spcPts val="2500"/>
              </a:spcBef>
              <a:buFont typeface="Arial" panose="020B0604020202020204" pitchFamily="34" charset="0"/>
              <a:buNone/>
            </a:pPr>
            <a:r>
              <a:rPr lang="en-US" b="1"/>
              <a:t>Distributed and Scalable</a:t>
            </a:r>
          </a:p>
          <a:p>
            <a:pPr marL="0" lvl="1" indent="0">
              <a:buFont typeface="Arial" panose="020B0604020202020204" pitchFamily="34" charset="0"/>
              <a:buNone/>
            </a:pPr>
            <a:r>
              <a:t>Git’s distributed design and scalability support collaborative workflows across diverse teams and projects.</a:t>
            </a:r>
            <a:endParaRPr lang="en-US"/>
          </a:p>
          <a:p>
            <a:pPr marL="0" indent="0">
              <a:spcBef>
                <a:spcPts val="2500"/>
              </a:spcBef>
              <a:buFont typeface="Arial" panose="020B0604020202020204" pitchFamily="34" charset="0"/>
              <a:buNone/>
            </a:pPr>
            <a:r>
              <a:rPr lang="en-US" b="1"/>
              <a:t>Commit Management and Versioning</a:t>
            </a:r>
          </a:p>
          <a:p>
            <a:pPr marL="0" lvl="1" indent="0">
              <a:buFont typeface="Arial" panose="020B0604020202020204" pitchFamily="34" charset="0"/>
              <a:buNone/>
            </a:pPr>
            <a:r>
              <a:t>Developers can revert changes, annotate commits, and manage tags for efficient version control.</a:t>
            </a:r>
            <a:endParaRPr lang="en-US"/>
          </a:p>
        </p:txBody>
      </p:sp>
    </p:spTree>
    <p:extLst>
      <p:ext uri="{BB962C8B-B14F-4D97-AF65-F5344CB8AC3E}">
        <p14:creationId xmlns:p14="http://schemas.microsoft.com/office/powerpoint/2010/main" val="35252078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0CE6E-4556-00CD-1438-2D02ECBAF6F1}"/>
              </a:ext>
            </a:extLst>
          </p:cNvPr>
          <p:cNvSpPr>
            <a:spLocks noGrp="1"/>
          </p:cNvSpPr>
          <p:nvPr>
            <p:ph type="title"/>
          </p:nvPr>
        </p:nvSpPr>
        <p:spPr>
          <a:xfrm>
            <a:off x="612648" y="2093976"/>
            <a:ext cx="8229600" cy="4178808"/>
          </a:xfrm>
        </p:spPr>
        <p:txBody>
          <a:bodyPr anchor="b">
            <a:normAutofit/>
          </a:bodyPr>
          <a:lstStyle/>
          <a:p>
            <a:r>
              <a:rPr lang="en-US"/>
              <a:t>Git vs GitHub</a:t>
            </a:r>
          </a:p>
        </p:txBody>
      </p:sp>
    </p:spTree>
    <p:extLst>
      <p:ext uri="{BB962C8B-B14F-4D97-AF65-F5344CB8AC3E}">
        <p14:creationId xmlns:p14="http://schemas.microsoft.com/office/powerpoint/2010/main" val="38995450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C83AB-496E-78D4-17CC-9D3EDECBBDB7}"/>
              </a:ext>
            </a:extLst>
          </p:cNvPr>
          <p:cNvSpPr>
            <a:spLocks noGrp="1"/>
          </p:cNvSpPr>
          <p:nvPr>
            <p:ph type="title"/>
          </p:nvPr>
        </p:nvSpPr>
        <p:spPr>
          <a:xfrm>
            <a:off x="612648" y="457200"/>
            <a:ext cx="10954512" cy="731520"/>
          </a:xfrm>
        </p:spPr>
        <p:txBody>
          <a:bodyPr anchor="b">
            <a:normAutofit/>
          </a:bodyPr>
          <a:lstStyle/>
          <a:p>
            <a:r>
              <a:rPr lang="en-US"/>
              <a:t>Differences Between Git and GitHub</a:t>
            </a:r>
          </a:p>
        </p:txBody>
      </p:sp>
      <p:graphicFrame>
        <p:nvGraphicFramePr>
          <p:cNvPr id="4" name="Content Placeholder 3">
            <a:extLst>
              <a:ext uri="{FF2B5EF4-FFF2-40B4-BE49-F238E27FC236}">
                <a16:creationId xmlns:a16="http://schemas.microsoft.com/office/drawing/2014/main" id="{171350FC-FA8B-4071-AA04-D0C020C10E24}"/>
              </a:ext>
            </a:extLst>
          </p:cNvPr>
          <p:cNvGraphicFramePr>
            <a:graphicFrameLocks noGrp="1"/>
          </p:cNvGraphicFramePr>
          <p:nvPr>
            <p:ph idx="1"/>
            <p:extLst>
              <p:ext uri="{D42A27DB-BD31-4B8C-83A1-F6EECF244321}">
                <p14:modId xmlns:p14="http://schemas.microsoft.com/office/powerpoint/2010/main" val="1778740963"/>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612648" y="1362455"/>
          <a:ext cx="10954512" cy="49560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43495648"/>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F1DC5-895B-C2C2-E0EB-BBAED582738B}"/>
              </a:ext>
            </a:extLst>
          </p:cNvPr>
          <p:cNvSpPr>
            <a:spLocks noGrp="1"/>
          </p:cNvSpPr>
          <p:nvPr>
            <p:ph type="title"/>
          </p:nvPr>
        </p:nvSpPr>
        <p:spPr>
          <a:xfrm>
            <a:off x="612648" y="2093976"/>
            <a:ext cx="8229600" cy="4178808"/>
          </a:xfrm>
        </p:spPr>
        <p:txBody>
          <a:bodyPr anchor="b">
            <a:normAutofit/>
          </a:bodyPr>
          <a:lstStyle/>
          <a:p>
            <a:r>
              <a:rPr lang="en-US"/>
              <a:t>Git Workflow and Commands</a:t>
            </a:r>
          </a:p>
        </p:txBody>
      </p:sp>
    </p:spTree>
    <p:extLst>
      <p:ext uri="{BB962C8B-B14F-4D97-AF65-F5344CB8AC3E}">
        <p14:creationId xmlns:p14="http://schemas.microsoft.com/office/powerpoint/2010/main" val="42126563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AF371-2F9A-C383-8CC1-497A1C8DF0C1}"/>
              </a:ext>
            </a:extLst>
          </p:cNvPr>
          <p:cNvSpPr>
            <a:spLocks noGrp="1"/>
          </p:cNvSpPr>
          <p:nvPr>
            <p:ph type="title"/>
          </p:nvPr>
        </p:nvSpPr>
        <p:spPr>
          <a:xfrm>
            <a:off x="8165592" y="1008126"/>
            <a:ext cx="3401567" cy="1947672"/>
          </a:xfrm>
        </p:spPr>
        <p:txBody>
          <a:bodyPr anchor="b">
            <a:normAutofit/>
          </a:bodyPr>
          <a:lstStyle/>
          <a:p>
            <a:r>
              <a:rPr lang="en-US"/>
              <a:t>Push and Pull Operations</a:t>
            </a:r>
          </a:p>
        </p:txBody>
      </p:sp>
      <p:pic>
        <p:nvPicPr>
          <p:cNvPr id="5" name="Content Placeholder 4" descr="Document with repair tools symbol on blue abstract background">
            <a:extLst>
              <a:ext uri="{FF2B5EF4-FFF2-40B4-BE49-F238E27FC236}">
                <a16:creationId xmlns:a16="http://schemas.microsoft.com/office/drawing/2014/main" id="{0DA2FE6B-1DC6-4761-89E3-257444D85865}"/>
              </a:ext>
            </a:extLst>
          </p:cNvPr>
          <p:cNvPicPr>
            <a:picLocks noGrp="1" noChangeAspect="1"/>
          </p:cNvPicPr>
          <p:nvPr>
            <p:ph type="pic" sz="quarter" idx="15"/>
          </p:nvPr>
        </p:nvPicPr>
        <p:blipFill>
          <a:blip r:embed="rId3"/>
          <a:srcRect l="19114" r="20211"/>
          <a:stretch>
            <a:fillRect/>
          </a:stretch>
        </p:blipFill>
        <p:spPr>
          <a:xfrm>
            <a:off x="115866" y="10"/>
            <a:ext cx="7397496" cy="6857990"/>
          </a:xfrm>
          <a:prstGeom prst="rect">
            <a:avLst/>
          </a:prstGeom>
          <a:noFill/>
        </p:spPr>
      </p:pic>
      <p:sp>
        <p:nvSpPr>
          <p:cNvPr id="4" name="Content Placeholder 3">
            <a:extLst>
              <a:ext uri="{FF2B5EF4-FFF2-40B4-BE49-F238E27FC236}">
                <a16:creationId xmlns:a16="http://schemas.microsoft.com/office/drawing/2014/main" id="{DE8AA16A-D7D4-728F-9FF2-177B6615A5E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65592" y="3099816"/>
            <a:ext cx="3401567" cy="3054096"/>
          </a:xfrm>
        </p:spPr>
        <p:txBody>
          <a:bodyPr>
            <a:normAutofit/>
          </a:bodyPr>
          <a:lstStyle/>
          <a:p>
            <a:pPr marL="0" indent="0">
              <a:lnSpc>
                <a:spcPct val="110000"/>
              </a:lnSpc>
              <a:spcBef>
                <a:spcPts val="2500"/>
              </a:spcBef>
              <a:buFont typeface="Arial" panose="020B0604020202020204" pitchFamily="34" charset="0"/>
              <a:buNone/>
            </a:pPr>
            <a:r>
              <a:rPr lang="en-US" sz="1200" b="1"/>
              <a:t>Git Push Operation</a:t>
            </a:r>
          </a:p>
          <a:p>
            <a:pPr marL="0" lvl="1" indent="0">
              <a:lnSpc>
                <a:spcPct val="110000"/>
              </a:lnSpc>
              <a:buFont typeface="Arial" panose="020B0604020202020204" pitchFamily="34" charset="0"/>
              <a:buNone/>
            </a:pPr>
            <a:r>
              <a:rPr lang="en-US" sz="1200"/>
              <a:t>Push uploads committed local changes to a remote repository to synchronize codebases.</a:t>
            </a:r>
          </a:p>
          <a:p>
            <a:pPr marL="0" indent="0">
              <a:lnSpc>
                <a:spcPct val="110000"/>
              </a:lnSpc>
              <a:spcBef>
                <a:spcPts val="2500"/>
              </a:spcBef>
              <a:buFont typeface="Arial" panose="020B0604020202020204" pitchFamily="34" charset="0"/>
              <a:buNone/>
            </a:pPr>
            <a:r>
              <a:rPr lang="en-US" sz="1200" b="1"/>
              <a:t>Git Pull Operation</a:t>
            </a:r>
          </a:p>
          <a:p>
            <a:pPr marL="0" lvl="1" indent="0">
              <a:lnSpc>
                <a:spcPct val="110000"/>
              </a:lnSpc>
              <a:buFont typeface="Arial" panose="020B0604020202020204" pitchFamily="34" charset="0"/>
              <a:buNone/>
            </a:pPr>
            <a:r>
              <a:rPr lang="en-US" sz="1200"/>
              <a:t>Pull fetches updates from the remote repository and merges them into the local branch.</a:t>
            </a:r>
          </a:p>
          <a:p>
            <a:pPr marL="0" indent="0">
              <a:lnSpc>
                <a:spcPct val="110000"/>
              </a:lnSpc>
              <a:spcBef>
                <a:spcPts val="2500"/>
              </a:spcBef>
              <a:buFont typeface="Arial" panose="020B0604020202020204" pitchFamily="34" charset="0"/>
              <a:buNone/>
            </a:pPr>
            <a:r>
              <a:rPr lang="en-US" sz="1200" b="1"/>
              <a:t>Importance in Collaboration</a:t>
            </a:r>
          </a:p>
          <a:p>
            <a:pPr marL="0" lvl="1" indent="0">
              <a:lnSpc>
                <a:spcPct val="110000"/>
              </a:lnSpc>
              <a:buFont typeface="Arial" panose="020B0604020202020204" pitchFamily="34" charset="0"/>
              <a:buNone/>
            </a:pPr>
            <a:r>
              <a:rPr lang="en-US" sz="1200"/>
              <a:t>Using push and pull correctly helps maintain synchronization and avoid conflicts in teams.</a:t>
            </a:r>
          </a:p>
        </p:txBody>
      </p:sp>
    </p:spTree>
    <p:extLst>
      <p:ext uri="{BB962C8B-B14F-4D97-AF65-F5344CB8AC3E}">
        <p14:creationId xmlns:p14="http://schemas.microsoft.com/office/powerpoint/2010/main" val="16268630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7A848-DAA2-D4A1-4692-04A4A684496F}"/>
              </a:ext>
            </a:extLst>
          </p:cNvPr>
          <p:cNvSpPr>
            <a:spLocks noGrp="1"/>
          </p:cNvSpPr>
          <p:nvPr>
            <p:ph type="title"/>
          </p:nvPr>
        </p:nvSpPr>
        <p:spPr>
          <a:xfrm>
            <a:off x="612648" y="310896"/>
            <a:ext cx="10872216" cy="1225296"/>
          </a:xfrm>
        </p:spPr>
        <p:txBody>
          <a:bodyPr anchor="ctr">
            <a:normAutofit/>
          </a:bodyPr>
          <a:lstStyle/>
          <a:p>
            <a:r>
              <a:rPr lang="en-US"/>
              <a:t>Basic Git Commands</a:t>
            </a:r>
          </a:p>
        </p:txBody>
      </p:sp>
      <p:graphicFrame>
        <p:nvGraphicFramePr>
          <p:cNvPr id="5" name="Content Placeholder 4">
            <a:extLst>
              <a:ext uri="{FF2B5EF4-FFF2-40B4-BE49-F238E27FC236}">
                <a16:creationId xmlns:a16="http://schemas.microsoft.com/office/drawing/2014/main" id="{922474FE-8A39-4EEA-9A23-78B871DECC68}"/>
              </a:ext>
            </a:extLst>
          </p:cNvPr>
          <p:cNvGraphicFramePr>
            <a:graphicFrameLocks noGrp="1"/>
          </p:cNvGraphicFramePr>
          <p:nvPr>
            <p:ph sz="quarter" idx="13"/>
          </p:nvPr>
        </p:nvGraphicFramePr>
        <p:xfrm>
          <a:off x="2249424" y="2319753"/>
          <a:ext cx="8732520" cy="3882705"/>
        </p:xfrm>
        <a:graphic>
          <a:graphicData uri="http://schemas.openxmlformats.org/drawingml/2006/table">
            <a:tbl>
              <a:tblPr firstRow="1" bandRow="1">
                <a:noFill/>
                <a:tableStyleId>{5C22544A-7EE6-4342-B048-85BDC9FD1C3A}</a:tableStyleId>
              </a:tblPr>
              <a:tblGrid>
                <a:gridCol w="3937280">
                  <a:extLst>
                    <a:ext uri="{9D8B030D-6E8A-4147-A177-3AD203B41FA5}">
                      <a16:colId xmlns:a16="http://schemas.microsoft.com/office/drawing/2014/main" val="2806991758"/>
                    </a:ext>
                  </a:extLst>
                </a:gridCol>
                <a:gridCol w="4795240">
                  <a:extLst>
                    <a:ext uri="{9D8B030D-6E8A-4147-A177-3AD203B41FA5}">
                      <a16:colId xmlns:a16="http://schemas.microsoft.com/office/drawing/2014/main" val="3082944575"/>
                    </a:ext>
                  </a:extLst>
                </a:gridCol>
              </a:tblGrid>
              <a:tr h="596835">
                <a:tc>
                  <a:txBody>
                    <a:bodyPr/>
                    <a:lstStyle/>
                    <a:p>
                      <a:pPr>
                        <a:buNone/>
                      </a:pPr>
                      <a:r>
                        <a:rPr lang="en-US" sz="1700" b="1" cap="all" spc="150">
                          <a:solidFill>
                            <a:schemeClr val="tx1"/>
                          </a:solidFill>
                        </a:rPr>
                        <a:t>Operation</a:t>
                      </a:r>
                    </a:p>
                  </a:txBody>
                  <a:tcPr marL="147569" marR="147569" marT="147569" marB="147569" anchor="ctr">
                    <a:lnL w="12700" cmpd="sng">
                      <a:noFill/>
                    </a:lnL>
                    <a:lnR w="12700" cmpd="sng">
                      <a:noFill/>
                    </a:lnR>
                    <a:lnT w="6350" cap="flat" cmpd="sng" algn="ctr">
                      <a:noFill/>
                      <a:prstDash val="solid"/>
                    </a:lnT>
                    <a:lnB w="6350" cap="flat" cmpd="sng" algn="ctr">
                      <a:solidFill>
                        <a:schemeClr val="tx1"/>
                      </a:solidFill>
                      <a:prstDash val="solid"/>
                    </a:lnB>
                    <a:noFill/>
                  </a:tcPr>
                </a:tc>
                <a:tc>
                  <a:txBody>
                    <a:bodyPr/>
                    <a:lstStyle/>
                    <a:p>
                      <a:pPr>
                        <a:buNone/>
                      </a:pPr>
                      <a:r>
                        <a:rPr lang="en-US" sz="1700" b="1" cap="all" spc="150">
                          <a:solidFill>
                            <a:schemeClr val="tx1"/>
                          </a:solidFill>
                        </a:rPr>
                        <a:t>Command</a:t>
                      </a:r>
                    </a:p>
                  </a:txBody>
                  <a:tcPr marL="147569" marR="147569" marT="147569" marB="147569" anchor="ctr">
                    <a:lnL w="12700" cmpd="sng">
                      <a:noFill/>
                    </a:lnL>
                    <a:lnR w="12700" cmpd="sng">
                      <a:noFill/>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3967138357"/>
                  </a:ext>
                </a:extLst>
              </a:tr>
              <a:tr h="547645">
                <a:tc>
                  <a:txBody>
                    <a:bodyPr/>
                    <a:lstStyle/>
                    <a:p>
                      <a:pPr>
                        <a:buNone/>
                      </a:pPr>
                      <a:r>
                        <a:rPr lang="en-US" sz="1400" b="1" cap="none" spc="0">
                          <a:solidFill>
                            <a:schemeClr val="tx1"/>
                          </a:solidFill>
                        </a:rPr>
                        <a:t>Initialize repository</a:t>
                      </a:r>
                    </a:p>
                  </a:txBody>
                  <a:tcPr marL="147569" marR="147569" marT="147569" marB="14756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400" cap="none" spc="0">
                          <a:solidFill>
                            <a:schemeClr val="tx1"/>
                          </a:solidFill>
                        </a:rPr>
                        <a:t>git init</a:t>
                      </a:r>
                    </a:p>
                  </a:txBody>
                  <a:tcPr marL="147569" marR="147569" marT="147569" marB="14756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244637706"/>
                  </a:ext>
                </a:extLst>
              </a:tr>
              <a:tr h="547645">
                <a:tc>
                  <a:txBody>
                    <a:bodyPr/>
                    <a:lstStyle/>
                    <a:p>
                      <a:pPr>
                        <a:buNone/>
                      </a:pPr>
                      <a:r>
                        <a:rPr lang="en-US" sz="1400" b="1" cap="none" spc="0">
                          <a:solidFill>
                            <a:schemeClr val="tx1"/>
                          </a:solidFill>
                        </a:rPr>
                        <a:t>Clone repository</a:t>
                      </a:r>
                    </a:p>
                  </a:txBody>
                  <a:tcPr marL="147569" marR="147569" marT="147569" marB="14756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400" cap="none" spc="0">
                          <a:solidFill>
                            <a:schemeClr val="tx1"/>
                          </a:solidFill>
                        </a:rPr>
                        <a:t>git clone [URL]</a:t>
                      </a:r>
                    </a:p>
                  </a:txBody>
                  <a:tcPr marL="147569" marR="147569" marT="147569" marB="14756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861881195"/>
                  </a:ext>
                </a:extLst>
              </a:tr>
              <a:tr h="547645">
                <a:tc>
                  <a:txBody>
                    <a:bodyPr/>
                    <a:lstStyle/>
                    <a:p>
                      <a:pPr>
                        <a:buNone/>
                      </a:pPr>
                      <a:r>
                        <a:rPr lang="en-US" sz="1400" b="1" cap="none" spc="0">
                          <a:solidFill>
                            <a:schemeClr val="tx1"/>
                          </a:solidFill>
                        </a:rPr>
                        <a:t>Stage changes</a:t>
                      </a:r>
                    </a:p>
                  </a:txBody>
                  <a:tcPr marL="147569" marR="147569" marT="147569" marB="14756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400" cap="none" spc="0">
                          <a:solidFill>
                            <a:schemeClr val="tx1"/>
                          </a:solidFill>
                        </a:rPr>
                        <a:t>git add [file]</a:t>
                      </a:r>
                    </a:p>
                  </a:txBody>
                  <a:tcPr marL="147569" marR="147569" marT="147569" marB="14756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40191110"/>
                  </a:ext>
                </a:extLst>
              </a:tr>
              <a:tr h="547645">
                <a:tc>
                  <a:txBody>
                    <a:bodyPr/>
                    <a:lstStyle/>
                    <a:p>
                      <a:pPr>
                        <a:buNone/>
                      </a:pPr>
                      <a:r>
                        <a:rPr lang="en-US" sz="1400" b="1" cap="none" spc="0">
                          <a:solidFill>
                            <a:schemeClr val="tx1"/>
                          </a:solidFill>
                        </a:rPr>
                        <a:t>Commit changes</a:t>
                      </a:r>
                    </a:p>
                  </a:txBody>
                  <a:tcPr marL="147569" marR="147569" marT="147569" marB="14756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400" cap="none" spc="0">
                          <a:solidFill>
                            <a:schemeClr val="tx1"/>
                          </a:solidFill>
                        </a:rPr>
                        <a:t>git commit -m 'message'</a:t>
                      </a:r>
                    </a:p>
                  </a:txBody>
                  <a:tcPr marL="147569" marR="147569" marT="147569" marB="14756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37343013"/>
                  </a:ext>
                </a:extLst>
              </a:tr>
              <a:tr h="547645">
                <a:tc>
                  <a:txBody>
                    <a:bodyPr/>
                    <a:lstStyle/>
                    <a:p>
                      <a:pPr>
                        <a:buNone/>
                      </a:pPr>
                      <a:r>
                        <a:rPr lang="en-US" sz="1400" b="1" cap="none" spc="0">
                          <a:solidFill>
                            <a:schemeClr val="tx1"/>
                          </a:solidFill>
                        </a:rPr>
                        <a:t>Push changes</a:t>
                      </a:r>
                    </a:p>
                  </a:txBody>
                  <a:tcPr marL="147569" marR="147569" marT="147569" marB="14756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400" cap="none" spc="0">
                          <a:solidFill>
                            <a:schemeClr val="tx1"/>
                          </a:solidFill>
                        </a:rPr>
                        <a:t>git push</a:t>
                      </a:r>
                    </a:p>
                  </a:txBody>
                  <a:tcPr marL="147569" marR="147569" marT="147569" marB="14756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625333440"/>
                  </a:ext>
                </a:extLst>
              </a:tr>
              <a:tr h="547645">
                <a:tc>
                  <a:txBody>
                    <a:bodyPr/>
                    <a:lstStyle/>
                    <a:p>
                      <a:pPr>
                        <a:buNone/>
                      </a:pPr>
                      <a:r>
                        <a:rPr lang="en-US" sz="1400" b="1" cap="none" spc="0">
                          <a:solidFill>
                            <a:schemeClr val="tx1"/>
                          </a:solidFill>
                        </a:rPr>
                        <a:t>Pull changes</a:t>
                      </a:r>
                    </a:p>
                  </a:txBody>
                  <a:tcPr marL="147569" marR="147569" marT="147569" marB="147569"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tc>
                  <a:txBody>
                    <a:bodyPr/>
                    <a:lstStyle/>
                    <a:p>
                      <a:pPr>
                        <a:buNone/>
                      </a:pPr>
                      <a:r>
                        <a:rPr lang="en-US" sz="1400" cap="none" spc="0">
                          <a:solidFill>
                            <a:schemeClr val="tx1"/>
                          </a:solidFill>
                        </a:rPr>
                        <a:t>git pull</a:t>
                      </a:r>
                    </a:p>
                  </a:txBody>
                  <a:tcPr marL="147569" marR="147569" marT="147569" marB="147569"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extLst>
                  <a:ext uri="{0D108BD9-81ED-4DB2-BD59-A6C34878D82A}">
                    <a16:rowId xmlns:a16="http://schemas.microsoft.com/office/drawing/2014/main" val="791863160"/>
                  </a:ext>
                </a:extLst>
              </a:tr>
            </a:tbl>
          </a:graphicData>
        </a:graphic>
      </p:graphicFrame>
    </p:spTree>
    <p:extLst>
      <p:ext uri="{BB962C8B-B14F-4D97-AF65-F5344CB8AC3E}">
        <p14:creationId xmlns:p14="http://schemas.microsoft.com/office/powerpoint/2010/main" val="270523403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9F8F7-010F-BB56-DDDC-AD275D33B8E2}"/>
              </a:ext>
            </a:extLst>
          </p:cNvPr>
          <p:cNvSpPr>
            <a:spLocks noGrp="1"/>
          </p:cNvSpPr>
          <p:nvPr>
            <p:ph type="title"/>
          </p:nvPr>
        </p:nvSpPr>
        <p:spPr>
          <a:xfrm>
            <a:off x="612648" y="2093976"/>
            <a:ext cx="8229600" cy="4178808"/>
          </a:xfrm>
        </p:spPr>
        <p:txBody>
          <a:bodyPr anchor="b">
            <a:normAutofit/>
          </a:bodyPr>
          <a:lstStyle/>
          <a:p>
            <a:r>
              <a:rPr lang="en-US"/>
              <a:t>Branching and Merging</a:t>
            </a:r>
          </a:p>
        </p:txBody>
      </p:sp>
    </p:spTree>
    <p:extLst>
      <p:ext uri="{BB962C8B-B14F-4D97-AF65-F5344CB8AC3E}">
        <p14:creationId xmlns:p14="http://schemas.microsoft.com/office/powerpoint/2010/main" val="20371152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FB333-A295-562F-8610-049A14E8D8EC}"/>
              </a:ext>
            </a:extLst>
          </p:cNvPr>
          <p:cNvSpPr>
            <a:spLocks noGrp="1"/>
          </p:cNvSpPr>
          <p:nvPr>
            <p:ph type="title"/>
          </p:nvPr>
        </p:nvSpPr>
        <p:spPr>
          <a:xfrm>
            <a:off x="8165592" y="1008126"/>
            <a:ext cx="3401567" cy="1947672"/>
          </a:xfrm>
        </p:spPr>
        <p:txBody>
          <a:bodyPr anchor="b">
            <a:normAutofit/>
          </a:bodyPr>
          <a:lstStyle/>
          <a:p>
            <a:r>
              <a:rPr lang="en-US"/>
              <a:t>Branching Strategies</a:t>
            </a:r>
          </a:p>
        </p:txBody>
      </p:sp>
      <p:pic>
        <p:nvPicPr>
          <p:cNvPr id="5" name="Content Placeholder 4" descr="Red Communication bubbles with copy space are connected each other with black arrows. This image shows the social media, and online communication between people.">
            <a:extLst>
              <a:ext uri="{FF2B5EF4-FFF2-40B4-BE49-F238E27FC236}">
                <a16:creationId xmlns:a16="http://schemas.microsoft.com/office/drawing/2014/main" id="{D4AE9E0B-0034-4B2D-B008-A3E5F4BA9585}"/>
              </a:ext>
            </a:extLst>
          </p:cNvPr>
          <p:cNvPicPr>
            <a:picLocks noGrp="1" noChangeAspect="1"/>
          </p:cNvPicPr>
          <p:nvPr>
            <p:ph type="pic" sz="quarter" idx="15"/>
          </p:nvPr>
        </p:nvPicPr>
        <p:blipFill>
          <a:blip r:embed="rId3"/>
          <a:srcRect l="7111" r="20887" b="-1"/>
          <a:stretch>
            <a:fillRect/>
          </a:stretch>
        </p:blipFill>
        <p:spPr>
          <a:xfrm>
            <a:off x="115866" y="10"/>
            <a:ext cx="7397496" cy="6857990"/>
          </a:xfrm>
          <a:prstGeom prst="rect">
            <a:avLst/>
          </a:prstGeom>
          <a:noFill/>
        </p:spPr>
      </p:pic>
      <p:sp>
        <p:nvSpPr>
          <p:cNvPr id="4" name="Content Placeholder 3">
            <a:extLst>
              <a:ext uri="{FF2B5EF4-FFF2-40B4-BE49-F238E27FC236}">
                <a16:creationId xmlns:a16="http://schemas.microsoft.com/office/drawing/2014/main" id="{2686659F-65A4-12A2-548E-4C64F3BB129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65592" y="3099816"/>
            <a:ext cx="3401567" cy="3054096"/>
          </a:xfrm>
        </p:spPr>
        <p:txBody>
          <a:bodyPr>
            <a:normAutofit/>
          </a:bodyPr>
          <a:lstStyle/>
          <a:p>
            <a:pPr marL="0" indent="0">
              <a:lnSpc>
                <a:spcPct val="110000"/>
              </a:lnSpc>
              <a:spcBef>
                <a:spcPts val="2500"/>
              </a:spcBef>
              <a:buFont typeface="Arial" panose="020B0604020202020204" pitchFamily="34" charset="0"/>
              <a:buNone/>
            </a:pPr>
            <a:r>
              <a:rPr lang="en-US" sz="1000" b="1"/>
              <a:t>Purpose of Branching</a:t>
            </a:r>
          </a:p>
          <a:p>
            <a:pPr marL="0" lvl="1" indent="0">
              <a:lnSpc>
                <a:spcPct val="110000"/>
              </a:lnSpc>
              <a:buFont typeface="Arial" panose="020B0604020202020204" pitchFamily="34" charset="0"/>
              <a:buNone/>
            </a:pPr>
            <a:r>
              <a:rPr lang="en-US" sz="1000"/>
              <a:t>Branching creates isolated environments for features, bug fixes, and experiments without affecting stable code.</a:t>
            </a:r>
          </a:p>
          <a:p>
            <a:pPr marL="0" indent="0">
              <a:lnSpc>
                <a:spcPct val="110000"/>
              </a:lnSpc>
              <a:spcBef>
                <a:spcPts val="2500"/>
              </a:spcBef>
              <a:buFont typeface="Arial" panose="020B0604020202020204" pitchFamily="34" charset="0"/>
              <a:buNone/>
            </a:pPr>
            <a:r>
              <a:rPr lang="en-US" sz="1000" b="1"/>
              <a:t>Common Branch Types</a:t>
            </a:r>
          </a:p>
          <a:p>
            <a:pPr marL="0" lvl="1" indent="0">
              <a:lnSpc>
                <a:spcPct val="110000"/>
              </a:lnSpc>
              <a:buFont typeface="Arial" panose="020B0604020202020204" pitchFamily="34" charset="0"/>
              <a:buNone/>
            </a:pPr>
            <a:r>
              <a:rPr lang="en-US" sz="1000"/>
              <a:t>Main, develop, feature, release, and hotfix are commonly used branches in Git to organize development.</a:t>
            </a:r>
          </a:p>
          <a:p>
            <a:pPr marL="0" indent="0">
              <a:lnSpc>
                <a:spcPct val="110000"/>
              </a:lnSpc>
              <a:spcBef>
                <a:spcPts val="2500"/>
              </a:spcBef>
              <a:buFont typeface="Arial" panose="020B0604020202020204" pitchFamily="34" charset="0"/>
              <a:buNone/>
            </a:pPr>
            <a:r>
              <a:rPr lang="en-US" sz="1000" b="1"/>
              <a:t>Branching Models</a:t>
            </a:r>
          </a:p>
          <a:p>
            <a:pPr marL="0" lvl="1" indent="0">
              <a:lnSpc>
                <a:spcPct val="110000"/>
              </a:lnSpc>
              <a:buFont typeface="Arial" panose="020B0604020202020204" pitchFamily="34" charset="0"/>
              <a:buNone/>
            </a:pPr>
            <a:r>
              <a:rPr lang="en-US" sz="1000"/>
              <a:t>Branching models like Git Flow provide structured conventions to manage branches effectively and ensure smooth workflow.</a:t>
            </a:r>
          </a:p>
        </p:txBody>
      </p:sp>
    </p:spTree>
    <p:extLst>
      <p:ext uri="{BB962C8B-B14F-4D97-AF65-F5344CB8AC3E}">
        <p14:creationId xmlns:p14="http://schemas.microsoft.com/office/powerpoint/2010/main" val="39141189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24BC3-BCFD-6A28-08B0-ACF0A28E8185}"/>
              </a:ext>
            </a:extLst>
          </p:cNvPr>
          <p:cNvSpPr>
            <a:spLocks noGrp="1"/>
          </p:cNvSpPr>
          <p:nvPr>
            <p:ph type="title"/>
          </p:nvPr>
        </p:nvSpPr>
        <p:spPr>
          <a:xfrm>
            <a:off x="612648" y="502920"/>
            <a:ext cx="4669536" cy="1453896"/>
          </a:xfrm>
        </p:spPr>
        <p:txBody>
          <a:bodyPr anchor="t">
            <a:normAutofit/>
          </a:bodyPr>
          <a:lstStyle/>
          <a:p>
            <a:r>
              <a:rPr lang="en-US"/>
              <a:t>Merging and Conflict Resolution</a:t>
            </a:r>
          </a:p>
        </p:txBody>
      </p:sp>
      <p:pic>
        <p:nvPicPr>
          <p:cNvPr id="5" name="Content Placeholder 4" descr="Shot of a handsome young businessman working on his computer during a meeting with colleagues at work">
            <a:extLst>
              <a:ext uri="{FF2B5EF4-FFF2-40B4-BE49-F238E27FC236}">
                <a16:creationId xmlns:a16="http://schemas.microsoft.com/office/drawing/2014/main" id="{01CC4901-B514-4CBD-8AFC-F266316CF7CD}"/>
              </a:ext>
            </a:extLst>
          </p:cNvPr>
          <p:cNvPicPr>
            <a:picLocks noGrp="1" noChangeAspect="1"/>
          </p:cNvPicPr>
          <p:nvPr>
            <p:ph type="pic" sz="quarter" idx="15"/>
          </p:nvPr>
        </p:nvPicPr>
        <p:blipFill>
          <a:blip r:embed="rId3"/>
          <a:srcRect l="1276" r="21275" b="-2"/>
          <a:stretch>
            <a:fillRect/>
          </a:stretch>
        </p:blipFill>
        <p:spPr>
          <a:xfrm>
            <a:off x="612648" y="2293938"/>
            <a:ext cx="4669536" cy="4024566"/>
          </a:xfrm>
          <a:prstGeom prst="rect">
            <a:avLst/>
          </a:prstGeom>
          <a:noFill/>
        </p:spPr>
      </p:pic>
      <p:sp>
        <p:nvSpPr>
          <p:cNvPr id="4" name="Content Placeholder 3">
            <a:extLst>
              <a:ext uri="{FF2B5EF4-FFF2-40B4-BE49-F238E27FC236}">
                <a16:creationId xmlns:a16="http://schemas.microsoft.com/office/drawing/2014/main" id="{7D475FD6-A423-60A7-A15B-2E312EE7B97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Branch Changes Integration</a:t>
            </a:r>
          </a:p>
          <a:p>
            <a:pPr marL="0" lvl="1" indent="0">
              <a:buFont typeface="Arial" panose="020B0604020202020204" pitchFamily="34" charset="0"/>
              <a:buNone/>
            </a:pPr>
            <a:r>
              <a:t>Merging combines code changes from different branches to unify updates and features seamlessly.</a:t>
            </a:r>
            <a:endParaRPr lang="en-US"/>
          </a:p>
          <a:p>
            <a:pPr marL="0" indent="0">
              <a:spcBef>
                <a:spcPts val="2500"/>
              </a:spcBef>
              <a:buFont typeface="Arial" panose="020B0604020202020204" pitchFamily="34" charset="0"/>
              <a:buNone/>
            </a:pPr>
            <a:r>
              <a:rPr lang="en-US" b="1"/>
              <a:t>Conflict Detection</a:t>
            </a:r>
          </a:p>
          <a:p>
            <a:pPr marL="0" lvl="1" indent="0">
              <a:buFont typeface="Arial" panose="020B0604020202020204" pitchFamily="34" charset="0"/>
              <a:buNone/>
            </a:pPr>
            <a:r>
              <a:t>Conflicts arise when overlapping edits occur in the same file, requiring manual intervention to resolve.</a:t>
            </a:r>
            <a:endParaRPr lang="en-US"/>
          </a:p>
          <a:p>
            <a:pPr marL="0" indent="0">
              <a:spcBef>
                <a:spcPts val="2500"/>
              </a:spcBef>
              <a:buFont typeface="Arial" panose="020B0604020202020204" pitchFamily="34" charset="0"/>
              <a:buNone/>
            </a:pPr>
            <a:r>
              <a:rPr lang="en-US" b="1"/>
              <a:t>Manual Conflict Resolution</a:t>
            </a:r>
          </a:p>
          <a:p>
            <a:pPr marL="0" lvl="1" indent="0">
              <a:buFont typeface="Arial" panose="020B0604020202020204" pitchFamily="34" charset="0"/>
              <a:buNone/>
            </a:pPr>
            <a:r>
              <a:t>Developers manually edit conflicting files, remove conflict markers, and commit the resolved code.</a:t>
            </a:r>
            <a:endParaRPr lang="en-US"/>
          </a:p>
          <a:p>
            <a:pPr marL="0" indent="0">
              <a:spcBef>
                <a:spcPts val="2500"/>
              </a:spcBef>
              <a:buFont typeface="Arial" panose="020B0604020202020204" pitchFamily="34" charset="0"/>
              <a:buNone/>
            </a:pPr>
            <a:r>
              <a:rPr lang="en-US" b="1"/>
              <a:t>Maintaining Code Integrity</a:t>
            </a:r>
          </a:p>
          <a:p>
            <a:pPr marL="0" lvl="1" indent="0">
              <a:buFont typeface="Arial" panose="020B0604020202020204" pitchFamily="34" charset="0"/>
              <a:buNone/>
            </a:pPr>
            <a:r>
              <a:t>Effective merging practices ensure stable codebases and smooth collaboration among developers.</a:t>
            </a:r>
            <a:endParaRPr lang="en-US"/>
          </a:p>
        </p:txBody>
      </p:sp>
    </p:spTree>
    <p:extLst>
      <p:ext uri="{BB962C8B-B14F-4D97-AF65-F5344CB8AC3E}">
        <p14:creationId xmlns:p14="http://schemas.microsoft.com/office/powerpoint/2010/main" val="9683633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C4DCE-C8CB-B114-5865-47716DA44A6A}"/>
              </a:ext>
            </a:extLst>
          </p:cNvPr>
          <p:cNvSpPr>
            <a:spLocks noGrp="1"/>
          </p:cNvSpPr>
          <p:nvPr>
            <p:ph type="title"/>
          </p:nvPr>
        </p:nvSpPr>
        <p:spPr>
          <a:xfrm>
            <a:off x="612648" y="2093976"/>
            <a:ext cx="8229600" cy="4178808"/>
          </a:xfrm>
        </p:spPr>
        <p:txBody>
          <a:bodyPr anchor="b">
            <a:normAutofit/>
          </a:bodyPr>
          <a:lstStyle/>
          <a:p>
            <a:r>
              <a:rPr lang="en-US"/>
              <a:t>Best Practices and Key Takeaways</a:t>
            </a:r>
          </a:p>
        </p:txBody>
      </p:sp>
    </p:spTree>
    <p:extLst>
      <p:ext uri="{BB962C8B-B14F-4D97-AF65-F5344CB8AC3E}">
        <p14:creationId xmlns:p14="http://schemas.microsoft.com/office/powerpoint/2010/main" val="14212876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CEE0D-CBE0-CB85-C924-A41711C5F050}"/>
              </a:ext>
            </a:extLst>
          </p:cNvPr>
          <p:cNvSpPr>
            <a:spLocks noGrp="1"/>
          </p:cNvSpPr>
          <p:nvPr>
            <p:ph type="title"/>
          </p:nvPr>
        </p:nvSpPr>
        <p:spPr>
          <a:xfrm>
            <a:off x="612648" y="502920"/>
            <a:ext cx="4669536" cy="1453896"/>
          </a:xfrm>
        </p:spPr>
        <p:txBody>
          <a:bodyPr anchor="t">
            <a:normAutofit/>
          </a:bodyPr>
          <a:lstStyle/>
          <a:p>
            <a:r>
              <a:rPr lang="en-US"/>
              <a:t>Best Practices for Version Control</a:t>
            </a:r>
          </a:p>
        </p:txBody>
      </p:sp>
      <p:pic>
        <p:nvPicPr>
          <p:cNvPr id="5" name="Content Placeholder 4" descr="Digital concept which shows abstract network and concept of security optimization and internet technology  ">
            <a:extLst>
              <a:ext uri="{FF2B5EF4-FFF2-40B4-BE49-F238E27FC236}">
                <a16:creationId xmlns:a16="http://schemas.microsoft.com/office/drawing/2014/main" id="{03E7F921-9617-4100-A020-A1377FFDF6DC}"/>
              </a:ext>
            </a:extLst>
          </p:cNvPr>
          <p:cNvPicPr>
            <a:picLocks noGrp="1" noChangeAspect="1"/>
          </p:cNvPicPr>
          <p:nvPr>
            <p:ph type="pic" sz="quarter" idx="15"/>
          </p:nvPr>
        </p:nvPicPr>
        <p:blipFill>
          <a:blip r:embed="rId3"/>
          <a:srcRect l="9896" r="14687" b="-1"/>
          <a:stretch>
            <a:fillRect/>
          </a:stretch>
        </p:blipFill>
        <p:spPr>
          <a:xfrm>
            <a:off x="612648" y="2293938"/>
            <a:ext cx="4669536" cy="4024566"/>
          </a:xfrm>
          <a:prstGeom prst="rect">
            <a:avLst/>
          </a:prstGeom>
          <a:noFill/>
        </p:spPr>
      </p:pic>
      <p:sp>
        <p:nvSpPr>
          <p:cNvPr id="4" name="Content Placeholder 3">
            <a:extLst>
              <a:ext uri="{FF2B5EF4-FFF2-40B4-BE49-F238E27FC236}">
                <a16:creationId xmlns:a16="http://schemas.microsoft.com/office/drawing/2014/main" id="{688A3A8F-A1FF-98BE-01E5-74D8BDB9C3E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Frequent Commits and Branching</a:t>
            </a:r>
          </a:p>
          <a:p>
            <a:pPr marL="0" lvl="1" indent="0">
              <a:buFont typeface="Arial" panose="020B0604020202020204" pitchFamily="34" charset="0"/>
              <a:buNone/>
            </a:pPr>
            <a:r>
              <a:t>Commit changes often with clear messages and use branches to develop new features separately.</a:t>
            </a:r>
            <a:endParaRPr lang="en-US"/>
          </a:p>
          <a:p>
            <a:pPr marL="0" indent="0">
              <a:spcBef>
                <a:spcPts val="2500"/>
              </a:spcBef>
              <a:buFont typeface="Arial" panose="020B0604020202020204" pitchFamily="34" charset="0"/>
              <a:buNone/>
            </a:pPr>
            <a:r>
              <a:rPr lang="en-US" b="1"/>
              <a:t>Synchronization with Remote Repositories</a:t>
            </a:r>
          </a:p>
          <a:p>
            <a:pPr marL="0" lvl="1" indent="0">
              <a:buFont typeface="Arial" panose="020B0604020202020204" pitchFamily="34" charset="0"/>
              <a:buNone/>
            </a:pPr>
            <a:r>
              <a:t>Regularly sync local changes with remote repositories to keep codebases consistent and up to date.</a:t>
            </a:r>
            <a:endParaRPr lang="en-US"/>
          </a:p>
          <a:p>
            <a:pPr marL="0" indent="0">
              <a:spcBef>
                <a:spcPts val="2500"/>
              </a:spcBef>
              <a:buFont typeface="Arial" panose="020B0604020202020204" pitchFamily="34" charset="0"/>
              <a:buNone/>
            </a:pPr>
            <a:r>
              <a:rPr lang="en-US" b="1"/>
              <a:t>Security and Backup Strategies</a:t>
            </a:r>
          </a:p>
          <a:p>
            <a:pPr marL="0" lvl="1" indent="0">
              <a:buFont typeface="Arial" panose="020B0604020202020204" pitchFamily="34" charset="0"/>
              <a:buNone/>
            </a:pPr>
            <a:r>
              <a:t>Implement access controls and backup plans to safeguard code and ensure disaster recovery.</a:t>
            </a:r>
            <a:endParaRPr lang="en-US"/>
          </a:p>
          <a:p>
            <a:pPr marL="0" indent="0">
              <a:spcBef>
                <a:spcPts val="2500"/>
              </a:spcBef>
              <a:buFont typeface="Arial" panose="020B0604020202020204" pitchFamily="34" charset="0"/>
              <a:buNone/>
            </a:pPr>
            <a:r>
              <a:rPr lang="en-US" b="1"/>
              <a:t>Monitoring and Compliance</a:t>
            </a:r>
          </a:p>
          <a:p>
            <a:pPr marL="0" lvl="1" indent="0">
              <a:buFont typeface="Arial" panose="020B0604020202020204" pitchFamily="34" charset="0"/>
              <a:buNone/>
            </a:pPr>
            <a:r>
              <a:t>Monitor version control activities to maintain code integrity and adhere to compliance standards.</a:t>
            </a:r>
            <a:endParaRPr lang="en-US"/>
          </a:p>
        </p:txBody>
      </p:sp>
    </p:spTree>
    <p:extLst>
      <p:ext uri="{BB962C8B-B14F-4D97-AF65-F5344CB8AC3E}">
        <p14:creationId xmlns:p14="http://schemas.microsoft.com/office/powerpoint/2010/main" val="21374131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9AA90-4945-89B3-C9E6-86C632186719}"/>
              </a:ext>
            </a:extLst>
          </p:cNvPr>
          <p:cNvSpPr>
            <a:spLocks noGrp="1"/>
          </p:cNvSpPr>
          <p:nvPr>
            <p:ph type="title"/>
          </p:nvPr>
        </p:nvSpPr>
        <p:spPr>
          <a:xfrm>
            <a:off x="612648" y="502920"/>
            <a:ext cx="4669536" cy="1453896"/>
          </a:xfrm>
        </p:spPr>
        <p:txBody>
          <a:bodyPr anchor="t">
            <a:normAutofit/>
          </a:bodyPr>
          <a:lstStyle/>
          <a:p>
            <a:r>
              <a:rPr lang="en-US"/>
              <a:t>Key Takeaways</a:t>
            </a:r>
          </a:p>
        </p:txBody>
      </p:sp>
      <p:pic>
        <p:nvPicPr>
          <p:cNvPr id="5" name="Content Placeholder 4" descr="4K Resolution">
            <a:extLst>
              <a:ext uri="{FF2B5EF4-FFF2-40B4-BE49-F238E27FC236}">
                <a16:creationId xmlns:a16="http://schemas.microsoft.com/office/drawing/2014/main" id="{A79FA840-5059-4198-93DD-CBE5EBC91A42}"/>
              </a:ext>
            </a:extLst>
          </p:cNvPr>
          <p:cNvPicPr>
            <a:picLocks noGrp="1" noChangeAspect="1"/>
          </p:cNvPicPr>
          <p:nvPr>
            <p:ph type="pic" sz="quarter" idx="15"/>
          </p:nvPr>
        </p:nvPicPr>
        <p:blipFill>
          <a:blip r:embed="rId3"/>
          <a:srcRect l="17206" r="17530"/>
          <a:stretch>
            <a:fillRect/>
          </a:stretch>
        </p:blipFill>
        <p:spPr>
          <a:xfrm>
            <a:off x="612648" y="2293938"/>
            <a:ext cx="4669536" cy="4024566"/>
          </a:xfrm>
          <a:prstGeom prst="rect">
            <a:avLst/>
          </a:prstGeom>
          <a:noFill/>
        </p:spPr>
      </p:pic>
      <p:sp>
        <p:nvSpPr>
          <p:cNvPr id="4" name="Content Placeholder 3">
            <a:extLst>
              <a:ext uri="{FF2B5EF4-FFF2-40B4-BE49-F238E27FC236}">
                <a16:creationId xmlns:a16="http://schemas.microsoft.com/office/drawing/2014/main" id="{BD3B8B66-D27B-DECC-7F50-35895AA3971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Importance of Version Control</a:t>
            </a:r>
          </a:p>
          <a:p>
            <a:pPr marL="0" lvl="1" indent="0">
              <a:buFont typeface="Arial" panose="020B0604020202020204" pitchFamily="34" charset="0"/>
              <a:buNone/>
            </a:pPr>
            <a:r>
              <a:t>Version control systems track changes, support collaboration, and help maintain high code quality in projects.</a:t>
            </a:r>
            <a:endParaRPr lang="en-US"/>
          </a:p>
          <a:p>
            <a:pPr marL="0" indent="0">
              <a:spcBef>
                <a:spcPts val="2500"/>
              </a:spcBef>
              <a:buFont typeface="Arial" panose="020B0604020202020204" pitchFamily="34" charset="0"/>
              <a:buNone/>
            </a:pPr>
            <a:r>
              <a:rPr lang="en-US" b="1"/>
              <a:t>Git Features</a:t>
            </a:r>
          </a:p>
          <a:p>
            <a:pPr marL="0" lvl="1" indent="0">
              <a:buFont typeface="Arial" panose="020B0604020202020204" pitchFamily="34" charset="0"/>
              <a:buNone/>
            </a:pPr>
            <a:r>
              <a:t>Git offers distributed version control with features like branching, merging, and staging for efficient code management.</a:t>
            </a:r>
            <a:endParaRPr lang="en-US"/>
          </a:p>
          <a:p>
            <a:pPr marL="0" indent="0">
              <a:spcBef>
                <a:spcPts val="2500"/>
              </a:spcBef>
              <a:buFont typeface="Arial" panose="020B0604020202020204" pitchFamily="34" charset="0"/>
              <a:buNone/>
            </a:pPr>
            <a:r>
              <a:rPr lang="en-US" b="1"/>
              <a:t>Role of GitHub</a:t>
            </a:r>
          </a:p>
          <a:p>
            <a:pPr marL="0" lvl="1" indent="0">
              <a:buFont typeface="Arial" panose="020B0604020202020204" pitchFamily="34" charset="0"/>
              <a:buNone/>
            </a:pPr>
            <a:r>
              <a:t>GitHub provides remote hosting and tools that enhance collaboration on Git-based projects.</a:t>
            </a:r>
            <a:endParaRPr lang="en-US"/>
          </a:p>
          <a:p>
            <a:pPr marL="0" indent="0">
              <a:spcBef>
                <a:spcPts val="2500"/>
              </a:spcBef>
              <a:buFont typeface="Arial" panose="020B0604020202020204" pitchFamily="34" charset="0"/>
              <a:buNone/>
            </a:pPr>
            <a:r>
              <a:rPr lang="en-US" b="1"/>
              <a:t>Best Practices</a:t>
            </a:r>
          </a:p>
          <a:p>
            <a:pPr marL="0" lvl="1" indent="0">
              <a:buFont typeface="Arial" panose="020B0604020202020204" pitchFamily="34" charset="0"/>
              <a:buNone/>
            </a:pPr>
            <a:r>
              <a:t>Mastering Git workflows and best practices ensures efficient and reliable software development processes.</a:t>
            </a:r>
            <a:endParaRPr lang="en-US"/>
          </a:p>
        </p:txBody>
      </p:sp>
    </p:spTree>
    <p:extLst>
      <p:ext uri="{BB962C8B-B14F-4D97-AF65-F5344CB8AC3E}">
        <p14:creationId xmlns:p14="http://schemas.microsoft.com/office/powerpoint/2010/main" val="23150840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Chroma">
  <a:themeElements>
    <a:clrScheme name="Chroma">
      <a:dk1>
        <a:srgbClr val="131313"/>
      </a:dk1>
      <a:lt1>
        <a:sysClr val="window" lastClr="FFFFFF"/>
      </a:lt1>
      <a:dk2>
        <a:srgbClr val="0C233A"/>
      </a:dk2>
      <a:lt2>
        <a:srgbClr val="F5FAFD"/>
      </a:lt2>
      <a:accent1>
        <a:srgbClr val="4485DC"/>
      </a:accent1>
      <a:accent2>
        <a:srgbClr val="25AAD5"/>
      </a:accent2>
      <a:accent3>
        <a:srgbClr val="5BBEAC"/>
      </a:accent3>
      <a:accent4>
        <a:srgbClr val="6666E2"/>
      </a:accent4>
      <a:accent5>
        <a:srgbClr val="66C26C"/>
      </a:accent5>
      <a:accent6>
        <a:srgbClr val="10CF9B"/>
      </a:accent6>
      <a:hlink>
        <a:srgbClr val="4485DC"/>
      </a:hlink>
      <a:folHlink>
        <a:srgbClr val="25AAD5"/>
      </a:folHlink>
    </a:clrScheme>
    <a:fontScheme name="Custom 2">
      <a:majorFont>
        <a:latin typeface="Aptos Light"/>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ma" id="{DC2B181E-9B25-4FFB-A269-A81149E37B96}" vid="{FD28A279-D9A1-4F6C-9122-D382EE6782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9145BFBA-5402-4A2B-A3EF-0CBC5F583FF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75CE36B-7578-4CD8-A1EE-AB0D9EA3EA56}">
  <ds:schemaRefs>
    <ds:schemaRef ds:uri="http://schemas.microsoft.com/sharepoint/v3/contenttype/forms"/>
  </ds:schemaRefs>
</ds:datastoreItem>
</file>

<file path=customXml/itemProps3.xml><?xml version="1.0" encoding="utf-8"?>
<ds:datastoreItem xmlns:ds="http://schemas.openxmlformats.org/officeDocument/2006/customXml" ds:itemID="{D1765D7D-D5CE-4522-8099-745D903F48D3}">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Chroma</Template>
  <TotalTime>1</TotalTime>
  <Words>4</Words>
  <Application>Microsoft Office PowerPoint</Application>
  <PresentationFormat>Widescreen</PresentationFormat>
  <Paragraphs>2</Paragraphs>
  <Slides>20</Slides>
  <Notes>20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Chroma</vt:lpstr>
      <vt:lpstr>Basics of Version Control System with Git</vt:lpstr>
      <vt:lpstr>Introduction and Learning Objectives</vt:lpstr>
      <vt:lpstr>Learning Objectives</vt:lpstr>
      <vt:lpstr>Overview of Version Control Systems</vt:lpstr>
      <vt:lpstr>Source Code Management and Benefits</vt:lpstr>
      <vt:lpstr>VCS vs SCM</vt:lpstr>
      <vt:lpstr>Git Basics and Features</vt:lpstr>
      <vt:lpstr>What is Git and Why Use It?</vt:lpstr>
      <vt:lpstr>Key Features of Git</vt:lpstr>
      <vt:lpstr>Git vs GitHub</vt:lpstr>
      <vt:lpstr>Differences Between Git and GitHub</vt:lpstr>
      <vt:lpstr>Git Workflow and Commands</vt:lpstr>
      <vt:lpstr>Push and Pull Operations</vt:lpstr>
      <vt:lpstr>Basic Git Commands</vt:lpstr>
      <vt:lpstr>Branching and Merging</vt:lpstr>
      <vt:lpstr>Branching Strategies</vt:lpstr>
      <vt:lpstr>Merging and Conflict Resolution</vt:lpstr>
      <vt:lpstr>Best Practices and Key Takeaways</vt:lpstr>
      <vt:lpstr>Best Practices for Version Control</vt:lpstr>
      <vt:lpstr>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5</cp:revision>
  <dcterms:created xsi:type="dcterms:W3CDTF">2025-08-21T22:55:37Z</dcterms:created>
  <dcterms:modified xsi:type="dcterms:W3CDTF">2025-12-08T17:16:12Z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SIP_Label_dad3be33-4108-4738-9e07-d8656a181486_ContentBits">
    <vt:lpwstr>0</vt:lpwstr>
  </property>
  <property fmtid="{D5CDD505-2E9C-101B-9397-08002B2CF9AE}" pid="4" name="MSIP_Label_dad3be33-4108-4738-9e07-d8656a181486_Enabled">
    <vt:lpwstr>true</vt:lpwstr>
  </property>
  <property fmtid="{D5CDD505-2E9C-101B-9397-08002B2CF9AE}" pid="5" name="MSIP_Label_dad3be33-4108-4738-9e07-d8656a181486_SetDate">
    <vt:lpwstr>2025-12-08T17:16:06Z</vt:lpwstr>
  </property>
  <property fmtid="{D5CDD505-2E9C-101B-9397-08002B2CF9AE}" pid="6" name="MSIP_Label_dad3be33-4108-4738-9e07-d8656a181486_Tag">
    <vt:lpwstr>10, 0, 1, 2</vt:lpwstr>
  </property>
  <property fmtid="{D5CDD505-2E9C-101B-9397-08002B2CF9AE}" pid="7" name="MSIP_Label_dad3be33-4108-4738-9e07-d8656a181486_ActionId">
    <vt:lpwstr>7a04912f-490d-421c-ac67-9f74053a23d2</vt:lpwstr>
  </property>
  <property fmtid="{D5CDD505-2E9C-101B-9397-08002B2CF9AE}" pid="8" name="MSIP_Label_dad3be33-4108-4738-9e07-d8656a181486_Name">
    <vt:lpwstr>Public No Visual Label</vt:lpwstr>
  </property>
  <property fmtid="{D5CDD505-2E9C-101B-9397-08002B2CF9AE}" pid="9" name="MSIP_Label_dad3be33-4108-4738-9e07-d8656a181486_SiteId">
    <vt:lpwstr>945c199a-83a2-4e80-9f8c-5a91be5752dd</vt:lpwstr>
  </property>
  <property fmtid="{D5CDD505-2E9C-101B-9397-08002B2CF9AE}" pid="10" name="MSIP_Label_dad3be33-4108-4738-9e07-d8656a181486_Method">
    <vt:lpwstr>Privileged</vt:lpwstr>
  </property>
</Properties>
</file>