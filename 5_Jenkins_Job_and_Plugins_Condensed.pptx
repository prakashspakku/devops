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7" r:id="rId4"/>
  </p:sldMasterIdLst>
  <p:notesMasterIdLst>
    <p:notesMasterId r:id="rId20"/>
  </p:notesMasterIdLst>
  <p:handoutMasterIdLst>
    <p:handoutMasterId r:id="rId21"/>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Jenkins Job and Plugins" id="{65830648-7FD2-43BC-B16A-84283A47FEA3}">
          <p14:sldIdLst>
            <p14:sldId id="2561"/>
          </p14:sldIdLst>
        </p14:section>
        <p14:section name="Learning Objectives" id="{E1291017-1C63-4536-9282-F3CF3366E432}">
          <p14:sldIdLst>
            <p14:sldId id="2562"/>
            <p14:sldId id="2563"/>
          </p14:sldIdLst>
        </p14:section>
        <p14:section name="Jenkins Job Configuration" id="{A0148382-393C-4786-91ED-1906E2D36241}">
          <p14:sldIdLst>
            <p14:sldId id="2564"/>
            <p14:sldId id="2565"/>
          </p14:sldIdLst>
        </p14:section>
        <p14:section name="Job Import Plugin" id="{BBD0C0C7-ED4A-48A1-8916-E3BCBB0E64D2}">
          <p14:sldIdLst>
            <p14:sldId id="2566"/>
            <p14:sldId id="2567"/>
          </p14:sldIdLst>
        </p14:section>
        <p14:section name="Jenkins Plugins" id="{DA875965-8E3D-4B74-BD02-4E073813D85C}">
          <p14:sldIdLst>
            <p14:sldId id="2568"/>
            <p14:sldId id="2569"/>
          </p14:sldIdLst>
        </p14:section>
        <p14:section name="Freestyle Job Sections" id="{0F6A448C-985B-4EBC-AC8B-371589E57297}">
          <p14:sldIdLst>
            <p14:sldId id="2570"/>
            <p14:sldId id="2571"/>
          </p14:sldIdLst>
        </p14:section>
        <p14:section name="Notifications in Jenkins" id="{F559CCBF-142C-42B2-A328-FCA044D5C7DE}">
          <p14:sldIdLst>
            <p14:sldId id="2572"/>
            <p14:sldId id="2573"/>
          </p14:sldIdLst>
        </p14:section>
        <p14:section name="Key Takeaways" id="{846FEA21-E2C0-4E7D-88B4-8E0C9372176F}">
          <p14:sldIdLst>
            <p14:sldId id="2574"/>
            <p14:sldId id="25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010E4221-6F06-64E5-5214-772388C857B5}" name="Elizabeth Feldbruegge (ALLEGIS GROUP HOLDINGS INC)" initials="" userId="S::v-felizabeth@microsoft.com::ba5aea11-28e4-484d-8e49-c15efb1bd2e9"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F9477A-0578-4664-B627-EB12ADA98725}" v="15" dt="2025-12-09T05:47:24.793"/>
  </p1510:revLst>
</p1510:revInfo>
</file>

<file path=ppt/tableStyles.xml><?xml version="1.0" encoding="utf-8"?>
<a:tblStyleLst xmlns:a="http://schemas.openxmlformats.org/drawingml/2006/main" def="{C083E6E3-FA7D-4D7B-A595-EF9225AFEA8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97" autoAdjust="0"/>
    <p:restoredTop sz="94469"/>
  </p:normalViewPr>
  <p:slideViewPr>
    <p:cSldViewPr snapToGrid="0">
      <p:cViewPr>
        <p:scale>
          <a:sx n="100" d="100"/>
          <a:sy n="100" d="100"/>
        </p:scale>
        <p:origin x="-269" y="-538"/>
      </p:cViewPr>
      <p:guideLst/>
    </p:cSldViewPr>
  </p:slideViewPr>
  <p:notesTextViewPr>
    <p:cViewPr>
      <p:scale>
        <a:sx n="1" d="1"/>
        <a:sy n="1" d="1"/>
      </p:scale>
      <p:origin x="0" y="0"/>
    </p:cViewPr>
  </p:notesTextViewPr>
  <p:sorterViewPr>
    <p:cViewPr>
      <p:scale>
        <a:sx n="100" d="100"/>
        <a:sy n="100" d="100"/>
      </p:scale>
      <p:origin x="0" y="-237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diagrams/_rels/data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107D58-B6D0-41BD-AC4B-6DF42CB94FAF}"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27138F1C-1558-46E9-A7B2-F4117891CF22}">
      <dgm:prSet/>
      <dgm:spPr/>
      <dgm:t>
        <a:bodyPr/>
        <a:lstStyle/>
        <a:p>
          <a:pPr>
            <a:lnSpc>
              <a:spcPct val="100000"/>
            </a:lnSpc>
            <a:defRPr b="1"/>
          </a:pPr>
          <a:r>
            <a:rPr lang="en-US"/>
            <a:t>Job Import Purpose</a:t>
          </a:r>
        </a:p>
      </dgm:t>
    </dgm:pt>
    <dgm:pt modelId="{BE50AEC5-8A33-4D1A-A2E0-8300C4B0CA03}" type="parTrans" cxnId="{28D49C7F-6C70-4AF2-B585-F3CA91183230}">
      <dgm:prSet/>
      <dgm:spPr/>
      <dgm:t>
        <a:bodyPr/>
        <a:lstStyle/>
        <a:p>
          <a:endParaRPr lang="en-US"/>
        </a:p>
      </dgm:t>
    </dgm:pt>
    <dgm:pt modelId="{625C2AA0-D6F7-468A-9986-0FC243B7793F}" type="sibTrans" cxnId="{28D49C7F-6C70-4AF2-B585-F3CA91183230}">
      <dgm:prSet/>
      <dgm:spPr/>
      <dgm:t>
        <a:bodyPr/>
        <a:lstStyle/>
        <a:p>
          <a:pPr>
            <a:lnSpc>
              <a:spcPct val="100000"/>
            </a:lnSpc>
            <a:defRPr b="1"/>
          </a:pPr>
          <a:endParaRPr lang="en-US"/>
        </a:p>
      </dgm:t>
    </dgm:pt>
    <dgm:pt modelId="{CB12723D-11CF-45DC-A9E7-0D1D3F497459}">
      <dgm:prSet/>
      <dgm:spPr/>
      <dgm:t>
        <a:bodyPr/>
        <a:lstStyle/>
        <a:p>
          <a:pPr>
            <a:lnSpc>
              <a:spcPct val="100000"/>
            </a:lnSpc>
          </a:pPr>
          <a:r>
            <a:rPr lang="en-US"/>
            <a:t>The plugin eliminates manual job recreation, saving time and reducing configuration errors during migration.</a:t>
          </a:r>
        </a:p>
      </dgm:t>
    </dgm:pt>
    <dgm:pt modelId="{60A00A30-F892-4F75-9296-FBB1F5F09A0E}" type="parTrans" cxnId="{14B2BB58-8B5E-496D-8D8D-18AE42CB3A6D}">
      <dgm:prSet/>
      <dgm:spPr/>
      <dgm:t>
        <a:bodyPr/>
        <a:lstStyle/>
        <a:p>
          <a:endParaRPr lang="en-US"/>
        </a:p>
      </dgm:t>
    </dgm:pt>
    <dgm:pt modelId="{D50DFDC5-62D7-4601-B4BB-8512F9A6207F}" type="sibTrans" cxnId="{14B2BB58-8B5E-496D-8D8D-18AE42CB3A6D}">
      <dgm:prSet/>
      <dgm:spPr/>
      <dgm:t>
        <a:bodyPr/>
        <a:lstStyle/>
        <a:p>
          <a:endParaRPr lang="en-US"/>
        </a:p>
      </dgm:t>
    </dgm:pt>
    <dgm:pt modelId="{FD193D63-D7CD-4BE7-A2A7-ED3A3898F112}">
      <dgm:prSet/>
      <dgm:spPr/>
      <dgm:t>
        <a:bodyPr/>
        <a:lstStyle/>
        <a:p>
          <a:pPr>
            <a:lnSpc>
              <a:spcPct val="100000"/>
            </a:lnSpc>
            <a:defRPr b="1"/>
          </a:pPr>
          <a:r>
            <a:rPr lang="en-US"/>
            <a:t>Migration Workflow</a:t>
          </a:r>
        </a:p>
      </dgm:t>
    </dgm:pt>
    <dgm:pt modelId="{CDAF1B8E-9F48-4DD0-BC92-B66E88872BB2}" type="parTrans" cxnId="{A2DFFACD-45A2-4F9B-9A4B-6298471FB5AD}">
      <dgm:prSet/>
      <dgm:spPr/>
      <dgm:t>
        <a:bodyPr/>
        <a:lstStyle/>
        <a:p>
          <a:endParaRPr lang="en-US"/>
        </a:p>
      </dgm:t>
    </dgm:pt>
    <dgm:pt modelId="{0F5641E3-4333-4D93-A421-9E00BF167925}" type="sibTrans" cxnId="{A2DFFACD-45A2-4F9B-9A4B-6298471FB5AD}">
      <dgm:prSet/>
      <dgm:spPr/>
      <dgm:t>
        <a:bodyPr/>
        <a:lstStyle/>
        <a:p>
          <a:pPr>
            <a:lnSpc>
              <a:spcPct val="100000"/>
            </a:lnSpc>
            <a:defRPr b="1"/>
          </a:pPr>
          <a:endParaRPr lang="en-US"/>
        </a:p>
      </dgm:t>
    </dgm:pt>
    <dgm:pt modelId="{F058EA61-9CC9-43BE-B2C3-278F6E26A21D}">
      <dgm:prSet/>
      <dgm:spPr/>
      <dgm:t>
        <a:bodyPr/>
        <a:lstStyle/>
        <a:p>
          <a:pPr>
            <a:lnSpc>
              <a:spcPct val="100000"/>
            </a:lnSpc>
          </a:pPr>
          <a:r>
            <a:rPr lang="en-US"/>
            <a:t>Install plugin on source and target, configure credentials, fetch jobs, and select jobs to import.</a:t>
          </a:r>
        </a:p>
      </dgm:t>
    </dgm:pt>
    <dgm:pt modelId="{D50836C0-9092-4465-BC4B-B930549E1FB7}" type="parTrans" cxnId="{D45543D0-635D-4ED0-A504-64266B433CA5}">
      <dgm:prSet/>
      <dgm:spPr/>
      <dgm:t>
        <a:bodyPr/>
        <a:lstStyle/>
        <a:p>
          <a:endParaRPr lang="en-US"/>
        </a:p>
      </dgm:t>
    </dgm:pt>
    <dgm:pt modelId="{0AA49796-F32B-4EC1-862F-CC4AEBD0D041}" type="sibTrans" cxnId="{D45543D0-635D-4ED0-A504-64266B433CA5}">
      <dgm:prSet/>
      <dgm:spPr/>
      <dgm:t>
        <a:bodyPr/>
        <a:lstStyle/>
        <a:p>
          <a:endParaRPr lang="en-US"/>
        </a:p>
      </dgm:t>
    </dgm:pt>
    <dgm:pt modelId="{C3FA2F6F-04BA-468A-B40F-98CE2AC7878B}">
      <dgm:prSet/>
      <dgm:spPr/>
      <dgm:t>
        <a:bodyPr/>
        <a:lstStyle/>
        <a:p>
          <a:pPr>
            <a:lnSpc>
              <a:spcPct val="100000"/>
            </a:lnSpc>
            <a:defRPr b="1"/>
          </a:pPr>
          <a:r>
            <a:rPr lang="en-US"/>
            <a:t>Benefits of Plugin</a:t>
          </a:r>
        </a:p>
      </dgm:t>
    </dgm:pt>
    <dgm:pt modelId="{93CE0540-9BF4-4B2A-938C-C6D3396DA713}" type="parTrans" cxnId="{5764A4B5-F1F9-4C64-97DF-0DB8F06DC988}">
      <dgm:prSet/>
      <dgm:spPr/>
      <dgm:t>
        <a:bodyPr/>
        <a:lstStyle/>
        <a:p>
          <a:endParaRPr lang="en-US"/>
        </a:p>
      </dgm:t>
    </dgm:pt>
    <dgm:pt modelId="{B7399A15-32F5-48D2-AB49-C2DF15753108}" type="sibTrans" cxnId="{5764A4B5-F1F9-4C64-97DF-0DB8F06DC988}">
      <dgm:prSet/>
      <dgm:spPr/>
      <dgm:t>
        <a:bodyPr/>
        <a:lstStyle/>
        <a:p>
          <a:endParaRPr lang="en-US"/>
        </a:p>
      </dgm:t>
    </dgm:pt>
    <dgm:pt modelId="{34B65D24-67A0-46E5-B70B-D0CF0B6231F9}">
      <dgm:prSet/>
      <dgm:spPr/>
      <dgm:t>
        <a:bodyPr/>
        <a:lstStyle/>
        <a:p>
          <a:pPr>
            <a:lnSpc>
              <a:spcPct val="100000"/>
            </a:lnSpc>
          </a:pPr>
          <a:r>
            <a:rPr lang="en-US"/>
            <a:t>Ensures consistency, reduces errors, and streamlines environment setup during upgrades or disaster recovery.</a:t>
          </a:r>
        </a:p>
      </dgm:t>
    </dgm:pt>
    <dgm:pt modelId="{D4DC2F77-C3D2-4DD2-A775-E582ABED31BC}" type="parTrans" cxnId="{BB554E14-EE41-4344-A89B-0656AE48203D}">
      <dgm:prSet/>
      <dgm:spPr/>
      <dgm:t>
        <a:bodyPr/>
        <a:lstStyle/>
        <a:p>
          <a:endParaRPr lang="en-US"/>
        </a:p>
      </dgm:t>
    </dgm:pt>
    <dgm:pt modelId="{3B7A13F3-230F-43A6-A160-7CD71178942A}" type="sibTrans" cxnId="{BB554E14-EE41-4344-A89B-0656AE48203D}">
      <dgm:prSet/>
      <dgm:spPr/>
      <dgm:t>
        <a:bodyPr/>
        <a:lstStyle/>
        <a:p>
          <a:endParaRPr lang="en-US"/>
        </a:p>
      </dgm:t>
    </dgm:pt>
    <dgm:pt modelId="{F740ED44-8908-41D2-A395-DCF71E97EE47}" type="pres">
      <dgm:prSet presAssocID="{35107D58-B6D0-41BD-AC4B-6DF42CB94FAF}" presName="Root" presStyleCnt="0">
        <dgm:presLayoutVars>
          <dgm:dir/>
          <dgm:resizeHandles val="exact"/>
        </dgm:presLayoutVars>
      </dgm:prSet>
      <dgm:spPr/>
    </dgm:pt>
    <dgm:pt modelId="{37694379-7797-4D1B-9842-753EAB31CD05}" type="pres">
      <dgm:prSet presAssocID="{27138F1C-1558-46E9-A7B2-F4117891CF22}" presName="Composite" presStyleCnt="0"/>
      <dgm:spPr/>
    </dgm:pt>
    <dgm:pt modelId="{67733F95-7EC6-449F-A09C-9293634F554B}" type="pres">
      <dgm:prSet presAssocID="{27138F1C-1558-46E9-A7B2-F4117891CF22}"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3150" r="11847" b="-3"/>
          <a:stretch/>
        </a:blipFill>
      </dgm:spPr>
      <dgm:extLst>
        <a:ext uri="{E40237B7-FDA0-4F09-8148-C483321AD2D9}">
          <dgm14:cNvPr xmlns:dgm14="http://schemas.microsoft.com/office/drawing/2010/diagram" id="0" name="" descr="Desktop computers connected in a network.See all my"/>
        </a:ext>
      </dgm:extLst>
    </dgm:pt>
    <dgm:pt modelId="{7A6FEFC0-B6D8-4A41-B711-9190609EEDC1}" type="pres">
      <dgm:prSet presAssocID="{27138F1C-1558-46E9-A7B2-F4117891CF22}" presName="Subtitle" presStyleLbl="revTx" presStyleIdx="0" presStyleCnt="6">
        <dgm:presLayoutVars>
          <dgm:chMax val="0"/>
          <dgm:bulletEnabled/>
        </dgm:presLayoutVars>
      </dgm:prSet>
      <dgm:spPr/>
    </dgm:pt>
    <dgm:pt modelId="{F9EAFAD2-4DED-404B-8E33-73C75EAF8A7B}" type="pres">
      <dgm:prSet presAssocID="{27138F1C-1558-46E9-A7B2-F4117891CF22}" presName="Description" presStyleLbl="revTx" presStyleIdx="1" presStyleCnt="6">
        <dgm:presLayoutVars>
          <dgm:bulletEnabled/>
        </dgm:presLayoutVars>
      </dgm:prSet>
      <dgm:spPr/>
    </dgm:pt>
    <dgm:pt modelId="{E57A07E2-480E-4D59-8D6C-AEF8A3F40B86}" type="pres">
      <dgm:prSet presAssocID="{625C2AA0-D6F7-468A-9986-0FC243B7793F}" presName="sibTrans" presStyleLbl="sibTrans2D1" presStyleIdx="0" presStyleCnt="0"/>
      <dgm:spPr/>
    </dgm:pt>
    <dgm:pt modelId="{85B446EC-6A2F-4849-B125-D6E45503B724}" type="pres">
      <dgm:prSet presAssocID="{FD193D63-D7CD-4BE7-A2A7-ED3A3898F112}" presName="Composite" presStyleCnt="0"/>
      <dgm:spPr/>
    </dgm:pt>
    <dgm:pt modelId="{615DBDF0-12E8-4977-BCD9-4D1258A72E5F}" type="pres">
      <dgm:prSet presAssocID="{FD193D63-D7CD-4BE7-A2A7-ED3A3898F112}"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r="24998" b="-3"/>
          <a:stretch/>
        </a:blipFill>
      </dgm:spPr>
      <dgm:extLst>
        <a:ext uri="{E40237B7-FDA0-4F09-8148-C483321AD2D9}">
          <dgm14:cNvPr xmlns:dgm14="http://schemas.microsoft.com/office/drawing/2010/diagram" id="0" name="" descr="3D illustration."/>
        </a:ext>
      </dgm:extLst>
    </dgm:pt>
    <dgm:pt modelId="{F7B788D4-6EF3-4788-B979-0B147908065F}" type="pres">
      <dgm:prSet presAssocID="{FD193D63-D7CD-4BE7-A2A7-ED3A3898F112}" presName="Subtitle" presStyleLbl="revTx" presStyleIdx="2" presStyleCnt="6">
        <dgm:presLayoutVars>
          <dgm:chMax val="0"/>
          <dgm:bulletEnabled/>
        </dgm:presLayoutVars>
      </dgm:prSet>
      <dgm:spPr/>
    </dgm:pt>
    <dgm:pt modelId="{9248EEBB-1A11-480D-B14F-B693E820099F}" type="pres">
      <dgm:prSet presAssocID="{FD193D63-D7CD-4BE7-A2A7-ED3A3898F112}" presName="Description" presStyleLbl="revTx" presStyleIdx="3" presStyleCnt="6">
        <dgm:presLayoutVars>
          <dgm:bulletEnabled/>
        </dgm:presLayoutVars>
      </dgm:prSet>
      <dgm:spPr/>
    </dgm:pt>
    <dgm:pt modelId="{C2F6FDB4-F042-4D34-AD30-8F28D37D4549}" type="pres">
      <dgm:prSet presAssocID="{0F5641E3-4333-4D93-A421-9E00BF167925}" presName="sibTrans" presStyleLbl="sibTrans2D1" presStyleIdx="0" presStyleCnt="0"/>
      <dgm:spPr/>
    </dgm:pt>
    <dgm:pt modelId="{1235DBD4-2D86-4098-AF28-53627D5F3E32}" type="pres">
      <dgm:prSet presAssocID="{C3FA2F6F-04BA-468A-B40F-98CE2AC7878B}" presName="Composite" presStyleCnt="0"/>
      <dgm:spPr/>
    </dgm:pt>
    <dgm:pt modelId="{92B0C7D3-6665-4C2E-9E9A-06C86FD1AC90}" type="pres">
      <dgm:prSet presAssocID="{C3FA2F6F-04BA-468A-B40F-98CE2AC7878B}"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t="16222" r="-7" b="17774"/>
          <a:stretch/>
        </a:blipFill>
      </dgm:spPr>
      <dgm:extLst>
        <a:ext uri="{E40237B7-FDA0-4F09-8148-C483321AD2D9}">
          <dgm14:cNvPr xmlns:dgm14="http://schemas.microsoft.com/office/drawing/2010/diagram" id="0" name="" descr="Racks in a server room with cat 5 wiring."/>
        </a:ext>
      </dgm:extLst>
    </dgm:pt>
    <dgm:pt modelId="{D7154BAB-C265-4414-ADD8-982CE5744507}" type="pres">
      <dgm:prSet presAssocID="{C3FA2F6F-04BA-468A-B40F-98CE2AC7878B}" presName="Subtitle" presStyleLbl="revTx" presStyleIdx="4" presStyleCnt="6">
        <dgm:presLayoutVars>
          <dgm:chMax val="0"/>
          <dgm:bulletEnabled/>
        </dgm:presLayoutVars>
      </dgm:prSet>
      <dgm:spPr/>
    </dgm:pt>
    <dgm:pt modelId="{E687759E-7413-4CEA-956C-70DA2DB70D62}" type="pres">
      <dgm:prSet presAssocID="{C3FA2F6F-04BA-468A-B40F-98CE2AC7878B}" presName="Description" presStyleLbl="revTx" presStyleIdx="5" presStyleCnt="6">
        <dgm:presLayoutVars>
          <dgm:bulletEnabled/>
        </dgm:presLayoutVars>
      </dgm:prSet>
      <dgm:spPr/>
    </dgm:pt>
  </dgm:ptLst>
  <dgm:cxnLst>
    <dgm:cxn modelId="{AB6DF912-8D47-4D3E-8496-D056AEF461E1}" type="presOf" srcId="{625C2AA0-D6F7-468A-9986-0FC243B7793F}" destId="{E57A07E2-480E-4D59-8D6C-AEF8A3F40B86}" srcOrd="0" destOrd="0" presId="urn:microsoft.com/office/officeart/2024/3/layout/verticalVisualTextBlock1"/>
    <dgm:cxn modelId="{BB554E14-EE41-4344-A89B-0656AE48203D}" srcId="{C3FA2F6F-04BA-468A-B40F-98CE2AC7878B}" destId="{34B65D24-67A0-46E5-B70B-D0CF0B6231F9}" srcOrd="0" destOrd="0" parTransId="{D4DC2F77-C3D2-4DD2-A775-E582ABED31BC}" sibTransId="{3B7A13F3-230F-43A6-A160-7CD71178942A}"/>
    <dgm:cxn modelId="{46E46765-D3BD-4DE9-8A7C-C3DB4CAE0135}" type="presOf" srcId="{0F5641E3-4333-4D93-A421-9E00BF167925}" destId="{C2F6FDB4-F042-4D34-AD30-8F28D37D4549}" srcOrd="0" destOrd="0" presId="urn:microsoft.com/office/officeart/2024/3/layout/verticalVisualTextBlock1"/>
    <dgm:cxn modelId="{461EA46A-EB2E-48AC-95B7-8425887E8DD9}" type="presOf" srcId="{CB12723D-11CF-45DC-A9E7-0D1D3F497459}" destId="{F9EAFAD2-4DED-404B-8E33-73C75EAF8A7B}" srcOrd="0" destOrd="0" presId="urn:microsoft.com/office/officeart/2024/3/layout/verticalVisualTextBlock1"/>
    <dgm:cxn modelId="{14B2BB58-8B5E-496D-8D8D-18AE42CB3A6D}" srcId="{27138F1C-1558-46E9-A7B2-F4117891CF22}" destId="{CB12723D-11CF-45DC-A9E7-0D1D3F497459}" srcOrd="0" destOrd="0" parTransId="{60A00A30-F892-4F75-9296-FBB1F5F09A0E}" sibTransId="{D50DFDC5-62D7-4601-B4BB-8512F9A6207F}"/>
    <dgm:cxn modelId="{CB1CED7B-BEE0-486E-9F13-C75083AD7693}" type="presOf" srcId="{F058EA61-9CC9-43BE-B2C3-278F6E26A21D}" destId="{9248EEBB-1A11-480D-B14F-B693E820099F}" srcOrd="0" destOrd="0" presId="urn:microsoft.com/office/officeart/2024/3/layout/verticalVisualTextBlock1"/>
    <dgm:cxn modelId="{28D49C7F-6C70-4AF2-B585-F3CA91183230}" srcId="{35107D58-B6D0-41BD-AC4B-6DF42CB94FAF}" destId="{27138F1C-1558-46E9-A7B2-F4117891CF22}" srcOrd="0" destOrd="0" parTransId="{BE50AEC5-8A33-4D1A-A2E0-8300C4B0CA03}" sibTransId="{625C2AA0-D6F7-468A-9986-0FC243B7793F}"/>
    <dgm:cxn modelId="{34CAB2B3-FFCA-42D7-8F85-0A6BC5A6207B}" type="presOf" srcId="{27138F1C-1558-46E9-A7B2-F4117891CF22}" destId="{7A6FEFC0-B6D8-4A41-B711-9190609EEDC1}" srcOrd="0" destOrd="0" presId="urn:microsoft.com/office/officeart/2024/3/layout/verticalVisualTextBlock1"/>
    <dgm:cxn modelId="{5764A4B5-F1F9-4C64-97DF-0DB8F06DC988}" srcId="{35107D58-B6D0-41BD-AC4B-6DF42CB94FAF}" destId="{C3FA2F6F-04BA-468A-B40F-98CE2AC7878B}" srcOrd="2" destOrd="0" parTransId="{93CE0540-9BF4-4B2A-938C-C6D3396DA713}" sibTransId="{B7399A15-32F5-48D2-AB49-C2DF15753108}"/>
    <dgm:cxn modelId="{D252E5B5-C0CA-46A2-AA93-BBAAA9BB3E8C}" type="presOf" srcId="{FD193D63-D7CD-4BE7-A2A7-ED3A3898F112}" destId="{F7B788D4-6EF3-4788-B979-0B147908065F}" srcOrd="0" destOrd="0" presId="urn:microsoft.com/office/officeart/2024/3/layout/verticalVisualTextBlock1"/>
    <dgm:cxn modelId="{E9C7D4B6-ABBB-4BE7-9411-8CC09DF81FC9}" type="presOf" srcId="{C3FA2F6F-04BA-468A-B40F-98CE2AC7878B}" destId="{D7154BAB-C265-4414-ADD8-982CE5744507}" srcOrd="0" destOrd="0" presId="urn:microsoft.com/office/officeart/2024/3/layout/verticalVisualTextBlock1"/>
    <dgm:cxn modelId="{A2DFFACD-45A2-4F9B-9A4B-6298471FB5AD}" srcId="{35107D58-B6D0-41BD-AC4B-6DF42CB94FAF}" destId="{FD193D63-D7CD-4BE7-A2A7-ED3A3898F112}" srcOrd="1" destOrd="0" parTransId="{CDAF1B8E-9F48-4DD0-BC92-B66E88872BB2}" sibTransId="{0F5641E3-4333-4D93-A421-9E00BF167925}"/>
    <dgm:cxn modelId="{D45543D0-635D-4ED0-A504-64266B433CA5}" srcId="{FD193D63-D7CD-4BE7-A2A7-ED3A3898F112}" destId="{F058EA61-9CC9-43BE-B2C3-278F6E26A21D}" srcOrd="0" destOrd="0" parTransId="{D50836C0-9092-4465-BC4B-B930549E1FB7}" sibTransId="{0AA49796-F32B-4EC1-862F-CC4AEBD0D041}"/>
    <dgm:cxn modelId="{99EDD6D3-47BF-4685-B25A-779B39846F2D}" type="presOf" srcId="{34B65D24-67A0-46E5-B70B-D0CF0B6231F9}" destId="{E687759E-7413-4CEA-956C-70DA2DB70D62}" srcOrd="0" destOrd="0" presId="urn:microsoft.com/office/officeart/2024/3/layout/verticalVisualTextBlock1"/>
    <dgm:cxn modelId="{DFBC41F4-1C46-4AC6-83AE-2EF40CB6EE4A}" type="presOf" srcId="{35107D58-B6D0-41BD-AC4B-6DF42CB94FAF}" destId="{F740ED44-8908-41D2-A395-DCF71E97EE47}" srcOrd="0" destOrd="0" presId="urn:microsoft.com/office/officeart/2024/3/layout/verticalVisualTextBlock1"/>
    <dgm:cxn modelId="{68F952E4-489B-4808-8DBF-345C0E575036}" type="presParOf" srcId="{F740ED44-8908-41D2-A395-DCF71E97EE47}" destId="{37694379-7797-4D1B-9842-753EAB31CD05}" srcOrd="0" destOrd="0" presId="urn:microsoft.com/office/officeart/2024/3/layout/verticalVisualTextBlock1"/>
    <dgm:cxn modelId="{C950165D-8607-47A6-BA8D-388E56EC6E54}" type="presParOf" srcId="{37694379-7797-4D1B-9842-753EAB31CD05}" destId="{67733F95-7EC6-449F-A09C-9293634F554B}" srcOrd="0" destOrd="0" presId="urn:microsoft.com/office/officeart/2024/3/layout/verticalVisualTextBlock1"/>
    <dgm:cxn modelId="{459C63D4-7D04-420B-87A2-F2CF4416D3CD}" type="presParOf" srcId="{37694379-7797-4D1B-9842-753EAB31CD05}" destId="{7A6FEFC0-B6D8-4A41-B711-9190609EEDC1}" srcOrd="1" destOrd="0" presId="urn:microsoft.com/office/officeart/2024/3/layout/verticalVisualTextBlock1"/>
    <dgm:cxn modelId="{70744A56-520D-40BA-AB52-4BE98E430F4C}" type="presParOf" srcId="{37694379-7797-4D1B-9842-753EAB31CD05}" destId="{F9EAFAD2-4DED-404B-8E33-73C75EAF8A7B}" srcOrd="2" destOrd="0" presId="urn:microsoft.com/office/officeart/2024/3/layout/verticalVisualTextBlock1"/>
    <dgm:cxn modelId="{BCA63D07-301D-449C-8AA2-38E03ED18A7E}" type="presParOf" srcId="{F740ED44-8908-41D2-A395-DCF71E97EE47}" destId="{E57A07E2-480E-4D59-8D6C-AEF8A3F40B86}" srcOrd="1" destOrd="0" presId="urn:microsoft.com/office/officeart/2024/3/layout/verticalVisualTextBlock1"/>
    <dgm:cxn modelId="{125E8319-CB29-4023-BA38-BB5E0BE46D42}" type="presParOf" srcId="{F740ED44-8908-41D2-A395-DCF71E97EE47}" destId="{85B446EC-6A2F-4849-B125-D6E45503B724}" srcOrd="2" destOrd="0" presId="urn:microsoft.com/office/officeart/2024/3/layout/verticalVisualTextBlock1"/>
    <dgm:cxn modelId="{E98915D2-86ED-4D37-842E-470D31CF4CF5}" type="presParOf" srcId="{85B446EC-6A2F-4849-B125-D6E45503B724}" destId="{615DBDF0-12E8-4977-BCD9-4D1258A72E5F}" srcOrd="0" destOrd="0" presId="urn:microsoft.com/office/officeart/2024/3/layout/verticalVisualTextBlock1"/>
    <dgm:cxn modelId="{6E161420-9EBC-42D1-AFBC-27AA74C4B932}" type="presParOf" srcId="{85B446EC-6A2F-4849-B125-D6E45503B724}" destId="{F7B788D4-6EF3-4788-B979-0B147908065F}" srcOrd="1" destOrd="0" presId="urn:microsoft.com/office/officeart/2024/3/layout/verticalVisualTextBlock1"/>
    <dgm:cxn modelId="{DE453396-BB8D-429D-9899-152A9CDA97D3}" type="presParOf" srcId="{85B446EC-6A2F-4849-B125-D6E45503B724}" destId="{9248EEBB-1A11-480D-B14F-B693E820099F}" srcOrd="2" destOrd="0" presId="urn:microsoft.com/office/officeart/2024/3/layout/verticalVisualTextBlock1"/>
    <dgm:cxn modelId="{B9544F21-09B8-4EFF-8D79-4C36258C6ADB}" type="presParOf" srcId="{F740ED44-8908-41D2-A395-DCF71E97EE47}" destId="{C2F6FDB4-F042-4D34-AD30-8F28D37D4549}" srcOrd="3" destOrd="0" presId="urn:microsoft.com/office/officeart/2024/3/layout/verticalVisualTextBlock1"/>
    <dgm:cxn modelId="{E6362533-A5B7-443D-9FB6-5BAA1DA718A1}" type="presParOf" srcId="{F740ED44-8908-41D2-A395-DCF71E97EE47}" destId="{1235DBD4-2D86-4098-AF28-53627D5F3E32}" srcOrd="4" destOrd="0" presId="urn:microsoft.com/office/officeart/2024/3/layout/verticalVisualTextBlock1"/>
    <dgm:cxn modelId="{C628DBD6-5671-4999-87F3-AC78FB6BCC86}" type="presParOf" srcId="{1235DBD4-2D86-4098-AF28-53627D5F3E32}" destId="{92B0C7D3-6665-4C2E-9E9A-06C86FD1AC90}" srcOrd="0" destOrd="0" presId="urn:microsoft.com/office/officeart/2024/3/layout/verticalVisualTextBlock1"/>
    <dgm:cxn modelId="{18E70AE6-7731-455E-812C-65E33FB6730E}" type="presParOf" srcId="{1235DBD4-2D86-4098-AF28-53627D5F3E32}" destId="{D7154BAB-C265-4414-ADD8-982CE5744507}" srcOrd="1" destOrd="0" presId="urn:microsoft.com/office/officeart/2024/3/layout/verticalVisualTextBlock1"/>
    <dgm:cxn modelId="{0B12FB44-E8FD-41DB-B71D-7D7DE9103E28}" type="presParOf" srcId="{1235DBD4-2D86-4098-AF28-53627D5F3E32}" destId="{E687759E-7413-4CEA-956C-70DA2DB70D62}"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733F95-7EC6-449F-A09C-9293634F554B}">
      <dsp:nvSpPr>
        <dsp:cNvPr id="0" name=""/>
        <dsp:cNvSpPr/>
      </dsp:nvSpPr>
      <dsp:spPr>
        <a:xfrm>
          <a:off x="0" y="0"/>
          <a:ext cx="1388745" cy="138874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3150" r="11847" b="-3"/>
          <a:stretch/>
        </a:blipFill>
        <a:ln>
          <a:noFill/>
        </a:ln>
        <a:effectLst/>
      </dsp:spPr>
      <dsp:style>
        <a:lnRef idx="0">
          <a:scrgbClr r="0" g="0" b="0"/>
        </a:lnRef>
        <a:fillRef idx="3">
          <a:scrgbClr r="0" g="0" b="0"/>
        </a:fillRef>
        <a:effectRef idx="2">
          <a:scrgbClr r="0" g="0" b="0"/>
        </a:effectRef>
        <a:fontRef idx="minor">
          <a:schemeClr val="lt1"/>
        </a:fontRef>
      </dsp:style>
    </dsp:sp>
    <dsp:sp modelId="{7A6FEFC0-B6D8-4A41-B711-9190609EEDC1}">
      <dsp:nvSpPr>
        <dsp:cNvPr id="0" name=""/>
        <dsp:cNvSpPr/>
      </dsp:nvSpPr>
      <dsp:spPr>
        <a:xfrm>
          <a:off x="1568745" y="0"/>
          <a:ext cx="8489654" cy="342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Job Import Purpose</a:t>
          </a:r>
        </a:p>
      </dsp:txBody>
      <dsp:txXfrm>
        <a:off x="1568745" y="0"/>
        <a:ext cx="8489654" cy="342436"/>
      </dsp:txXfrm>
    </dsp:sp>
    <dsp:sp modelId="{F9EAFAD2-4DED-404B-8E33-73C75EAF8A7B}">
      <dsp:nvSpPr>
        <dsp:cNvPr id="0" name=""/>
        <dsp:cNvSpPr/>
      </dsp:nvSpPr>
      <dsp:spPr>
        <a:xfrm>
          <a:off x="1568745" y="342436"/>
          <a:ext cx="8489654" cy="1046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plugin eliminates manual job recreation, saving time and reducing configuration errors during migration.</a:t>
          </a:r>
        </a:p>
      </dsp:txBody>
      <dsp:txXfrm>
        <a:off x="1568745" y="342436"/>
        <a:ext cx="8489654" cy="1046308"/>
      </dsp:txXfrm>
    </dsp:sp>
    <dsp:sp modelId="{615DBDF0-12E8-4977-BCD9-4D1258A72E5F}">
      <dsp:nvSpPr>
        <dsp:cNvPr id="0" name=""/>
        <dsp:cNvSpPr/>
      </dsp:nvSpPr>
      <dsp:spPr>
        <a:xfrm>
          <a:off x="0" y="1499844"/>
          <a:ext cx="1388745" cy="138874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r="24998" b="-3"/>
          <a:stretch/>
        </a:blipFill>
        <a:ln>
          <a:noFill/>
        </a:ln>
        <a:effectLst/>
      </dsp:spPr>
      <dsp:style>
        <a:lnRef idx="0">
          <a:scrgbClr r="0" g="0" b="0"/>
        </a:lnRef>
        <a:fillRef idx="3">
          <a:scrgbClr r="0" g="0" b="0"/>
        </a:fillRef>
        <a:effectRef idx="2">
          <a:scrgbClr r="0" g="0" b="0"/>
        </a:effectRef>
        <a:fontRef idx="minor">
          <a:schemeClr val="lt1"/>
        </a:fontRef>
      </dsp:style>
    </dsp:sp>
    <dsp:sp modelId="{F7B788D4-6EF3-4788-B979-0B147908065F}">
      <dsp:nvSpPr>
        <dsp:cNvPr id="0" name=""/>
        <dsp:cNvSpPr/>
      </dsp:nvSpPr>
      <dsp:spPr>
        <a:xfrm>
          <a:off x="1568745" y="1499844"/>
          <a:ext cx="8489654" cy="342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Migration Workflow</a:t>
          </a:r>
        </a:p>
      </dsp:txBody>
      <dsp:txXfrm>
        <a:off x="1568745" y="1499844"/>
        <a:ext cx="8489654" cy="342436"/>
      </dsp:txXfrm>
    </dsp:sp>
    <dsp:sp modelId="{9248EEBB-1A11-480D-B14F-B693E820099F}">
      <dsp:nvSpPr>
        <dsp:cNvPr id="0" name=""/>
        <dsp:cNvSpPr/>
      </dsp:nvSpPr>
      <dsp:spPr>
        <a:xfrm>
          <a:off x="1568745" y="1842280"/>
          <a:ext cx="8489654" cy="1046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Install plugin on source and target, configure credentials, fetch jobs, and select jobs to import.</a:t>
          </a:r>
        </a:p>
      </dsp:txBody>
      <dsp:txXfrm>
        <a:off x="1568745" y="1842280"/>
        <a:ext cx="8489654" cy="1046308"/>
      </dsp:txXfrm>
    </dsp:sp>
    <dsp:sp modelId="{92B0C7D3-6665-4C2E-9E9A-06C86FD1AC90}">
      <dsp:nvSpPr>
        <dsp:cNvPr id="0" name=""/>
        <dsp:cNvSpPr/>
      </dsp:nvSpPr>
      <dsp:spPr>
        <a:xfrm>
          <a:off x="0" y="2999689"/>
          <a:ext cx="1388744" cy="1388744"/>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t="16222" r="-7" b="17774"/>
          <a:stretch/>
        </a:blipFill>
        <a:ln>
          <a:noFill/>
        </a:ln>
        <a:effectLst/>
      </dsp:spPr>
      <dsp:style>
        <a:lnRef idx="0">
          <a:scrgbClr r="0" g="0" b="0"/>
        </a:lnRef>
        <a:fillRef idx="3">
          <a:scrgbClr r="0" g="0" b="0"/>
        </a:fillRef>
        <a:effectRef idx="2">
          <a:scrgbClr r="0" g="0" b="0"/>
        </a:effectRef>
        <a:fontRef idx="minor">
          <a:schemeClr val="lt1"/>
        </a:fontRef>
      </dsp:style>
    </dsp:sp>
    <dsp:sp modelId="{D7154BAB-C265-4414-ADD8-982CE5744507}">
      <dsp:nvSpPr>
        <dsp:cNvPr id="0" name=""/>
        <dsp:cNvSpPr/>
      </dsp:nvSpPr>
      <dsp:spPr>
        <a:xfrm>
          <a:off x="1568744" y="2999689"/>
          <a:ext cx="8489655" cy="342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Benefits of Plugin</a:t>
          </a:r>
        </a:p>
      </dsp:txBody>
      <dsp:txXfrm>
        <a:off x="1568744" y="2999689"/>
        <a:ext cx="8489655" cy="342436"/>
      </dsp:txXfrm>
    </dsp:sp>
    <dsp:sp modelId="{E687759E-7413-4CEA-956C-70DA2DB70D62}">
      <dsp:nvSpPr>
        <dsp:cNvPr id="0" name=""/>
        <dsp:cNvSpPr/>
      </dsp:nvSpPr>
      <dsp:spPr>
        <a:xfrm>
          <a:off x="1568744" y="3342125"/>
          <a:ext cx="8489655" cy="1046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Ensures consistency, reduces errors, and streamlines environment setup during upgrades or disaster recovery.</a:t>
          </a:r>
        </a:p>
      </dsp:txBody>
      <dsp:txXfrm>
        <a:off x="1568744" y="3342125"/>
        <a:ext cx="8489655" cy="1046308"/>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12/8/2025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37823349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Goals of the Lesson</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508287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By the end of this lesson, learners should be able to configure Jenkins jobs effectively to automate building, testing, and deploying applications at various stages of development. They will understand how to employ Jenkins plugins for automating tasks and integrating with other tools in the software development pipeline. Additionally, learners will outline key architectural components within Jenkins for robust and scalable CI/CD automation. Finally, they will identify and utilize Jenkins freestyle job sections efficiently to implement CI/CD practices and streamline software development processes. These objectives ensure that participants gain practical knowledge of Jenkins job configuration, plugin management, and integration strategies essential for modern DevOps workflows.</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1866335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and Types of Jenkins Jobs</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1881567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Jenkins job is a predefined set of instructions or tasks within Jenkins that automates software processes such as building and deploying applications. Jobs ensure consistent execution based on configured triggers and parameters. Jenkins supports multiple job types, including Freestyle projects, Maven projects, External jobs, and Multi-configuration jobs. Freestyle jobs offer maximum flexibility and are suitable for general-purpose builds, while Maven jobs simplify builds for projects using the Maven build tool by interpreting POM files. External jobs monitor non-interactive processes like Cron jobs, enabling integration with external systems. Multi-configuration jobs, also known as matrix jobs, allow testing across different environments and configurations, making them ideal for complex testing scenarios.</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445029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and Workflow</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31893295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Job Import Plugin in Jenkins is a valuable tool that simplifies the migration of jobs from one Jenkins server to another. Its primary purpose is to eliminate the need for manually recreating complex job configurations, saving time and reducing errors. The workflow involves installing the plugin on both source and target servers, configuring access credentials, fetching the list of jobs from the source server, and selecting which jobs to import. This process ensures identical job configurations across environments, promoting consistency in CI/CD pipelines. Benefits include efficient migration during upgrades or disaster recovery, error reduction, and streamlined setup of new environments.</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3434857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Types and Management</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12990753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Jenkins plugins extend the core functionality of Jenkins by integrating with tools such as Git, Maven, and Docker, enhancing automation capabilities. Plugins are categorized into types like Build Steps, Build Wrappers, SCM (Source Code Management), Notifiers, Pipeline, and UI enhancements. Effective plugin management is crucial for maintaining a stable CI/CD pipeline. Key tasks include installing new plugins to add functionality, updating existing plugins for compatibility and security, uninstalling unused plugins to reduce conflicts, and configuring plugin settings to tailor behavior to project needs. Proper management ensures Jenkins remains secure, efficient, and adaptable to evolving requirements.</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4060581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Components and Configuration</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522030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Freestyle jobs in Jenkins provide a user-friendly interface for configuring builds without predefined pipeline structures. Key sections include General, Build Parameters, SCM, Build Triggers, Build Steps, and Post-build Actions. The General section defines job name, description, and build retention policies. Build Parameters allow dynamic input values such as Boolean, Choice, File, and Credentials. SCM integrates version control systems like Git or SVN, enabling automated code retrieval. Build Triggers automate job execution based on events like Git webhooks or scheduled intervals. Build Steps execute tasks such as compiling code or running scripts, while Post-build Actions handle tasks like archiving artifacts or sending notifications. These sections collectively enable flexible and comprehensive job configuration.</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28854463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Email and Slack Integration</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10663291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Jenkins supports notifications to keep stakeholders informed about build statuses. The Email plugin allows customized notifications for build events like successes and failures, supporting dynamic content and multiple recipients. The Extended Email Notification plugin (Email-ext) enhances these capabilities by enabling advanced customization and logging. Slack integration provides real-time notifications within team communication channels, improving collaboration and response times. Configuring these plugins involves setting up SMTP for email or specifying Slack channels and triggers for notifications. Effective use of notifications ensures timely communication, faster issue resolution, and improved visibility into CI/CD processes.</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2699426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of Concepts</a:t>
            </a:r>
          </a:p>
        </p:txBody>
      </p:sp>
      <p:sp>
        <p:nvSpPr>
          <p:cNvPr id="4" name="Slide Number Placeholder 3"/>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1531155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Jenkins jobs and plugins form the backbone of automated CI/CD workflows. Freestyle jobs offer flexibility for configuring builds, while plugins extend Jenkins capabilities to integrate with diverse tools and technologies. Effective plugin management ensures security, compatibility, and efficiency. Notifications via email and Slack enhance communication and collaboration. Understanding job sections like SCM, Build Triggers, and Post-build Actions is essential for creating robust automation pipelines. By mastering these concepts, teams can streamline software delivery, reduce manual effort, and maintain high-quality releases.</a:t>
            </a:r>
          </a:p>
        </p:txBody>
      </p:sp>
      <p:sp>
        <p:nvSpPr>
          <p:cNvPr id="4" name="Slide Number Placeholder 3"/>
          <p:cNvSpPr>
            <a:spLocks noGrp="1"/>
          </p:cNvSpPr>
          <p:nvPr>
            <p:ph type="sldNum" sz="quarter" idx="5"/>
          </p:nvPr>
        </p:nvSpPr>
        <p:spPr/>
        <p:txBody>
          <a:bodyPr/>
          <a:lstStyle/>
          <a:p>
            <a:fld id="{BFDD6F49-EBB7-4CCF-97A8-E526BB28BB69}" type="slidenum">
              <a:rPr lang="en-US" smtClean="0"/>
              <a:t>15</a:t>
            </a:fld>
            <a:endParaRPr lang="en-US" dirty="0"/>
          </a:p>
        </p:txBody>
      </p:sp>
    </p:spTree>
    <p:extLst>
      <p:ext uri="{BB962C8B-B14F-4D97-AF65-F5344CB8AC3E}">
        <p14:creationId xmlns:p14="http://schemas.microsoft.com/office/powerpoint/2010/main" val="2438236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855720" y="1605915"/>
            <a:ext cx="4480560" cy="2468880"/>
          </a:xfrm>
        </p:spPr>
        <p:txBody>
          <a:bodyPr anchor="b" anchorCtr="0">
            <a:normAutofit/>
          </a:bodyPr>
          <a:lstStyle>
            <a:lvl1pPr algn="ctr">
              <a:lnSpc>
                <a:spcPct val="100000"/>
              </a:lnSpc>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21480" y="4245427"/>
            <a:ext cx="3749040" cy="1463040"/>
          </a:xfrm>
        </p:spPr>
        <p:txBody>
          <a:bodyPr anchor="t" anchorCtr="0">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Oval 3">
            <a:extLst>
              <a:ext uri="{FF2B5EF4-FFF2-40B4-BE49-F238E27FC236}">
                <a16:creationId xmlns:a16="http://schemas.microsoft.com/office/drawing/2014/main" id="{185E30E4-6ABC-717D-EDA7-C6A92FCDB0F6}"/>
              </a:ext>
            </a:extLst>
          </p:cNvPr>
          <p:cNvSpPr>
            <a:spLocks noChangeAspect="1"/>
          </p:cNvSpPr>
          <p:nvPr userDrawn="1"/>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A06B797E-AAB7-2FA3-8ADB-E0218F350D22}"/>
              </a:ext>
            </a:extLst>
          </p:cNvPr>
          <p:cNvCxnSpPr>
            <a:cxnSpLocks/>
          </p:cNvCxnSpPr>
          <p:nvPr/>
        </p:nvCxnSpPr>
        <p:spPr>
          <a:xfrm flipV="1">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E586E34-FF91-68B8-CAEC-F84AD2DEEDB2}"/>
              </a:ext>
            </a:extLst>
          </p:cNvPr>
          <p:cNvCxnSpPr>
            <a:cxnSpLocks/>
          </p:cNvCxnSpPr>
          <p:nvPr userDrawn="1"/>
        </p:nvCxnSpPr>
        <p:spPr>
          <a:xfrm flipV="1">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CE8CCB10-9F99-49CE-839A-D1D1C8B51CC8}"/>
              </a:ext>
            </a:extLst>
          </p:cNvPr>
          <p:cNvGrpSpPr/>
          <p:nvPr userDrawn="1"/>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72BBAB3-D3B1-A927-AFB7-E23615F2CD5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A581A57-E7BF-DC2D-2E40-FD3FB95BA77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602E52-B25B-C787-B432-FAE138B19417}"/>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213978C-81F6-A536-CE48-A5BCDCD8424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331046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accent3"/>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70C3BF-B703-4A66-2FFE-1FD2365D0D35}"/>
              </a:ext>
            </a:extLst>
          </p:cNvPr>
          <p:cNvSpPr>
            <a:spLocks noGrp="1"/>
          </p:cNvSpPr>
          <p:nvPr>
            <p:ph type="title"/>
          </p:nvPr>
        </p:nvSpPr>
        <p:spPr>
          <a:xfrm>
            <a:off x="1066800" y="640080"/>
            <a:ext cx="10058400" cy="777239"/>
          </a:xfrm>
        </p:spPr>
        <p:txBody>
          <a:bodyPr anchor="t"/>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6" name="Content Placeholder 15">
            <a:extLst>
              <a:ext uri="{FF2B5EF4-FFF2-40B4-BE49-F238E27FC236}">
                <a16:creationId xmlns:a16="http://schemas.microsoft.com/office/drawing/2014/main" id="{01884465-7638-4041-56EF-684A60E846D0}"/>
              </a:ext>
            </a:extLst>
          </p:cNvPr>
          <p:cNvSpPr>
            <a:spLocks noGrp="1"/>
          </p:cNvSpPr>
          <p:nvPr>
            <p:ph sz="quarter" idx="13"/>
          </p:nvPr>
        </p:nvSpPr>
        <p:spPr>
          <a:xfrm>
            <a:off x="1069848" y="1463040"/>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26F9D9E-FBB2-49D2-98A3-375E6DBB1458}" type="datetime1">
              <a:rPr lang="en-US" smtClean="0"/>
              <a:t>12/8/2025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7" name="Group 6">
            <a:extLst>
              <a:ext uri="{FF2B5EF4-FFF2-40B4-BE49-F238E27FC236}">
                <a16:creationId xmlns:a16="http://schemas.microsoft.com/office/drawing/2014/main" id="{E5E13058-C9D5-FD2D-4E13-939A6700763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F2AF45BD-F4F0-4F29-C005-BA3BC8AF0A6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8559CA-B25F-A779-165D-000F511BD53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076E1BB-25B4-D52E-01F1-44C64375D6F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9C388FC-A0B6-481D-BEB4-876D3CFC3F7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495051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accent3"/>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FE20B57-74C2-7AD8-6E07-D29EE6A60AB9}"/>
              </a:ext>
            </a:extLst>
          </p:cNvPr>
          <p:cNvSpPr>
            <a:spLocks noGrp="1"/>
          </p:cNvSpPr>
          <p:nvPr>
            <p:ph type="title"/>
          </p:nvPr>
        </p:nvSpPr>
        <p:spPr>
          <a:xfrm>
            <a:off x="1200912" y="4597404"/>
            <a:ext cx="9784077" cy="980435"/>
          </a:xfrm>
        </p:spPr>
        <p:txBody>
          <a:bodyPr anchor="b">
            <a:noAutofit/>
          </a:bodyPr>
          <a:lstStyle>
            <a:lvl1pPr>
              <a:defRPr sz="4800"/>
            </a:lvl1pPr>
          </a:lstStyle>
          <a:p>
            <a:r>
              <a:rPr lang="en-US" dirty="0"/>
              <a:t>Click to edit Master title style</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3" name="Text Placeholder 12">
            <a:extLst>
              <a:ext uri="{FF2B5EF4-FFF2-40B4-BE49-F238E27FC236}">
                <a16:creationId xmlns:a16="http://schemas.microsoft.com/office/drawing/2014/main" id="{B28025AC-332D-ADB0-3E96-03E4761BBC89}"/>
              </a:ext>
            </a:extLst>
          </p:cNvPr>
          <p:cNvSpPr>
            <a:spLocks noGrp="1"/>
          </p:cNvSpPr>
          <p:nvPr>
            <p:ph type="body" sz="quarter" idx="17"/>
          </p:nvPr>
        </p:nvSpPr>
        <p:spPr>
          <a:xfrm>
            <a:off x="1207008" y="5668963"/>
            <a:ext cx="9784842" cy="639762"/>
          </a:xfrm>
        </p:spPr>
        <p:txBody>
          <a:bodyPr>
            <a:normAutofit/>
          </a:bodyPr>
          <a:lstStyle>
            <a:lvl1pPr marL="0" indent="0">
              <a:buNone/>
              <a:defRPr sz="2000"/>
            </a:lvl1pPr>
          </a:lstStyle>
          <a:p>
            <a:pPr lvl="0"/>
            <a:r>
              <a:rPr lang="en-US" dirty="0"/>
              <a:t>Click to edit Master text styles</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808258" y="404999"/>
            <a:ext cx="10575485" cy="383680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667"/>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rot="5400000">
            <a:off x="10040831" y="4203335"/>
            <a:ext cx="3494314" cy="365125"/>
          </a:xfrm>
        </p:spPr>
        <p:txBody>
          <a:bodyPr/>
          <a:lstStyle>
            <a:lvl1pPr>
              <a:defRPr>
                <a:solidFill>
                  <a:schemeClr val="tx1"/>
                </a:solidFill>
              </a:defRPr>
            </a:lvl1pPr>
          </a:lstStyle>
          <a:p>
            <a:fld id="{3D5058B3-EEF2-4DD0-8865-E06070870E6E}" type="datetime1">
              <a:rPr lang="en-US" smtClean="0"/>
              <a:t>12/8/2025</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F5904286-3DEB-9849-219D-A085C0024794}"/>
              </a:ext>
            </a:extLst>
          </p:cNvPr>
          <p:cNvCxnSpPr>
            <a:cxnSpLocks/>
          </p:cNvCxnSpPr>
          <p:nvPr/>
        </p:nvCxnSpPr>
        <p:spPr>
          <a:xfrm>
            <a:off x="803185" y="426735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FCF7D0C-5069-E36A-74BE-09B74A8BDF58}"/>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23A121A0-9E65-3E8B-DBB2-52D98873A8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2B9F357-72AD-336C-0877-A0314E6529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73381C-AC31-FE63-FC5F-EFE48EAFF6B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AEBC41-77CA-7255-DEC2-73C82A6D4E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005536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3"/>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8D1A68-0FAC-B397-3F43-E7E6DB16F9D9}"/>
              </a:ext>
            </a:extLst>
          </p:cNvPr>
          <p:cNvSpPr>
            <a:spLocks noGrp="1"/>
          </p:cNvSpPr>
          <p:nvPr>
            <p:ph type="title"/>
          </p:nvPr>
        </p:nvSpPr>
        <p:spPr>
          <a:xfrm>
            <a:off x="6395598" y="1126010"/>
            <a:ext cx="4668639" cy="3478778"/>
          </a:xfrm>
        </p:spPr>
        <p:txBody>
          <a:bodyPr anchor="b">
            <a:normAutofit/>
          </a:bodyPr>
          <a:lstStyle>
            <a:lvl1pPr>
              <a:defRPr sz="4800"/>
            </a:lvl1pPr>
          </a:lstStyle>
          <a:p>
            <a:r>
              <a:rPr lang="en-US"/>
              <a:t>Click to edit Master title style</a:t>
            </a:r>
          </a:p>
        </p:txBody>
      </p:sp>
      <p:sp>
        <p:nvSpPr>
          <p:cNvPr id="8" name="Footer Placeholder 7">
            <a:extLst>
              <a:ext uri="{FF2B5EF4-FFF2-40B4-BE49-F238E27FC236}">
                <a16:creationId xmlns:a16="http://schemas.microsoft.com/office/drawing/2014/main" id="{94E97102-355A-91BC-FF97-2F2F544144E1}"/>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1" name="Text Placeholder 12">
            <a:extLst>
              <a:ext uri="{FF2B5EF4-FFF2-40B4-BE49-F238E27FC236}">
                <a16:creationId xmlns:a16="http://schemas.microsoft.com/office/drawing/2014/main" id="{94891711-2302-9D63-B25E-AF7AF07C3A86}"/>
              </a:ext>
            </a:extLst>
          </p:cNvPr>
          <p:cNvSpPr>
            <a:spLocks noGrp="1"/>
          </p:cNvSpPr>
          <p:nvPr>
            <p:ph type="body" sz="quarter" idx="17"/>
          </p:nvPr>
        </p:nvSpPr>
        <p:spPr>
          <a:xfrm>
            <a:off x="6395598" y="4731335"/>
            <a:ext cx="4668642" cy="1193728"/>
          </a:xfrm>
        </p:spPr>
        <p:txBody>
          <a:bodyPr>
            <a:normAutofit/>
          </a:bodyPr>
          <a:lstStyle>
            <a:lvl1pPr marL="0" indent="0">
              <a:buNone/>
              <a:defRPr sz="2000"/>
            </a:lvl1pPr>
          </a:lstStyle>
          <a:p>
            <a:pPr lvl="0"/>
            <a:r>
              <a:rPr lang="en-US" dirty="0"/>
              <a:t>Click to edit Master text styles</a:t>
            </a:r>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0FDDB1F5-9155-4128-9946-6808FE896B8C}" type="datetime1">
              <a:rPr lang="en-US" smtClean="0"/>
              <a:t>12/8/2025</a:t>
            </a:fld>
            <a:endParaRPr lang="en-US" dirty="0"/>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271415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3"/>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E3D082D-5D35-2F9F-90C3-021CD2158B79}"/>
              </a:ext>
            </a:extLst>
          </p:cNvPr>
          <p:cNvSpPr>
            <a:spLocks noGrp="1"/>
          </p:cNvSpPr>
          <p:nvPr>
            <p:ph type="title"/>
          </p:nvPr>
        </p:nvSpPr>
        <p:spPr>
          <a:xfrm>
            <a:off x="1206418" y="782840"/>
            <a:ext cx="4572587" cy="3661142"/>
          </a:xfrm>
        </p:spPr>
        <p:txBody>
          <a:bodyPr>
            <a:normAutofit/>
          </a:bodyPr>
          <a:lstStyle>
            <a:lvl1pPr>
              <a:defRPr sz="4800"/>
            </a:lvl1pPr>
          </a:lstStyle>
          <a:p>
            <a:r>
              <a:rPr lang="en-US"/>
              <a:t>Click to edit Master title style</a:t>
            </a:r>
          </a:p>
        </p:txBody>
      </p:sp>
      <p:sp>
        <p:nvSpPr>
          <p:cNvPr id="5" name="Footer Placeholder 4">
            <a:extLst>
              <a:ext uri="{FF2B5EF4-FFF2-40B4-BE49-F238E27FC236}">
                <a16:creationId xmlns:a16="http://schemas.microsoft.com/office/drawing/2014/main" id="{D68AA1BC-11EF-D28B-C0E1-F2D685AF722E}"/>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6" name="Text Placeholder 12">
            <a:extLst>
              <a:ext uri="{FF2B5EF4-FFF2-40B4-BE49-F238E27FC236}">
                <a16:creationId xmlns:a16="http://schemas.microsoft.com/office/drawing/2014/main" id="{5B07658D-2C15-0859-FC14-231204836C51}"/>
              </a:ext>
            </a:extLst>
          </p:cNvPr>
          <p:cNvSpPr>
            <a:spLocks noGrp="1"/>
          </p:cNvSpPr>
          <p:nvPr>
            <p:ph type="body" sz="quarter" idx="17"/>
          </p:nvPr>
        </p:nvSpPr>
        <p:spPr>
          <a:xfrm>
            <a:off x="1207008" y="4663439"/>
            <a:ext cx="4571996" cy="1380739"/>
          </a:xfrm>
        </p:spPr>
        <p:txBody>
          <a:bodyPr anchor="b">
            <a:normAutofit/>
          </a:bodyPr>
          <a:lstStyle>
            <a:lvl1pPr marL="0" indent="0">
              <a:buNone/>
              <a:defRPr sz="2000"/>
            </a:lvl1pPr>
          </a:lstStyle>
          <a:p>
            <a:pPr lvl="0"/>
            <a:r>
              <a:rPr lang="en-US" dirty="0"/>
              <a:t>Click to edit Master text styles</a:t>
            </a:r>
          </a:p>
        </p:txBody>
      </p:sp>
      <p:sp>
        <p:nvSpPr>
          <p:cNvPr id="10" name="Picture Placeholder 10">
            <a:extLst>
              <a:ext uri="{FF2B5EF4-FFF2-40B4-BE49-F238E27FC236}">
                <a16:creationId xmlns:a16="http://schemas.microsoft.com/office/drawing/2014/main" id="{3565B300-A92A-F114-82AF-D815794F430F}"/>
              </a:ext>
            </a:extLst>
          </p:cNvPr>
          <p:cNvSpPr>
            <a:spLocks noGrp="1"/>
          </p:cNvSpPr>
          <p:nvPr>
            <p:ph type="pic" sz="quarter" idx="13" hasCustomPrompt="1"/>
          </p:nvPr>
        </p:nvSpPr>
        <p:spPr>
          <a:xfrm>
            <a:off x="6099048"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3697B55B-A218-74B5-0BEE-22235E9B8B72}"/>
              </a:ext>
            </a:extLst>
          </p:cNvPr>
          <p:cNvSpPr>
            <a:spLocks noGrp="1"/>
          </p:cNvSpPr>
          <p:nvPr>
            <p:ph type="dt" sz="half" idx="14"/>
          </p:nvPr>
        </p:nvSpPr>
        <p:spPr/>
        <p:txBody>
          <a:bodyPr/>
          <a:lstStyle>
            <a:lvl1pPr>
              <a:defRPr>
                <a:solidFill>
                  <a:schemeClr val="tx1"/>
                </a:solidFill>
              </a:defRPr>
            </a:lvl1pPr>
          </a:lstStyle>
          <a:p>
            <a:fld id="{76332D4F-69DA-447D-8D71-58933F8FE745}" type="datetime1">
              <a:rPr lang="en-US" smtClean="0"/>
              <a:t>12/8/2025</a:t>
            </a:fld>
            <a:endParaRPr lang="en-US" dirty="0"/>
          </a:p>
        </p:txBody>
      </p:sp>
      <p:sp>
        <p:nvSpPr>
          <p:cNvPr id="6" name="Slide Number Placeholder 5">
            <a:extLst>
              <a:ext uri="{FF2B5EF4-FFF2-40B4-BE49-F238E27FC236}">
                <a16:creationId xmlns:a16="http://schemas.microsoft.com/office/drawing/2014/main" id="{90210BF7-333F-24FE-D2DF-7331FF965889}"/>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7" name="Straight Connector 16">
            <a:extLst>
              <a:ext uri="{FF2B5EF4-FFF2-40B4-BE49-F238E27FC236}">
                <a16:creationId xmlns:a16="http://schemas.microsoft.com/office/drawing/2014/main" id="{BCC99E2D-452C-18BB-7BBF-6B7623C54B61}"/>
              </a:ext>
            </a:extLst>
          </p:cNvPr>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BEF9994A-73A8-CE11-7B98-7EA7C4CD1EA5}"/>
              </a:ext>
            </a:extLst>
          </p:cNvPr>
          <p:cNvGrpSpPr/>
          <p:nvPr userDrawn="1"/>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C7A9A682-C17C-6F60-46E3-F77E33DAF30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5C5B78E-1DDD-2C3B-5815-0AA0E821DF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61B8608-E98C-230E-455F-2EB092A04E7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AD2C4CF-5F74-8957-6184-413A56C8ED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9368828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accent3"/>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DB7B0F2-3D52-79E2-8444-B82E34B568BA}"/>
              </a:ext>
            </a:extLst>
          </p:cNvPr>
          <p:cNvSpPr>
            <a:spLocks noGrp="1"/>
          </p:cNvSpPr>
          <p:nvPr>
            <p:ph type="title"/>
          </p:nvPr>
        </p:nvSpPr>
        <p:spPr>
          <a:xfrm>
            <a:off x="6400800" y="786384"/>
            <a:ext cx="4668637" cy="3460492"/>
          </a:xfrm>
        </p:spPr>
        <p:txBody>
          <a:bodyPr>
            <a:normAutofit/>
          </a:bodyPr>
          <a:lstStyle>
            <a:lvl1pPr>
              <a:defRPr sz="4800"/>
            </a:lvl1pPr>
          </a:lstStyle>
          <a:p>
            <a:r>
              <a:rPr lang="en-US" dirty="0"/>
              <a:t>Click to edit Master title style</a:t>
            </a:r>
          </a:p>
        </p:txBody>
      </p:sp>
      <p:sp>
        <p:nvSpPr>
          <p:cNvPr id="8" name="Footer Placeholder 7">
            <a:extLst>
              <a:ext uri="{FF2B5EF4-FFF2-40B4-BE49-F238E27FC236}">
                <a16:creationId xmlns:a16="http://schemas.microsoft.com/office/drawing/2014/main" id="{94E97102-355A-91BC-FF97-2F2F544144E1}"/>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dirty="0"/>
              <a:t>   </a:t>
            </a:r>
          </a:p>
        </p:txBody>
      </p:sp>
      <p:sp>
        <p:nvSpPr>
          <p:cNvPr id="6" name="Text Placeholder 12">
            <a:extLst>
              <a:ext uri="{FF2B5EF4-FFF2-40B4-BE49-F238E27FC236}">
                <a16:creationId xmlns:a16="http://schemas.microsoft.com/office/drawing/2014/main" id="{944F125D-7632-1E4B-E35B-4A1B552FC872}"/>
              </a:ext>
            </a:extLst>
          </p:cNvPr>
          <p:cNvSpPr>
            <a:spLocks noGrp="1"/>
          </p:cNvSpPr>
          <p:nvPr>
            <p:ph type="body" sz="quarter" idx="17"/>
          </p:nvPr>
        </p:nvSpPr>
        <p:spPr>
          <a:xfrm>
            <a:off x="6395599" y="4663439"/>
            <a:ext cx="4668641" cy="1380744"/>
          </a:xfrm>
        </p:spPr>
        <p:txBody>
          <a:bodyPr anchor="b">
            <a:normAutofit/>
          </a:bodyPr>
          <a:lstStyle>
            <a:lvl1pPr marL="0" indent="0">
              <a:buNone/>
              <a:defRPr sz="2000"/>
            </a:lvl1pPr>
          </a:lstStyle>
          <a:p>
            <a:pPr lvl="0"/>
            <a:r>
              <a:rPr lang="en-US" dirty="0"/>
              <a:t>Click to edit Master text styles</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2F8211FF-1EED-4E40-908A-D3076C331B06}" type="datetime1">
              <a:rPr lang="en-US" smtClean="0"/>
              <a:t>12/8/2025</a:t>
            </a:fld>
            <a:endParaRPr lang="en-US" dirty="0"/>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803573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08E949C-4552-505B-2374-1AD98378AB98}"/>
              </a:ext>
            </a:extLst>
          </p:cNvPr>
          <p:cNvSpPr>
            <a:spLocks noGrp="1"/>
          </p:cNvSpPr>
          <p:nvPr>
            <p:ph type="title"/>
          </p:nvPr>
        </p:nvSpPr>
        <p:spPr>
          <a:xfrm>
            <a:off x="1207007" y="786382"/>
            <a:ext cx="7589520" cy="3474721"/>
          </a:xfrm>
        </p:spPr>
        <p:txBody>
          <a:bodyPr>
            <a:noAutofit/>
          </a:bodyPr>
          <a:lstStyle>
            <a:lvl1pPr>
              <a:defRPr sz="7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0" name="Text Placeholder 12">
            <a:extLst>
              <a:ext uri="{FF2B5EF4-FFF2-40B4-BE49-F238E27FC236}">
                <a16:creationId xmlns:a16="http://schemas.microsoft.com/office/drawing/2014/main" id="{96AD6200-A62D-83E5-67FF-7C9D21BC40D3}"/>
              </a:ext>
            </a:extLst>
          </p:cNvPr>
          <p:cNvSpPr>
            <a:spLocks noGrp="1"/>
          </p:cNvSpPr>
          <p:nvPr>
            <p:ph type="body" sz="quarter" idx="17"/>
          </p:nvPr>
        </p:nvSpPr>
        <p:spPr>
          <a:xfrm>
            <a:off x="1207007" y="4480561"/>
            <a:ext cx="6655519" cy="1563618"/>
          </a:xfrm>
        </p:spPr>
        <p:txBody>
          <a:bodyPr anchor="b">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804AD26-BCB3-4DA6-A1C8-F71900B8E385}" type="datetime1">
              <a:rPr lang="en-US" smtClean="0"/>
              <a:t>12/8/2025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FFF68E49-FB2F-EE46-BBC5-687EFFAC5B44}"/>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3A684535-D8D6-3C5C-2F48-CF561A53589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53CEFA-651F-E217-0B0C-E52881B35E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1F9794-829E-FFF3-35B9-FBE5704507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1C86891-1380-AD13-7BB7-52F437FF17F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93156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89E9313-4D10-F4B7-8D91-79EDA5D77209}"/>
              </a:ext>
            </a:extLst>
          </p:cNvPr>
          <p:cNvSpPr>
            <a:spLocks noGrp="1"/>
          </p:cNvSpPr>
          <p:nvPr>
            <p:ph type="title"/>
          </p:nvPr>
        </p:nvSpPr>
        <p:spPr>
          <a:xfrm>
            <a:off x="1207004" y="1073329"/>
            <a:ext cx="7876287" cy="3592629"/>
          </a:xfrm>
        </p:spPr>
        <p:txBody>
          <a:bodyPr anchor="b">
            <a:normAutofit/>
          </a:bodyPr>
          <a:lstStyle>
            <a:lvl1pPr>
              <a:defRPr sz="72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10" name="Text Placeholder 12">
            <a:extLst>
              <a:ext uri="{FF2B5EF4-FFF2-40B4-BE49-F238E27FC236}">
                <a16:creationId xmlns:a16="http://schemas.microsoft.com/office/drawing/2014/main" id="{9CF64426-6D11-A40D-4E5E-20B779D81EA7}"/>
              </a:ext>
            </a:extLst>
          </p:cNvPr>
          <p:cNvSpPr>
            <a:spLocks noGrp="1"/>
          </p:cNvSpPr>
          <p:nvPr>
            <p:ph type="body" sz="quarter" idx="17"/>
          </p:nvPr>
        </p:nvSpPr>
        <p:spPr>
          <a:xfrm>
            <a:off x="1207007" y="4715111"/>
            <a:ext cx="7375466" cy="1014984"/>
          </a:xfrm>
        </p:spPr>
        <p:txBody>
          <a:bodyPr anchor="t">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3632C9C-9A8F-446B-8187-09132D1A46A0}" type="datetime1">
              <a:rPr lang="en-US" smtClean="0"/>
              <a:t>12/8/2025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12" name="Group 11">
            <a:extLst>
              <a:ext uri="{FF2B5EF4-FFF2-40B4-BE49-F238E27FC236}">
                <a16:creationId xmlns:a16="http://schemas.microsoft.com/office/drawing/2014/main" id="{54162085-B82B-D70C-0D7A-22C4D7233FBB}"/>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9B9AC621-2F3F-131D-52E8-A4984237541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3C01039-2702-D6CF-0CAF-7BDB73F165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76C98EB-F220-E16C-9F07-94D78E1A08D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953B0C-5FF3-5CCF-848F-BB45DDA545A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503002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95400" y="1005840"/>
            <a:ext cx="9601200" cy="2621154"/>
          </a:xfrm>
        </p:spPr>
        <p:txBody>
          <a:bodyPr anchor="b" anchorCtr="0">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95400" y="3749039"/>
            <a:ext cx="9601200" cy="2103120"/>
          </a:xfrm>
        </p:spPr>
        <p:txBody>
          <a:bodyPr anchor="t" anchorCtr="0">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8C6F82F-1CA0-4CF2-91A1-388896177AD5}" type="datetime1">
              <a:rPr lang="en-US" smtClean="0"/>
              <a:t>12/8/2025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12" name="Group 11">
            <a:extLst>
              <a:ext uri="{FF2B5EF4-FFF2-40B4-BE49-F238E27FC236}">
                <a16:creationId xmlns:a16="http://schemas.microsoft.com/office/drawing/2014/main" id="{E52FAD7B-9B0A-857E-5CD0-3E3F44C18648}"/>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C00D7A0C-A4FC-D6C3-FB54-CEA8FB8E533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A9338F-57CD-1C5E-080E-1648C5C9F9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9DEB5BD-7064-53F1-55A5-85BC50666D0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943BB38-B6FB-D943-9359-FE7ED3ABB29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5266204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2103120"/>
            <a:ext cx="3931920" cy="2011680"/>
          </a:xfrm>
        </p:spPr>
        <p:txBody>
          <a:bodyPr anchor="b" anchorCtr="0">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724400" y="4177393"/>
            <a:ext cx="2743200" cy="1097280"/>
          </a:xfrm>
        </p:spPr>
        <p:txBody>
          <a:bodyPr anchor="t" anchorCtr="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9" name="Group 8">
            <a:extLst>
              <a:ext uri="{FF2B5EF4-FFF2-40B4-BE49-F238E27FC236}">
                <a16:creationId xmlns:a16="http://schemas.microsoft.com/office/drawing/2014/main" id="{8539BFE6-4C9C-5B1E-ED2D-D672723D9480}"/>
              </a:ext>
            </a:extLst>
          </p:cNvPr>
          <p:cNvGrpSpPr/>
          <p:nvPr userDrawn="1"/>
        </p:nvGrpSpPr>
        <p:grpSpPr>
          <a:xfrm>
            <a:off x="795290" y="400467"/>
            <a:ext cx="10603299" cy="6052793"/>
            <a:chOff x="795290" y="400467"/>
            <a:chExt cx="10603299" cy="6052793"/>
          </a:xfrm>
        </p:grpSpPr>
        <p:cxnSp>
          <p:nvCxnSpPr>
            <p:cNvPr id="10" name="Straight Connector 9">
              <a:extLst>
                <a:ext uri="{FF2B5EF4-FFF2-40B4-BE49-F238E27FC236}">
                  <a16:creationId xmlns:a16="http://schemas.microsoft.com/office/drawing/2014/main" id="{8E4F5756-0D00-A0C9-4813-70C9B7C191EE}"/>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B2B78D9-04A0-2DE2-227F-950F1640461C}"/>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1CFAC1-EF4C-3A94-56C0-11F4FA3BBF8D}"/>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8629CBD-3927-3D28-1F30-9F6EA7453827}"/>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588387A3-E4C6-1FA3-B53D-8321DABF7F57}"/>
              </a:ext>
            </a:extLst>
          </p:cNvPr>
          <p:cNvSpPr/>
          <p:nvPr userDrawn="1"/>
        </p:nvSpPr>
        <p:spPr>
          <a:xfrm>
            <a:off x="3635480" y="966343"/>
            <a:ext cx="4921041" cy="4921041"/>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CD347A20-E5CE-D48A-532A-43A9AE6D845E}"/>
              </a:ext>
            </a:extLst>
          </p:cNvPr>
          <p:cNvGrpSpPr/>
          <p:nvPr userDrawn="1"/>
        </p:nvGrpSpPr>
        <p:grpSpPr>
          <a:xfrm>
            <a:off x="803185" y="0"/>
            <a:ext cx="10585629" cy="6858000"/>
            <a:chOff x="803185" y="0"/>
            <a:chExt cx="10585629" cy="6858000"/>
          </a:xfrm>
        </p:grpSpPr>
        <p:cxnSp>
          <p:nvCxnSpPr>
            <p:cNvPr id="17" name="Straight Connector 16">
              <a:extLst>
                <a:ext uri="{FF2B5EF4-FFF2-40B4-BE49-F238E27FC236}">
                  <a16:creationId xmlns:a16="http://schemas.microsoft.com/office/drawing/2014/main" id="{010530ED-939C-9AE3-E2AA-C67A3BAE230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1E0B585-5421-AB6C-F2B4-387F4FCC3B8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7F59087-71C3-F7D4-40F9-C5030341EBF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1F614F-4E8C-C510-F9CA-18D5C8F8000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48820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09800" y="1143000"/>
            <a:ext cx="7772400" cy="4572000"/>
          </a:xfrm>
        </p:spPr>
        <p:txBody>
          <a:bodyPr anchor="ctr" anchorCtr="0">
            <a:normAutofit/>
          </a:bodyPr>
          <a:lstStyle>
            <a:lvl1pPr algn="ctr">
              <a:defRPr sz="60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DEF69A2-4F59-479F-BEF2-69F2219A16C9}" type="datetime1">
              <a:rPr lang="en-US" smtClean="0"/>
              <a:t>12/8/2025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3" name="Group 2">
            <a:extLst>
              <a:ext uri="{FF2B5EF4-FFF2-40B4-BE49-F238E27FC236}">
                <a16:creationId xmlns:a16="http://schemas.microsoft.com/office/drawing/2014/main" id="{48F319F3-7ADB-A297-31E7-B4ECAED75F6F}"/>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9342D09D-B576-2CDA-0E02-F693119B459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FE4725A-AB5F-A233-599A-4D9D5792EF7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E93BF32-D165-B68D-46A9-E4857CC06E9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DFA350C-9C20-0040-6C52-924473C264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330878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B06AB12F-C5D8-43C4-BBB0-DAFB57DF07E7}" type="datetime1">
              <a:rPr lang="en-US" smtClean="0"/>
              <a:t>12/8/2025</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15" name="Group 14">
            <a:extLst>
              <a:ext uri="{FF2B5EF4-FFF2-40B4-BE49-F238E27FC236}">
                <a16:creationId xmlns:a16="http://schemas.microsoft.com/office/drawing/2014/main" id="{2364D07C-30EB-180E-ECA5-7D994FB6B458}"/>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1ADA6AEC-ECB3-F1C7-E764-B8ADFE06411F}"/>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0DB266-E37E-7698-DB7E-6D9E94BDFA72}"/>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219D4A54-15D9-3C99-7553-173F66B741B0}"/>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644712B6-CD65-6015-EC36-F8A05F355A6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82FE47-168D-894B-9992-69DDA276429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CB7F1E8-9C58-EB4B-7C58-F14781D8EA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20AA4AF-279E-969C-C602-1D4B7466E4B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56327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1645920"/>
            <a:ext cx="3931920" cy="356616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CFCAE280-1FAF-431A-AFCC-652D1D768935}" type="datetime1">
              <a:rPr lang="en-US" smtClean="0"/>
              <a:t>12/8/2025</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9" name="Group 8">
            <a:extLst>
              <a:ext uri="{FF2B5EF4-FFF2-40B4-BE49-F238E27FC236}">
                <a16:creationId xmlns:a16="http://schemas.microsoft.com/office/drawing/2014/main" id="{9B2419B5-61E2-FD73-4DC0-6BD4FEA22BC7}"/>
              </a:ext>
            </a:extLst>
          </p:cNvPr>
          <p:cNvGrpSpPr/>
          <p:nvPr/>
        </p:nvGrpSpPr>
        <p:grpSpPr>
          <a:xfrm>
            <a:off x="3357372" y="400050"/>
            <a:ext cx="5477256" cy="6053507"/>
            <a:chOff x="3357372" y="400050"/>
            <a:chExt cx="5477256" cy="6053507"/>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357372" y="690372"/>
              <a:ext cx="5477256" cy="5477256"/>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E90D9250-FE41-6A62-63E0-45557F7A8217}"/>
                </a:ext>
              </a:extLst>
            </p:cNvPr>
            <p:cNvCxnSpPr>
              <a:cxnSpLocks/>
            </p:cNvCxnSpPr>
            <p:nvPr/>
          </p:nvCxnSpPr>
          <p:spPr>
            <a:xfrm>
              <a:off x="6096000" y="400050"/>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FB5D07D-F48B-B558-CC22-73A8D1D25CEC}"/>
                </a:ext>
              </a:extLst>
            </p:cNvPr>
            <p:cNvCxnSpPr>
              <a:cxnSpLocks/>
            </p:cNvCxnSpPr>
            <p:nvPr/>
          </p:nvCxnSpPr>
          <p:spPr>
            <a:xfrm>
              <a:off x="6096000" y="6163235"/>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1A553EE4-7656-051D-B9EA-5CE4DF67F1BC}"/>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B995F0C-E3CB-71F5-AA4A-3E0C2250F6D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4E96190-C8C5-5A5E-583F-A1FA14CA530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333EFCA-48D0-CA03-8F58-5201249ED94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8BC0BD-74F3-CF74-E3F6-B1AB0632536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812738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332B1AC0-F140-4CFD-8DB3-1250D01F4A17}" type="datetime1">
              <a:rPr lang="en-US" smtClean="0"/>
              <a:t>12/8/2025</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5B1BE2BD-7F8B-7C22-CFB1-672436A435C5}"/>
              </a:ext>
            </a:extLst>
          </p:cNvPr>
          <p:cNvCxnSpPr>
            <a:cxnSpLocks/>
            <a:endCxn id="8" idx="0"/>
          </p:cNvCxnSpPr>
          <p:nvPr/>
        </p:nvCxnSpPr>
        <p:spPr>
          <a:xfrm>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3605ED7-A153-EC6F-5FAD-36B4B4358E06}"/>
              </a:ext>
            </a:extLst>
          </p:cNvPr>
          <p:cNvCxnSpPr>
            <a:cxnSpLocks/>
            <a:stCxn id="8" idx="4"/>
          </p:cNvCxnSpPr>
          <p:nvPr/>
        </p:nvCxnSpPr>
        <p:spPr>
          <a:xfrm>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3C8215DB-D097-7C38-9C71-D1CFEFEF6A85}"/>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0A25622-E70C-87A2-8948-57015501A77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BC90E86-9351-B357-1E5C-6FFBE66DCF8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02D9F6-1ABE-59A5-65EE-083DC0F5BBAD}"/>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95F9938-96CE-D789-BC11-3480B8489FD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59178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55032" y="862335"/>
            <a:ext cx="4389120" cy="512064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547100" y="816615"/>
            <a:ext cx="4389120" cy="5212080"/>
          </a:xfrm>
        </p:spPr>
        <p:txBody>
          <a:bodyPr anchor="ctr" anchorCtr="0">
            <a:normAutofit/>
          </a:bodyPr>
          <a:lstStyle>
            <a:lvl1pPr marL="285750" indent="-285750">
              <a:buFont typeface="Arial" panose="020B0604020202020204" pitchFamily="34" charset="0"/>
              <a:buChar char="•"/>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BD9D700C-85B2-47B3-997E-E13950E22DFB}" type="datetime1">
              <a:rPr lang="en-US" smtClean="0"/>
              <a:t>12/8/2025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5097BF5B-32BC-BBD0-CF2F-278F9759F7B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1B8C6683-0AEB-503B-BAF1-51DAAF22F62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B2043B3-B90B-491D-9203-45C5F867EC8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AE574BD-DC36-6D57-B675-4DC205A2F99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D0042C9-94A3-B61B-E948-DEAD329E857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2D93BD77-3686-B555-2FC0-ACF67E598393}"/>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406549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00623" y="822960"/>
            <a:ext cx="4342337" cy="2103120"/>
          </a:xfrm>
        </p:spPr>
        <p:txBody>
          <a:bodyPr anchor="t" anchorCtr="0">
            <a:normAutofit/>
          </a:bodyPr>
          <a:lstStyle>
            <a:lvl1pPr>
              <a:defRPr sz="4000">
                <a:solidFill>
                  <a:schemeClr val="tx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89E984F9-2199-EBFA-F2CC-8763C190A200}"/>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6" name="Picture Placeholder 10">
            <a:extLst>
              <a:ext uri="{FF2B5EF4-FFF2-40B4-BE49-F238E27FC236}">
                <a16:creationId xmlns:a16="http://schemas.microsoft.com/office/drawing/2014/main" id="{3699909B-C939-96B1-BC6D-ADAB553102ED}"/>
              </a:ext>
            </a:extLst>
          </p:cNvPr>
          <p:cNvSpPr>
            <a:spLocks noGrp="1"/>
          </p:cNvSpPr>
          <p:nvPr>
            <p:ph type="pic" sz="quarter" idx="14" hasCustomPrompt="1"/>
          </p:nvPr>
        </p:nvSpPr>
        <p:spPr>
          <a:xfrm>
            <a:off x="804672"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 b="2"/>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00623" y="3834765"/>
            <a:ext cx="4343400" cy="2103120"/>
          </a:xfrm>
        </p:spPr>
        <p:txBody>
          <a:bodyPr>
            <a:normAutofit/>
          </a:bodyPr>
          <a:lstStyle>
            <a:lvl1pPr marL="285750" indent="-285750">
              <a:lnSpc>
                <a:spcPct val="150000"/>
              </a:lnSpc>
              <a:buFont typeface="Arial" panose="020B0604020202020204" pitchFamily="34" charset="0"/>
              <a:buChar char="•"/>
              <a:defRPr sz="1800">
                <a:solidFill>
                  <a:schemeClr val="tx1"/>
                </a:solidFill>
              </a:defRPr>
            </a:lvl1pPr>
            <a:lvl2pPr marL="514350" indent="-285750">
              <a:lnSpc>
                <a:spcPct val="150000"/>
              </a:lnSpc>
              <a:buFont typeface="Arial" panose="020B0604020202020204" pitchFamily="34" charset="0"/>
              <a:buChar char="•"/>
              <a:defRPr sz="1600">
                <a:solidFill>
                  <a:schemeClr val="tx1"/>
                </a:solidFill>
              </a:defRPr>
            </a:lvl2pPr>
            <a:lvl3pPr marL="742950" indent="-285750">
              <a:lnSpc>
                <a:spcPct val="150000"/>
              </a:lnSpc>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7D52F3B9-F3FC-C6BA-2D5C-232401B1DDB5}"/>
              </a:ext>
            </a:extLst>
          </p:cNvPr>
          <p:cNvSpPr>
            <a:spLocks noGrp="1"/>
          </p:cNvSpPr>
          <p:nvPr>
            <p:ph type="dt" sz="half" idx="15"/>
          </p:nvPr>
        </p:nvSpPr>
        <p:spPr/>
        <p:txBody>
          <a:bodyPr/>
          <a:lstStyle>
            <a:lvl1pPr>
              <a:defRPr>
                <a:solidFill>
                  <a:schemeClr val="tx1"/>
                </a:solidFill>
              </a:defRPr>
            </a:lvl1pPr>
          </a:lstStyle>
          <a:p>
            <a:fld id="{4480006D-ECDF-498D-B49A-7AD8A8EE5B1D}" type="datetime1">
              <a:rPr lang="en-US" smtClean="0"/>
              <a:t>12/8/2025</a:t>
            </a:fld>
            <a:endParaRPr lang="en-US" dirty="0"/>
          </a:p>
        </p:txBody>
      </p:sp>
      <p:sp>
        <p:nvSpPr>
          <p:cNvPr id="11" name="Slide Number Placeholder 10">
            <a:extLst>
              <a:ext uri="{FF2B5EF4-FFF2-40B4-BE49-F238E27FC236}">
                <a16:creationId xmlns:a16="http://schemas.microsoft.com/office/drawing/2014/main" id="{FAA914D9-9468-7038-39C3-3B639A66D86E}"/>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4" name="Group 13">
            <a:extLst>
              <a:ext uri="{FF2B5EF4-FFF2-40B4-BE49-F238E27FC236}">
                <a16:creationId xmlns:a16="http://schemas.microsoft.com/office/drawing/2014/main" id="{B20CE65A-BB1E-AC85-3441-39F20A18F2A5}"/>
              </a:ext>
            </a:extLst>
          </p:cNvPr>
          <p:cNvGrpSpPr/>
          <p:nvPr/>
        </p:nvGrpSpPr>
        <p:grpSpPr>
          <a:xfrm>
            <a:off x="6093848" y="402336"/>
            <a:ext cx="5297241" cy="6053328"/>
            <a:chOff x="6093848" y="402336"/>
            <a:chExt cx="5297241" cy="6053328"/>
          </a:xfrm>
        </p:grpSpPr>
        <p:cxnSp>
          <p:nvCxnSpPr>
            <p:cNvPr id="8" name="Straight Connector 7">
              <a:extLst>
                <a:ext uri="{FF2B5EF4-FFF2-40B4-BE49-F238E27FC236}">
                  <a16:creationId xmlns:a16="http://schemas.microsoft.com/office/drawing/2014/main" id="{0B186CB7-6AEB-B743-4514-FD48EC8624B1}"/>
                </a:ext>
              </a:extLst>
            </p:cNvPr>
            <p:cNvCxnSpPr>
              <a:cxnSpLocks/>
            </p:cNvCxnSpPr>
            <p:nvPr/>
          </p:nvCxnSpPr>
          <p:spPr>
            <a:xfrm flipH="1">
              <a:off x="6093848" y="3425476"/>
              <a:ext cx="52972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6BA0EC0-9334-E3BD-A943-2A6CE641D18A}"/>
                </a:ext>
              </a:extLst>
            </p:cNvPr>
            <p:cNvCxnSpPr/>
            <p:nvPr/>
          </p:nvCxnSpPr>
          <p:spPr>
            <a:xfrm>
              <a:off x="60997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3E199F47-2C0A-4C3F-B557-642A89A02175}"/>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487DDCC1-3A31-C96B-B944-3D034E35CE5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521C807-39D4-D4AA-9527-8658CEF781D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2E28386-8201-E969-93C4-035054A6593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15476B2-B1B9-0305-3417-F5958B27BB8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9337864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0" name="Content Placeholder 9">
            <a:extLst>
              <a:ext uri="{FF2B5EF4-FFF2-40B4-BE49-F238E27FC236}">
                <a16:creationId xmlns:a16="http://schemas.microsoft.com/office/drawing/2014/main" id="{E79C5E13-DAC4-195E-1928-8B3D9E93B84D}"/>
              </a:ext>
            </a:extLst>
          </p:cNvPr>
          <p:cNvSpPr>
            <a:spLocks noGrp="1"/>
          </p:cNvSpPr>
          <p:nvPr>
            <p:ph sz="quarter" idx="14"/>
          </p:nvPr>
        </p:nvSpPr>
        <p:spPr>
          <a:xfrm>
            <a:off x="6604000" y="2184400"/>
            <a:ext cx="4298950" cy="2468563"/>
          </a:xfrm>
        </p:spPr>
        <p:txBody>
          <a:bodyPr anchor="ct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460E92D-E4AA-41FD-9964-35C75C9EC117}" type="datetime1">
              <a:rPr lang="en-US" smtClean="0"/>
              <a:t>12/8/2025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5D4AF90E-26F2-BCC1-1730-ECA670AFE5A9}"/>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387397F7-ED9A-8F00-3F67-261E1D3015B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A2613-2C66-F678-F8F9-98BC7AA76A7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9C37B4F-9C8D-F842-D910-EFB122B37B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9ABB5DB-6C07-7796-F8FD-C5EF39B54DC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 name="Straight Connector 2">
            <a:extLst>
              <a:ext uri="{FF2B5EF4-FFF2-40B4-BE49-F238E27FC236}">
                <a16:creationId xmlns:a16="http://schemas.microsoft.com/office/drawing/2014/main" id="{F1FF3CE0-FE95-A5D4-5EF7-60EA03431A10}"/>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457116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789369" y="1045029"/>
            <a:ext cx="3900879" cy="4663440"/>
          </a:xfrm>
        </p:spPr>
        <p:txBody>
          <a:bodyPr anchor="ctr" anchorCtr="0">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A06A85BB-A416-4D3A-9A4F-C028C19B4D1D}" type="datetime1">
              <a:rPr lang="en-US" smtClean="0"/>
              <a:t>12/8/2025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1" name="Straight Connector 10">
            <a:extLst>
              <a:ext uri="{FF2B5EF4-FFF2-40B4-BE49-F238E27FC236}">
                <a16:creationId xmlns:a16="http://schemas.microsoft.com/office/drawing/2014/main" id="{382062BE-564D-E723-4D32-E97A7D6D9BFF}"/>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8724391A-72C8-59EB-093A-7DB51C79B077}"/>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8EFAD0B9-5EED-C0C3-D1D9-648F10ED7BE6}"/>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B9583C-8B41-3D50-9FDD-E26958D31AF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FEAC0D2-6922-25FF-877D-8CDA3D65C5E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28399D9-F337-D887-E4B6-C348B7A962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323146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55032" y="816615"/>
            <a:ext cx="438912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9" name="Content Placeholder 8">
            <a:extLst>
              <a:ext uri="{FF2B5EF4-FFF2-40B4-BE49-F238E27FC236}">
                <a16:creationId xmlns:a16="http://schemas.microsoft.com/office/drawing/2014/main" id="{14BC836E-EE23-E8E8-F704-10EB1EBA0744}"/>
              </a:ext>
            </a:extLst>
          </p:cNvPr>
          <p:cNvSpPr>
            <a:spLocks noGrp="1"/>
          </p:cNvSpPr>
          <p:nvPr>
            <p:ph sz="quarter" idx="14"/>
          </p:nvPr>
        </p:nvSpPr>
        <p:spPr>
          <a:xfrm>
            <a:off x="6545248" y="816615"/>
            <a:ext cx="4389104" cy="5224768"/>
          </a:xfrm>
        </p:spPr>
        <p:txBody>
          <a:bodyPr anchor="ct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84575EC-B9BE-45B3-8586-C8BE8EAAAFBE}" type="datetime1">
              <a:rPr lang="en-US" smtClean="0"/>
              <a:t>12/8/2025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8535B3E4-3247-E935-5816-43C07DF6498F}"/>
              </a:ext>
            </a:extLst>
          </p:cNvPr>
          <p:cNvCxnSpPr>
            <a:cxnSpLocks/>
          </p:cNvCxnSpPr>
          <p:nvPr/>
        </p:nvCxnSpPr>
        <p:spPr>
          <a:xfrm>
            <a:off x="6096000"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C80567FB-D8E5-4494-8865-28151857CC4C}"/>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312D679A-B370-3459-D826-984A8FAAB54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A0B87DB-56D9-FC57-14D7-948086B86C1B}"/>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10EE14-987F-5583-91B2-3C68EE913C1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1296E2B-A6A5-A82B-D158-69450A5EA39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9071652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5">
    <p:bg>
      <p:bgPr>
        <a:solidFill>
          <a:schemeClr val="accent3"/>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1BE259E-88AB-BB2B-BAA5-9AF1880F5457}"/>
              </a:ext>
            </a:extLst>
          </p:cNvPr>
          <p:cNvSpPr>
            <a:spLocks noGrp="1"/>
          </p:cNvSpPr>
          <p:nvPr>
            <p:ph type="title"/>
          </p:nvPr>
        </p:nvSpPr>
        <p:spPr>
          <a:xfrm>
            <a:off x="1066800" y="640080"/>
            <a:ext cx="10058400" cy="73151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66800" y="1463040"/>
            <a:ext cx="10058400"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406CAD2-7B03-4F77-BEED-A9CE4E90E52C}" type="datetime1">
              <a:rPr lang="en-US" smtClean="0"/>
              <a:t>12/8/2025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70FE2746-CBB4-791D-92ED-7D4BA96D0C98}"/>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872F8CD-9781-5B69-6A2F-ACD2927779D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209B7C8-C55B-17E4-6C60-9C15BB7A632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F0942E2-D6E0-4A3B-CF5E-C7A8F0B917C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5B6906-9443-FEB0-23E3-78142F3660A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1634946"/>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6">
    <p:bg>
      <p:bgPr>
        <a:solidFill>
          <a:schemeClr val="accent3"/>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3C509E-C7AC-2821-160D-02A10B5843BE}"/>
              </a:ext>
            </a:extLst>
          </p:cNvPr>
          <p:cNvSpPr>
            <a:spLocks noGrp="1"/>
          </p:cNvSpPr>
          <p:nvPr>
            <p:ph type="title"/>
          </p:nvPr>
        </p:nvSpPr>
        <p:spPr>
          <a:xfrm>
            <a:off x="1069849" y="640080"/>
            <a:ext cx="10058400" cy="731519"/>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Content Placeholder 10">
            <a:extLst>
              <a:ext uri="{FF2B5EF4-FFF2-40B4-BE49-F238E27FC236}">
                <a16:creationId xmlns:a16="http://schemas.microsoft.com/office/drawing/2014/main" id="{B53C0EFA-B5AE-CA80-DC77-DA3E8AC5A304}"/>
              </a:ext>
            </a:extLst>
          </p:cNvPr>
          <p:cNvSpPr>
            <a:spLocks noGrp="1"/>
          </p:cNvSpPr>
          <p:nvPr>
            <p:ph sz="quarter" idx="14"/>
          </p:nvPr>
        </p:nvSpPr>
        <p:spPr>
          <a:xfrm>
            <a:off x="1069975" y="1463675"/>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E993171-6682-4BC9-9945-966126AB4B59}" type="datetime1">
              <a:rPr lang="en-US" smtClean="0"/>
              <a:t>12/8/2025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2D0433CD-47AD-50BF-BD73-0A8881E7799F}"/>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F453102-CF88-5F5D-F01F-D55DFF9F821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331B85-F551-1D98-E249-E17615E9AA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F1728A5-B526-3330-7A6A-8E6E4F5AB12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C48EDDF-9CB1-4C44-B1E2-CC97C6F10B36}"/>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880492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25002" y="786386"/>
            <a:ext cx="2769913" cy="196596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2"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225002" y="2899068"/>
            <a:ext cx="276991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4AAA9ECC-469F-4B8E-BD34-07C4E8D3E99E}" type="datetime1">
              <a:rPr lang="en-US" smtClean="0"/>
              <a:t>12/8/2025</a:t>
            </a:fld>
            <a:endParaRPr lang="en-US" dirty="0"/>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7790269"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6F5C2EA-B780-9C9C-77C2-9C6E76A40453}"/>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D856C059-7605-4C77-F758-743839E0750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DD5A105-823E-7F57-9BD9-B921E9D0B77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2C3FE9-B32A-64E0-FF0E-729AFCAC0FF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29F84BA-E3BA-190A-D926-B57563866DF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2709368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6"/>
            <a:ext cx="2733933" cy="196596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207008" y="2899068"/>
            <a:ext cx="273393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397207"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9DBD8752-7BE3-4D87-B742-4591FA880F2B}" type="datetime1">
              <a:rPr lang="en-US" smtClean="0"/>
              <a:t>12/8/2025</a:t>
            </a:fld>
            <a:endParaRPr lang="en-US" dirty="0"/>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4392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2B306094-CD46-FD37-15EF-7C5ED43D2E04}"/>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1313FC44-1419-B29C-2719-5D21B5FAB87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E635384-8C2F-F008-F19F-E7277C4CD82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F94D592-13C7-2B81-775C-17CEE45C682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AC0629-36FF-17F3-D1B6-1FFADC425E4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34693569"/>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4292076"/>
            <a:ext cx="3291840" cy="1737355"/>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400050"/>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4292076"/>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ECE330D-E58C-4D6F-87CB-0ADC053EF516}"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401839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6843315"/>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3291840" cy="17373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786384"/>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0255FBD2-735E-C257-607E-CB2F585DBBEE}"/>
              </a:ext>
            </a:extLst>
          </p:cNvPr>
          <p:cNvSpPr>
            <a:spLocks noGrp="1"/>
          </p:cNvSpPr>
          <p:nvPr>
            <p:ph type="pic" sz="quarter" idx="15" hasCustomPrompt="1"/>
          </p:nvPr>
        </p:nvSpPr>
        <p:spPr>
          <a:xfrm>
            <a:off x="815340" y="2831629"/>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10CBDE9E-F3D4-4B19-8A53-22190533DBA9}"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2802870"/>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6278898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0" y="786385"/>
            <a:ext cx="3291840" cy="1499615"/>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4354FEC1-7004-7D66-39C0-5B3A0B2E4669}"/>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400050"/>
            <a:ext cx="6452176" cy="605295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9" t="38" r="-126"/>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0" y="2468880"/>
            <a:ext cx="3291840" cy="3549735"/>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BFF019D-CA37-05FF-D534-08FDF17D319F}"/>
              </a:ext>
            </a:extLst>
          </p:cNvPr>
          <p:cNvSpPr>
            <a:spLocks noGrp="1"/>
          </p:cNvSpPr>
          <p:nvPr>
            <p:ph type="dt" sz="half" idx="15"/>
          </p:nvPr>
        </p:nvSpPr>
        <p:spPr/>
        <p:txBody>
          <a:bodyPr/>
          <a:lstStyle>
            <a:lvl1pPr>
              <a:defRPr>
                <a:solidFill>
                  <a:schemeClr val="tx1"/>
                </a:solidFill>
              </a:defRPr>
            </a:lvl1pPr>
          </a:lstStyle>
          <a:p>
            <a:fld id="{676E3DFD-9373-4D4B-850F-63D341DA0F43}" type="datetime1">
              <a:rPr lang="en-US" smtClean="0"/>
              <a:t>12/8/2025</a:t>
            </a:fld>
            <a:endParaRPr lang="en-US" dirty="0"/>
          </a:p>
        </p:txBody>
      </p:sp>
      <p:sp>
        <p:nvSpPr>
          <p:cNvPr id="6" name="Slide Number Placeholder 5">
            <a:extLst>
              <a:ext uri="{FF2B5EF4-FFF2-40B4-BE49-F238E27FC236}">
                <a16:creationId xmlns:a16="http://schemas.microsoft.com/office/drawing/2014/main" id="{33C82A8A-3017-C293-CAA4-79DAC74143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49BCF003-D6AC-D9E0-C254-602FAE60278B}"/>
              </a:ext>
            </a:extLst>
          </p:cNvPr>
          <p:cNvCxnSpPr/>
          <p:nvPr/>
        </p:nvCxnSpPr>
        <p:spPr>
          <a:xfrm>
            <a:off x="726701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980CB927-6193-3B14-8326-BBA8970C4F38}"/>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0BDFF263-1BF6-293B-B046-2941778BCA5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A48FB5-B732-D35D-2F75-840EFFCA6EF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64D5118-DFE8-485E-6BE3-B042C0129B0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C779D56-9125-9DD5-D919-9FBC4DE4C9C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8883024"/>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10492" y="790302"/>
            <a:ext cx="3291840" cy="1499616"/>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72F358B6-BD90-E536-E301-EAF518F93DDB}"/>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2468880"/>
            <a:ext cx="3291840" cy="3547872"/>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925692" y="402336"/>
            <a:ext cx="6455664"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1" t="1" r="-2" b="1"/>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4F65757A-4818-B0C9-F86A-A70480EA9B0B}"/>
              </a:ext>
            </a:extLst>
          </p:cNvPr>
          <p:cNvSpPr>
            <a:spLocks noGrp="1"/>
          </p:cNvSpPr>
          <p:nvPr>
            <p:ph type="dt" sz="half" idx="15"/>
          </p:nvPr>
        </p:nvSpPr>
        <p:spPr/>
        <p:txBody>
          <a:bodyPr/>
          <a:lstStyle>
            <a:lvl1pPr>
              <a:defRPr>
                <a:solidFill>
                  <a:schemeClr val="tx1"/>
                </a:solidFill>
              </a:defRPr>
            </a:lvl1pPr>
          </a:lstStyle>
          <a:p>
            <a:fld id="{90372CCE-8ACD-4161-8346-DACD1EF5A0E1}" type="datetime1">
              <a:rPr lang="en-US" smtClean="0"/>
              <a:t>12/8/2025</a:t>
            </a:fld>
            <a:endParaRPr lang="en-US" dirty="0"/>
          </a:p>
        </p:txBody>
      </p:sp>
      <p:sp>
        <p:nvSpPr>
          <p:cNvPr id="9" name="Slide Number Placeholder 8">
            <a:extLst>
              <a:ext uri="{FF2B5EF4-FFF2-40B4-BE49-F238E27FC236}">
                <a16:creationId xmlns:a16="http://schemas.microsoft.com/office/drawing/2014/main" id="{BF0B5840-4614-F082-0EE8-166E877279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53BE0255-54E9-B23E-623C-F5C3D5397CDC}"/>
              </a:ext>
            </a:extLst>
          </p:cNvPr>
          <p:cNvCxnSpPr/>
          <p:nvPr/>
        </p:nvCxnSpPr>
        <p:spPr>
          <a:xfrm>
            <a:off x="491166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7B048E29-F249-FCD5-75C6-EF3AD5392084}"/>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B581520-7C65-58B5-6A72-4A87A2886B4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6D33EF2-FCD9-64BB-D5BD-71A6C1A0BCA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74CC74B-22E1-1F2A-8B43-52BB3A2671A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33C6DA-321C-7253-1FDF-F238DBFA8DA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2167749"/>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7" y="786384"/>
            <a:ext cx="5456295" cy="100584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39D9456A-3FB8-5960-7F55-D6B686CFFC7B}"/>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7" y="1920240"/>
            <a:ext cx="5456295"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78133" y="402336"/>
            <a:ext cx="4307415"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49" r="-1547"/>
            </a:stretch>
          </a:blipFill>
        </p:spPr>
        <p:txBody>
          <a:bodyPr/>
          <a:lstStyle>
            <a:lvl1pPr marL="0" indent="0">
              <a:buNone/>
              <a:defRPr/>
            </a:lvl1pPr>
          </a:lstStyle>
          <a:p>
            <a:r>
              <a:rPr lang="en-US" dirty="0"/>
              <a:t> </a:t>
            </a:r>
          </a:p>
        </p:txBody>
      </p:sp>
      <p:sp>
        <p:nvSpPr>
          <p:cNvPr id="9" name="Date Placeholder 8">
            <a:extLst>
              <a:ext uri="{FF2B5EF4-FFF2-40B4-BE49-F238E27FC236}">
                <a16:creationId xmlns:a16="http://schemas.microsoft.com/office/drawing/2014/main" id="{C242EA1D-81E7-620D-1BD8-6D18329BD220}"/>
              </a:ext>
            </a:extLst>
          </p:cNvPr>
          <p:cNvSpPr>
            <a:spLocks noGrp="1"/>
          </p:cNvSpPr>
          <p:nvPr>
            <p:ph type="dt" sz="half" idx="15"/>
          </p:nvPr>
        </p:nvSpPr>
        <p:spPr/>
        <p:txBody>
          <a:bodyPr/>
          <a:lstStyle>
            <a:lvl1pPr>
              <a:defRPr>
                <a:solidFill>
                  <a:schemeClr val="tx1"/>
                </a:solidFill>
              </a:defRPr>
            </a:lvl1pPr>
          </a:lstStyle>
          <a:p>
            <a:fld id="{D02DC4B6-A5C7-4299-BE6B-389F940BF10A}" type="datetime1">
              <a:rPr lang="en-US" smtClean="0"/>
              <a:t>12/8/2025</a:t>
            </a:fld>
            <a:endParaRPr lang="en-US" dirty="0"/>
          </a:p>
        </p:txBody>
      </p:sp>
      <p:sp>
        <p:nvSpPr>
          <p:cNvPr id="12" name="Slide Number Placeholder 11">
            <a:extLst>
              <a:ext uri="{FF2B5EF4-FFF2-40B4-BE49-F238E27FC236}">
                <a16:creationId xmlns:a16="http://schemas.microsoft.com/office/drawing/2014/main" id="{C81505A7-ADCB-6529-BE02-48BD8F2CFD0A}"/>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40A70D03-884A-50D9-2A83-C93ADDD49A38}"/>
              </a:ext>
            </a:extLst>
          </p:cNvPr>
          <p:cNvCxnSpPr/>
          <p:nvPr/>
        </p:nvCxnSpPr>
        <p:spPr>
          <a:xfrm>
            <a:off x="7054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9C2927C-12EE-49B3-DF99-04A869F1E12B}"/>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D0EFC1CE-B3AD-ED82-4797-595D2898220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42A2DBA-4EA6-1D56-360C-A2123A287B6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281C874-21DE-792C-9FEE-BF48EECBBC6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86A35DD-6C6E-B96F-0038-DD2CD277792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15732987"/>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77840" y="786384"/>
            <a:ext cx="5394960" cy="1005840"/>
          </a:xfrm>
        </p:spPr>
        <p:txBody>
          <a:bodyPr anchor="b"/>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6626D65-1470-5355-C0AB-4C755AE36464}"/>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5" name="Picture Placeholder 10">
            <a:extLst>
              <a:ext uri="{FF2B5EF4-FFF2-40B4-BE49-F238E27FC236}">
                <a16:creationId xmlns:a16="http://schemas.microsoft.com/office/drawing/2014/main" id="{26947C16-472E-02E4-EE92-74FC49AB3821}"/>
              </a:ext>
            </a:extLst>
          </p:cNvPr>
          <p:cNvSpPr>
            <a:spLocks noGrp="1"/>
          </p:cNvSpPr>
          <p:nvPr>
            <p:ph type="pic" sz="quarter" idx="13" hasCustomPrompt="1"/>
          </p:nvPr>
        </p:nvSpPr>
        <p:spPr>
          <a:xfrm>
            <a:off x="801700" y="402336"/>
            <a:ext cx="4382592"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23" t="151" r="-225" b="-15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577840" y="1920240"/>
            <a:ext cx="539496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A103F24-F909-9BD0-1CE0-3AFA9296B696}"/>
              </a:ext>
            </a:extLst>
          </p:cNvPr>
          <p:cNvSpPr>
            <a:spLocks noGrp="1"/>
          </p:cNvSpPr>
          <p:nvPr>
            <p:ph type="dt" sz="half" idx="15"/>
          </p:nvPr>
        </p:nvSpPr>
        <p:spPr/>
        <p:txBody>
          <a:bodyPr/>
          <a:lstStyle>
            <a:lvl1pPr>
              <a:defRPr>
                <a:solidFill>
                  <a:schemeClr val="tx1"/>
                </a:solidFill>
              </a:defRPr>
            </a:lvl1pPr>
          </a:lstStyle>
          <a:p>
            <a:fld id="{079A547C-B58D-4D18-BEA3-0C0DB6BD3221}" type="datetime1">
              <a:rPr lang="en-US" smtClean="0"/>
              <a:t>12/8/2025</a:t>
            </a:fld>
            <a:endParaRPr lang="en-US" dirty="0"/>
          </a:p>
        </p:txBody>
      </p:sp>
      <p:sp>
        <p:nvSpPr>
          <p:cNvPr id="9" name="Slide Number Placeholder 8">
            <a:extLst>
              <a:ext uri="{FF2B5EF4-FFF2-40B4-BE49-F238E27FC236}">
                <a16:creationId xmlns:a16="http://schemas.microsoft.com/office/drawing/2014/main" id="{BD147767-378C-917C-1CEA-C28D4F2BD42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4" name="Straight Connector 13">
            <a:extLst>
              <a:ext uri="{FF2B5EF4-FFF2-40B4-BE49-F238E27FC236}">
                <a16:creationId xmlns:a16="http://schemas.microsoft.com/office/drawing/2014/main" id="{FFB8D92F-DD5D-21B4-7D10-80457CCEDEC0}"/>
              </a:ext>
            </a:extLst>
          </p:cNvPr>
          <p:cNvCxnSpPr/>
          <p:nvPr/>
        </p:nvCxnSpPr>
        <p:spPr>
          <a:xfrm>
            <a:off x="518577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63C3FE30-EF8F-C27D-E8AB-BB565902B9FB}"/>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DB333B6-9BB2-24CF-B636-1E04F141121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9F5CADF-5A1B-0BEC-D60A-C6D3AF70F2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85755C8-3D3B-E5E6-1F70-528A7BCA65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E6F374D-A3D9-FD1D-A133-794607CFD7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06481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3749040"/>
            <a:ext cx="2834640" cy="228600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4" name="Picture Placeholder 10">
            <a:extLst>
              <a:ext uri="{FF2B5EF4-FFF2-40B4-BE49-F238E27FC236}">
                <a16:creationId xmlns:a16="http://schemas.microsoft.com/office/drawing/2014/main" id="{C31E5265-51B9-0DA3-10B4-945EE4951744}"/>
              </a:ext>
            </a:extLst>
          </p:cNvPr>
          <p:cNvSpPr>
            <a:spLocks noGrp="1"/>
          </p:cNvSpPr>
          <p:nvPr>
            <p:ph type="pic" sz="quarter" idx="13" hasCustomPrompt="1"/>
          </p:nvPr>
        </p:nvSpPr>
        <p:spPr>
          <a:xfrm>
            <a:off x="815340" y="406401"/>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442"/>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3749040"/>
            <a:ext cx="6858000" cy="228600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6168D35D-CEAF-4137-A955-9C5E00AC9944}"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E87DF89E-6618-A2A2-BC84-986CED89FCC1}"/>
              </a:ext>
            </a:extLst>
          </p:cNvPr>
          <p:cNvCxnSpPr>
            <a:cxnSpLocks/>
          </p:cNvCxnSpPr>
          <p:nvPr/>
        </p:nvCxnSpPr>
        <p:spPr>
          <a:xfrm>
            <a:off x="803185" y="3412227"/>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A396D86-8A66-3FA9-3546-3A1F85779074}"/>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7D844445-C27C-0A5B-2D4A-490DC1664AD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629BDA0-67DC-312E-1148-3B3D607358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B6FA474-6534-5F04-1B35-0A8CB67144C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3F2445-DE75-8F1D-AF29-50897C3A8D1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14731708"/>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2834640" cy="21945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4C41AE8B-FC59-39B1-281C-D38D03D05BCD}"/>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786384"/>
            <a:ext cx="6858000" cy="21945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3461829"/>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628" b="-1"/>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FAAB489A-1FCE-1E30-E1BC-2F89D0AEA64A}"/>
              </a:ext>
            </a:extLst>
          </p:cNvPr>
          <p:cNvSpPr>
            <a:spLocks noGrp="1"/>
          </p:cNvSpPr>
          <p:nvPr>
            <p:ph type="dt" sz="half" idx="15"/>
          </p:nvPr>
        </p:nvSpPr>
        <p:spPr/>
        <p:txBody>
          <a:bodyPr/>
          <a:lstStyle>
            <a:lvl1pPr>
              <a:defRPr>
                <a:solidFill>
                  <a:schemeClr val="tx1"/>
                </a:solidFill>
              </a:defRPr>
            </a:lvl1pPr>
          </a:lstStyle>
          <a:p>
            <a:fld id="{AF91EA9C-EC16-43EE-A29B-062A230E37BE}" type="datetime1">
              <a:rPr lang="en-US" smtClean="0"/>
              <a:t>12/8/2025</a:t>
            </a:fld>
            <a:endParaRPr lang="en-US" dirty="0"/>
          </a:p>
        </p:txBody>
      </p:sp>
      <p:sp>
        <p:nvSpPr>
          <p:cNvPr id="10" name="Slide Number Placeholder 9">
            <a:extLst>
              <a:ext uri="{FF2B5EF4-FFF2-40B4-BE49-F238E27FC236}">
                <a16:creationId xmlns:a16="http://schemas.microsoft.com/office/drawing/2014/main" id="{8E037D5D-163A-01CE-9AE6-33821E23DCC5}"/>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400730B6-4EF5-7F9C-E6DB-635C947CFEE3}"/>
              </a:ext>
            </a:extLst>
          </p:cNvPr>
          <p:cNvCxnSpPr>
            <a:cxnSpLocks/>
          </p:cNvCxnSpPr>
          <p:nvPr/>
        </p:nvCxnSpPr>
        <p:spPr>
          <a:xfrm>
            <a:off x="803185" y="3443041"/>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91AE5A9-CF62-A508-3C2C-E3BE594AC2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CCEFB20-F364-CF05-360F-6CC5D88ACC5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BD6A10-DA26-A78C-A5C9-6E848476002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879492A-67D3-53D1-F50F-DBC8A33D24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72D47D6-60C0-53E4-BD56-F71C892CDD5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05723160"/>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786384"/>
            <a:ext cx="5669280" cy="91440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AD0F53A5-B7B2-D195-CE9A-F93E7073A7F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5544"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 r="-527"/>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303520"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60DA056-F89A-AE3C-C34A-38BEC586914B}"/>
              </a:ext>
            </a:extLst>
          </p:cNvPr>
          <p:cNvSpPr>
            <a:spLocks noGrp="1"/>
          </p:cNvSpPr>
          <p:nvPr>
            <p:ph type="dt" sz="half" idx="15"/>
          </p:nvPr>
        </p:nvSpPr>
        <p:spPr/>
        <p:txBody>
          <a:bodyPr/>
          <a:lstStyle>
            <a:lvl1pPr>
              <a:defRPr>
                <a:solidFill>
                  <a:schemeClr val="tx1"/>
                </a:solidFill>
              </a:defRPr>
            </a:lvl1pPr>
          </a:lstStyle>
          <a:p>
            <a:fld id="{5E86C7AF-36E7-4A52-B4F7-734BAFD8A4CC}" type="datetime1">
              <a:rPr lang="en-US" smtClean="0"/>
              <a:t>12/8/2025</a:t>
            </a:fld>
            <a:endParaRPr lang="en-US" dirty="0"/>
          </a:p>
        </p:txBody>
      </p:sp>
      <p:sp>
        <p:nvSpPr>
          <p:cNvPr id="10" name="Slide Number Placeholder 9">
            <a:extLst>
              <a:ext uri="{FF2B5EF4-FFF2-40B4-BE49-F238E27FC236}">
                <a16:creationId xmlns:a16="http://schemas.microsoft.com/office/drawing/2014/main" id="{BCEB9FDE-D96C-0906-A793-822DD355B400}"/>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60DB4CF5-18AD-6BFC-8AA3-4292C4318D77}"/>
              </a:ext>
            </a:extLst>
          </p:cNvPr>
          <p:cNvCxnSpPr>
            <a:cxnSpLocks/>
          </p:cNvCxnSpPr>
          <p:nvPr/>
        </p:nvCxnSpPr>
        <p:spPr>
          <a:xfrm>
            <a:off x="491210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2AFAE229-30B5-59F6-95B3-5A0028AA9F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F9983B3-9D4B-C7C3-42B6-FC4112EDA17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9FE12F5-E33A-8435-EC5D-4056ACEF77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0088E3-D111-48BB-2932-C12F38A348E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419E4F3-5171-B07A-3705-6FF5F7EC506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878963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5669280" cy="914400"/>
          </a:xfrm>
        </p:spPr>
        <p:txBody>
          <a:bodyPr anchor="b"/>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0169C89B-17A4-F382-1720-170DCCD7B6E7}"/>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226A60F8-6BFE-EE58-8E8B-8E42FCDABF08}"/>
              </a:ext>
            </a:extLst>
          </p:cNvPr>
          <p:cNvSpPr>
            <a:spLocks noGrp="1"/>
          </p:cNvSpPr>
          <p:nvPr>
            <p:ph type="pic" sz="quarter" idx="13" hasCustomPrompt="1"/>
          </p:nvPr>
        </p:nvSpPr>
        <p:spPr>
          <a:xfrm>
            <a:off x="7280239"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98"/>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6658DE0-8FDC-961F-A73B-ED321A160D7A}"/>
              </a:ext>
            </a:extLst>
          </p:cNvPr>
          <p:cNvSpPr>
            <a:spLocks noGrp="1"/>
          </p:cNvSpPr>
          <p:nvPr>
            <p:ph type="dt" sz="half" idx="15"/>
          </p:nvPr>
        </p:nvSpPr>
        <p:spPr/>
        <p:txBody>
          <a:bodyPr/>
          <a:lstStyle>
            <a:lvl1pPr>
              <a:defRPr>
                <a:solidFill>
                  <a:schemeClr val="tx1"/>
                </a:solidFill>
              </a:defRPr>
            </a:lvl1pPr>
          </a:lstStyle>
          <a:p>
            <a:fld id="{A59F9EED-93FB-47F3-9562-1436657BF9C0}" type="datetime1">
              <a:rPr lang="en-US" smtClean="0"/>
              <a:t>12/8/2025</a:t>
            </a:fld>
            <a:endParaRPr lang="en-US" dirty="0"/>
          </a:p>
        </p:txBody>
      </p:sp>
      <p:sp>
        <p:nvSpPr>
          <p:cNvPr id="10" name="Slide Number Placeholder 9">
            <a:extLst>
              <a:ext uri="{FF2B5EF4-FFF2-40B4-BE49-F238E27FC236}">
                <a16:creationId xmlns:a16="http://schemas.microsoft.com/office/drawing/2014/main" id="{CE6F948F-9E87-C016-444D-D9F266B8C98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2342AE50-E725-8CC9-C210-91ADF8C0F6FE}"/>
              </a:ext>
            </a:extLst>
          </p:cNvPr>
          <p:cNvCxnSpPr/>
          <p:nvPr/>
        </p:nvCxnSpPr>
        <p:spPr>
          <a:xfrm>
            <a:off x="7258461"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CFCB2DB0-8C6B-DBBA-F594-AC4F2954C424}"/>
              </a:ext>
            </a:extLst>
          </p:cNvPr>
          <p:cNvGrpSpPr/>
          <p:nvPr/>
        </p:nvGrpSpPr>
        <p:grpSpPr>
          <a:xfrm>
            <a:off x="803185" y="0"/>
            <a:ext cx="10585629" cy="6858000"/>
            <a:chOff x="803185" y="0"/>
            <a:chExt cx="10585629" cy="6858000"/>
          </a:xfrm>
        </p:grpSpPr>
        <p:cxnSp>
          <p:nvCxnSpPr>
            <p:cNvPr id="5" name="Straight Connector 4">
              <a:extLst>
                <a:ext uri="{FF2B5EF4-FFF2-40B4-BE49-F238E27FC236}">
                  <a16:creationId xmlns:a16="http://schemas.microsoft.com/office/drawing/2014/main" id="{1DB4D22E-4E74-6984-AF14-681AA8D9125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0E9A215-4EBA-4F98-1C96-43269B57F2F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DB5B197-9DE8-9BBC-A47D-F378F717E4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B835935-392C-76CA-C57F-44990EBEB04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61884961"/>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9"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120" b="-8976"/>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400800"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F2821E9-9F8C-4BDA-BDAE-826252E0F21A}"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5444089"/>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8" y="1645920"/>
            <a:ext cx="5987920" cy="4400319"/>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 t="5" r="302" b="-8984"/>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592654" y="1645920"/>
            <a:ext cx="3380146"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A80AD10E-AA22-4A1A-88F6-F4B2C3E6FE7A}"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02486007"/>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1207008"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D69BDBE1-5F80-669A-1B59-BD1E8D2515C2}"/>
              </a:ext>
            </a:extLst>
          </p:cNvPr>
          <p:cNvSpPr>
            <a:spLocks noGrp="1"/>
          </p:cNvSpPr>
          <p:nvPr>
            <p:ph type="pic" sz="quarter" idx="13" hasCustomPrompt="1"/>
          </p:nvPr>
        </p:nvSpPr>
        <p:spPr>
          <a:xfrm>
            <a:off x="6211963"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4" r="100" b="-8973"/>
            </a:stretch>
          </a:blipFill>
          <a:ln w="6350">
            <a:solidFill>
              <a:schemeClr val="tx1"/>
            </a:solidFill>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5C57D5A-EE81-4EB8-9DAF-ABC5A6DD5008}"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6437402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09388" y="786385"/>
            <a:ext cx="7772400" cy="914400"/>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6072A0CE-6B73-A9EE-CD61-DA01E0E315AD}"/>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1" t="148" r="-487" b="-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20938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ADE48AFF-3397-202B-9BA6-6E2E52FB96B4}"/>
              </a:ext>
            </a:extLst>
          </p:cNvPr>
          <p:cNvSpPr>
            <a:spLocks noGrp="1"/>
          </p:cNvSpPr>
          <p:nvPr>
            <p:ph type="dt" sz="half" idx="15"/>
          </p:nvPr>
        </p:nvSpPr>
        <p:spPr/>
        <p:txBody>
          <a:bodyPr/>
          <a:lstStyle>
            <a:lvl1pPr>
              <a:defRPr>
                <a:solidFill>
                  <a:schemeClr val="tx1"/>
                </a:solidFill>
              </a:defRPr>
            </a:lvl1pPr>
          </a:lstStyle>
          <a:p>
            <a:fld id="{3CF1C996-E939-49D2-ACF0-1DAA697D4C26}" type="datetime1">
              <a:rPr lang="en-US" smtClean="0"/>
              <a:t>12/8/2025</a:t>
            </a:fld>
            <a:endParaRPr lang="en-US" dirty="0"/>
          </a:p>
        </p:txBody>
      </p:sp>
      <p:sp>
        <p:nvSpPr>
          <p:cNvPr id="6" name="Slide Number Placeholder 5">
            <a:extLst>
              <a:ext uri="{FF2B5EF4-FFF2-40B4-BE49-F238E27FC236}">
                <a16:creationId xmlns:a16="http://schemas.microsoft.com/office/drawing/2014/main" id="{D73641B0-A410-A060-9C4C-10246CEEB00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6" name="Straight Connector 15">
            <a:extLst>
              <a:ext uri="{FF2B5EF4-FFF2-40B4-BE49-F238E27FC236}">
                <a16:creationId xmlns:a16="http://schemas.microsoft.com/office/drawing/2014/main" id="{4F926A3E-707E-8CA6-DFD9-FDE70CA34896}"/>
              </a:ext>
            </a:extLst>
          </p:cNvPr>
          <p:cNvCxnSpPr>
            <a:cxnSpLocks/>
          </p:cNvCxnSpPr>
          <p:nvPr/>
        </p:nvCxnSpPr>
        <p:spPr>
          <a:xfrm>
            <a:off x="289908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5F551DA-7593-8CE8-512A-2CF19A5FEED9}"/>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DE1E5FA2-0258-F65F-0046-4F63C680164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7C2681D-C958-88C3-4FE4-BD36D597EB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6A1CB91-86F4-F718-46CE-4C26351E5D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B704D5-99FF-334E-D340-F640FC2846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7275278"/>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7772400" cy="91440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9510D14-6E1B-BEBD-9ECF-6FD664E6D6C0}"/>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20700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B0662064-5DE4-D3A3-3200-46801CAA7B41}"/>
              </a:ext>
            </a:extLst>
          </p:cNvPr>
          <p:cNvSpPr>
            <a:spLocks noGrp="1"/>
          </p:cNvSpPr>
          <p:nvPr>
            <p:ph type="pic" sz="quarter" idx="13" hasCustomPrompt="1"/>
          </p:nvPr>
        </p:nvSpPr>
        <p:spPr>
          <a:xfrm>
            <a:off x="9287478"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2" t="148" r="-748" b="-1"/>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872CB399-7148-CC45-1784-53BEB8322750}"/>
              </a:ext>
            </a:extLst>
          </p:cNvPr>
          <p:cNvSpPr>
            <a:spLocks noGrp="1"/>
          </p:cNvSpPr>
          <p:nvPr>
            <p:ph type="dt" sz="half" idx="15"/>
          </p:nvPr>
        </p:nvSpPr>
        <p:spPr/>
        <p:txBody>
          <a:bodyPr/>
          <a:lstStyle>
            <a:lvl1pPr>
              <a:defRPr>
                <a:solidFill>
                  <a:schemeClr val="tx1"/>
                </a:solidFill>
              </a:defRPr>
            </a:lvl1pPr>
          </a:lstStyle>
          <a:p>
            <a:fld id="{BC634302-EDB4-4C38-AE4F-99E11593A1F0}" type="datetime1">
              <a:rPr lang="en-US" smtClean="0"/>
              <a:t>12/8/2025</a:t>
            </a:fld>
            <a:endParaRPr lang="en-US" dirty="0"/>
          </a:p>
        </p:txBody>
      </p:sp>
      <p:sp>
        <p:nvSpPr>
          <p:cNvPr id="5" name="Slide Number Placeholder 4">
            <a:extLst>
              <a:ext uri="{FF2B5EF4-FFF2-40B4-BE49-F238E27FC236}">
                <a16:creationId xmlns:a16="http://schemas.microsoft.com/office/drawing/2014/main" id="{32103136-9022-B685-BD72-AA2F8D6F1DB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7" name="Straight Connector 16">
            <a:extLst>
              <a:ext uri="{FF2B5EF4-FFF2-40B4-BE49-F238E27FC236}">
                <a16:creationId xmlns:a16="http://schemas.microsoft.com/office/drawing/2014/main" id="{E8D7FB67-CB66-8B73-E144-D9B0FD1BF4CC}"/>
              </a:ext>
            </a:extLst>
          </p:cNvPr>
          <p:cNvCxnSpPr/>
          <p:nvPr/>
        </p:nvCxnSpPr>
        <p:spPr>
          <a:xfrm>
            <a:off x="9250563"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C050196-5CDD-7D23-C735-405CCFDE0F53}"/>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7915F7F2-4F99-DBC2-59AE-D63FDE09B1F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337699A-63EB-A2E6-B9B8-E85B7B64F0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0BE2E12-53E7-56D7-104B-F918B8D5372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CBDF578-3A17-02BF-93ED-AF5F8E7F4A5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98689986"/>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4023360" cy="1280160"/>
          </a:xfrm>
        </p:spPr>
        <p:txBody>
          <a:bodyPr>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5" y="2396086"/>
            <a:ext cx="4070907" cy="3637825"/>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1100"/>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69280" y="786384"/>
            <a:ext cx="5303520" cy="53035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78A9400-0F8A-40AD-9C7D-D04C05A686BB}"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0349E27E-A638-3E50-4392-58116C1AACD3}"/>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522E0D86-7613-34C8-CDC4-C77532A2263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AB29EB0-E237-1D57-CA8E-EAD308E9C0C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86316C5-C89C-53D5-EDF8-06B3752F88A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22B727D-16F7-192C-BDC7-987EE4A4BF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4576782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2834640" cy="1453896"/>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7" y="2388928"/>
            <a:ext cx="2859291" cy="364498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0882"/>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80560" y="786384"/>
            <a:ext cx="649224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0AAA33B-7B4C-4CA5-AD3F-802C7D7897C7}"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07B351E8-DE44-EF78-C152-3A103EEBFEAE}"/>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9CEF53B-E5B3-5228-FC6C-55411F158D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B08AC4D-0833-297F-6CBF-8A5D8729D99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CE625D5-BBCB-B34F-682F-6A7EBBD4257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E36439E-B9F9-BC55-6D36-2CBD97558C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2418579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99019" y="4634716"/>
            <a:ext cx="5897880" cy="1353312"/>
          </a:xfrm>
        </p:spPr>
        <p:txBody>
          <a:bodyPr>
            <a:normAutofit/>
          </a:bodyPr>
          <a:lstStyle>
            <a:lvl1pPr>
              <a:lnSpc>
                <a:spcPct val="120000"/>
              </a:lnSpc>
              <a:defRPr sz="24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207008" y="603503"/>
            <a:ext cx="9601200" cy="4334256"/>
          </a:xfrm>
        </p:spPr>
        <p:txBody>
          <a:bodyPr anchor="b">
            <a:normAutofit/>
          </a:bodyPr>
          <a:lstStyle>
            <a:lvl1pPr marL="0" indent="0">
              <a:lnSpc>
                <a:spcPct val="90000"/>
              </a:lnSpc>
              <a:spcBef>
                <a:spcPts val="0"/>
              </a:spcBef>
              <a:buNone/>
              <a:defRPr sz="30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23E33F43-D372-4092-9463-D8C0DAA92373}" type="datetime1">
              <a:rPr lang="en-US" smtClean="0"/>
              <a:t>12/8/2025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503498D5-7EC6-8C79-86BA-7C39A73A10D4}"/>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DFE65860-291D-DD0A-0AF6-EB6BDAF1124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D542EDA-61BE-919A-EA3E-08EBB658FD72}"/>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9E31BBA-19B1-9E32-10DC-6E50B5D242D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40D6BDC-E9D3-BF86-AB1A-64748EAD4D4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74045833"/>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3352800" y="4193183"/>
            <a:ext cx="5486400" cy="1005840"/>
          </a:xfrm>
        </p:spPr>
        <p:txBody>
          <a:bodyPr>
            <a:normAutofit/>
          </a:bodyPr>
          <a:lstStyle>
            <a:lvl1pPr algn="ctr">
              <a:lnSpc>
                <a:spcPct val="110000"/>
              </a:lnSpc>
              <a:defRPr sz="24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438400" y="1240974"/>
            <a:ext cx="7315200" cy="3065419"/>
          </a:xfrm>
        </p:spPr>
        <p:txBody>
          <a:bodyPr anchor="b">
            <a:noAutofit/>
          </a:bodyPr>
          <a:lstStyle>
            <a:lvl1pPr marL="0" indent="0" algn="ctr">
              <a:lnSpc>
                <a:spcPct val="90000"/>
              </a:lnSpc>
              <a:buNone/>
              <a:defRPr sz="20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35FAB39A-86A1-48B6-9153-E6011CB46040}" type="datetime1">
              <a:rPr lang="en-US" smtClean="0"/>
              <a:t>12/8/2025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766075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26D58EB7-9EC7-5A50-30A3-E2D9EDD0FF85}"/>
              </a:ext>
            </a:extLst>
          </p:cNvPr>
          <p:cNvSpPr>
            <a:spLocks noGrp="1"/>
          </p:cNvSpPr>
          <p:nvPr>
            <p:ph type="title"/>
          </p:nvPr>
        </p:nvSpPr>
        <p:spPr>
          <a:xfrm>
            <a:off x="6327018" y="1599060"/>
            <a:ext cx="5052018" cy="3658736"/>
          </a:xfrm>
        </p:spPr>
        <p:txBody>
          <a:bodyPr anchor="ctr">
            <a:normAutofit/>
          </a:bodyPr>
          <a:lstStyle>
            <a:lvl1pPr>
              <a:defRPr sz="2400" cap="none" baseline="0">
                <a:latin typeface="+mn-lt"/>
              </a:defRPr>
            </a:lvl1pPr>
          </a:lstStyle>
          <a:p>
            <a:r>
              <a:rPr lang="en-US" dirty="0"/>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9" name="Content Placeholder 18">
            <a:extLst>
              <a:ext uri="{FF2B5EF4-FFF2-40B4-BE49-F238E27FC236}">
                <a16:creationId xmlns:a16="http://schemas.microsoft.com/office/drawing/2014/main" id="{DE2753DF-FB9B-AECE-E745-E846066B1745}"/>
              </a:ext>
            </a:extLst>
          </p:cNvPr>
          <p:cNvSpPr>
            <a:spLocks noGrp="1"/>
          </p:cNvSpPr>
          <p:nvPr>
            <p:ph sz="quarter" idx="14" hasCustomPrompt="1"/>
          </p:nvPr>
        </p:nvSpPr>
        <p:spPr>
          <a:xfrm>
            <a:off x="914400" y="1600200"/>
            <a:ext cx="5140325" cy="3657600"/>
          </a:xfrm>
        </p:spPr>
        <p:txBody>
          <a:bodyPr anchor="ctr">
            <a:normAutofit/>
          </a:bodyPr>
          <a:lstStyle>
            <a:lvl1pPr marL="0" indent="0">
              <a:lnSpc>
                <a:spcPct val="90000"/>
              </a:lnSpc>
              <a:buNone/>
              <a:defRPr sz="20000"/>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484550B5-6894-4BAB-BE29-52F47C1325C5}" type="datetime1">
              <a:rPr lang="en-US" smtClean="0"/>
              <a:t>12/8/2025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76975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umber Larg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495800" y="4131153"/>
            <a:ext cx="3200400" cy="1545336"/>
          </a:xfrm>
          <a:noFill/>
        </p:spPr>
        <p:txBody>
          <a:bodyPr>
            <a:normAutofit/>
          </a:bodyPr>
          <a:lstStyle>
            <a:lvl1pPr algn="ctr">
              <a:lnSpc>
                <a:spcPct val="110000"/>
              </a:lnSpc>
              <a:defRPr sz="16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3810000" y="1832029"/>
            <a:ext cx="4572000" cy="2475441"/>
          </a:xfrm>
          <a:noFill/>
        </p:spPr>
        <p:txBody>
          <a:bodyPr anchor="b">
            <a:normAutofit/>
          </a:bodyPr>
          <a:lstStyle>
            <a:lvl1pPr marL="0" indent="0" algn="ctr">
              <a:lnSpc>
                <a:spcPct val="90000"/>
              </a:lnSpc>
              <a:buNone/>
              <a:defRPr sz="15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23644B3-B047-4BDA-A4C8-F5943698F924}" type="datetime1">
              <a:rPr lang="en-US" smtClean="0"/>
              <a:t>12/8/2025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9F377ED0-0CD0-101F-CACC-5C208B8095EB}"/>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BB0FAE67-C3ED-90D8-482E-2E87FCA1F01F}"/>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83BE06F7-8D5F-567C-D53C-8F3CFA65C6D8}"/>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1729EF-2962-C057-669D-86C7189119A0}"/>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92F37E54-885B-DD4C-C480-18762D2DF579}"/>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0CD173DE-2107-A0E3-872C-F0DE9ACA3D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BFAFD58-96FA-72FC-A387-4EA88A7A5D6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0CF3863-040E-3592-1588-20A1771871E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44D909-6FC8-C0DB-01C7-AFCF7B50FCD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09267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16560"/>
            <a:ext cx="10652760" cy="1133856"/>
          </a:xfrm>
        </p:spPr>
        <p:txBody>
          <a:bodyPr/>
          <a:lstStyle>
            <a:lvl1pPr>
              <a:defRPr>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ctr">
            <a:noAutofit/>
          </a:bodyPr>
          <a:lstStyle>
            <a:lvl1pPr marL="0" indent="0">
              <a:lnSpc>
                <a:spcPct val="100000"/>
              </a:lnSpc>
              <a:buNone/>
              <a:defRPr sz="4000" b="0" cap="all" baseline="0"/>
            </a:lvl1pPr>
            <a:lvl2pPr marL="228600" indent="0">
              <a:lnSpc>
                <a:spcPct val="100000"/>
              </a:lnSpc>
              <a:buNone/>
              <a:defRPr sz="3600" b="0" cap="all" baseline="0"/>
            </a:lvl2pPr>
            <a:lvl3pPr marL="457200" indent="0">
              <a:lnSpc>
                <a:spcPct val="100000"/>
              </a:lnSpc>
              <a:buNone/>
              <a:defRPr sz="3200" b="0" cap="all" baseline="0"/>
            </a:lvl3pPr>
            <a:lvl4pPr marL="685800" indent="0">
              <a:lnSpc>
                <a:spcPct val="100000"/>
              </a:lnSpc>
              <a:buNone/>
              <a:defRPr sz="2400" b="0" cap="all" baseline="0"/>
            </a:lvl4pPr>
            <a:lvl5pPr marL="914400" indent="0">
              <a:lnSpc>
                <a:spcPct val="100000"/>
              </a:lnSpc>
              <a:buNone/>
              <a:defRPr sz="2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FA3FFB9-0880-4740-B084-BC51532B8F27}" type="datetime1">
              <a:rPr lang="en-US" smtClean="0"/>
              <a:t>12/8/2025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E5E2C763-62D0-A1C5-864F-A9FF05C9F944}"/>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D321B696-8999-0658-38A2-748A73D0777A}"/>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21AECB6-597A-404C-79F2-BDE111DF3683}"/>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1CD60-7C40-DD6A-0B67-9125D3023EAA}"/>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A77C411-359E-F413-4B4B-544B4258F8D6}"/>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66520E9D-E5D8-F168-5659-412DEA7EE63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735C892B-D62F-EE71-21EF-072002481B6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05C92F6-ED58-2722-DD71-BFD93A79C90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FD0132-5667-3403-4950-88D7515B12B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EE9CF1-0848-BE96-4C3D-E4B7E1F4BBA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922588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34492"/>
            <a:ext cx="10652760" cy="1133856"/>
          </a:xfrm>
        </p:spPr>
        <p:txBody>
          <a:bodyPr/>
          <a:lstStyle>
            <a:lvl1pPr>
              <a:defRPr>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t">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vl4pPr>
            <a:lvl5pPr marL="914400" indent="0">
              <a:lnSpc>
                <a:spcPct val="100000"/>
              </a:lnSpc>
              <a:buNone/>
              <a:defRPr sz="2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a:p>
            <a:pPr lvl="2"/>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62D9A1-F997-4CCE-B007-8E1943F54374}" type="datetime1">
              <a:rPr lang="en-US" smtClean="0"/>
              <a:t>12/8/2025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330B27C8-C99B-CAB9-24EA-4222A75D3BFC}"/>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09B5103-0315-C48A-F6CB-70023A60377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2A373C0-8904-4E1A-AC77-DB8B14039D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A58731C-1E1F-4D5A-81CD-F79CD40172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DE29540-9512-0BC0-7BB2-3B7C57B4C11C}"/>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0291684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8876" y="-1216560"/>
            <a:ext cx="10652760" cy="1133856"/>
          </a:xfrm>
        </p:spPr>
        <p:txBody>
          <a:bodyPr/>
          <a:lstStyle>
            <a:lvl1pPr>
              <a:defRPr>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b" anchorCtr="0">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atin typeface="+mn-lt"/>
              </a:defRPr>
            </a:lvl4pPr>
            <a:lvl5pPr marL="914400" indent="0">
              <a:lnSpc>
                <a:spcPct val="100000"/>
              </a:lnSpc>
              <a:buNone/>
              <a:defRPr sz="2000" b="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56DE8C-2121-49BB-AB8E-C1253271C3F5}" type="datetime1">
              <a:rPr lang="en-US" smtClean="0"/>
              <a:t>12/8/2025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B9E57D8C-399F-3BB4-D3B3-9395E8D16134}"/>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7E0EF0C-412A-ADAE-8DDB-3A86E36BA36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26CD944-3487-D02F-D76E-6C8CB5BC62E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4FB68B7-02B4-42EE-A7A2-E1DD0D7EF7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5998EB-9F08-520A-8AE0-AC842E25266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42552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D020C093-E585-447D-B145-C13F5660ED16}"/>
              </a:ext>
            </a:extLst>
          </p:cNvPr>
          <p:cNvSpPr>
            <a:spLocks noGrp="1"/>
          </p:cNvSpPr>
          <p:nvPr>
            <p:ph type="title" hasCustomPrompt="1"/>
          </p:nvPr>
        </p:nvSpPr>
        <p:spPr>
          <a:xfrm>
            <a:off x="1524000" y="4965193"/>
            <a:ext cx="9144000" cy="1105229"/>
          </a:xfrm>
        </p:spPr>
        <p:txBody>
          <a:bodyPr anchor="ctr">
            <a:normAutofit/>
          </a:bodyPr>
          <a:lstStyle>
            <a:lvl1pPr>
              <a:defRPr sz="1600" cap="none" baseline="0">
                <a:solidFill>
                  <a:schemeClr val="bg1"/>
                </a:solidFill>
                <a:latin typeface="+mn-lt"/>
              </a:defRPr>
            </a:lvl1pPr>
          </a:lstStyle>
          <a:p>
            <a:r>
              <a:rPr lang="en-US" dirty="0"/>
              <a:t>Quote Author</a:t>
            </a:r>
          </a:p>
        </p:txBody>
      </p:sp>
      <p:sp>
        <p:nvSpPr>
          <p:cNvPr id="9" name="Footer Placeholder 8">
            <a:extLst>
              <a:ext uri="{FF2B5EF4-FFF2-40B4-BE49-F238E27FC236}">
                <a16:creationId xmlns:a16="http://schemas.microsoft.com/office/drawing/2014/main" id="{6AD2DEB7-F276-E60E-F5A1-0F02C54BDF9C}"/>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5" name="Content Placeholder 4">
            <a:extLst>
              <a:ext uri="{FF2B5EF4-FFF2-40B4-BE49-F238E27FC236}">
                <a16:creationId xmlns:a16="http://schemas.microsoft.com/office/drawing/2014/main" id="{CFF91B2D-44E4-C3B1-BD5E-A10AC8543D25}"/>
              </a:ext>
            </a:extLst>
          </p:cNvPr>
          <p:cNvSpPr>
            <a:spLocks noGrp="1"/>
          </p:cNvSpPr>
          <p:nvPr>
            <p:ph sz="quarter" idx="17" hasCustomPrompt="1"/>
          </p:nvPr>
        </p:nvSpPr>
        <p:spPr>
          <a:xfrm>
            <a:off x="1524000" y="1006475"/>
            <a:ext cx="9144000" cy="2925763"/>
          </a:xfrm>
        </p:spPr>
        <p:txBody>
          <a:bodyPr anchor="ctr">
            <a:normAutofit/>
          </a:bodyPr>
          <a:lstStyle>
            <a:lvl1pPr marL="0" indent="0">
              <a:buNone/>
              <a:defRPr sz="4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Quote</a:t>
            </a:r>
          </a:p>
        </p:txBody>
      </p:sp>
      <p:cxnSp>
        <p:nvCxnSpPr>
          <p:cNvPr id="6" name="Straight Connector 5">
            <a:extLst>
              <a:ext uri="{FF2B5EF4-FFF2-40B4-BE49-F238E27FC236}">
                <a16:creationId xmlns:a16="http://schemas.microsoft.com/office/drawing/2014/main" id="{B94927EC-ED75-B33D-1D89-85EE4258FB86}"/>
              </a:ext>
            </a:extLst>
          </p:cNvPr>
          <p:cNvCxnSpPr>
            <a:cxnSpLocks/>
          </p:cNvCxnSpPr>
          <p:nvPr/>
        </p:nvCxnSpPr>
        <p:spPr>
          <a:xfrm>
            <a:off x="799908" y="4572000"/>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17816284-1868-D968-9C16-5FE2038BC6D8}"/>
              </a:ext>
            </a:extLst>
          </p:cNvPr>
          <p:cNvSpPr>
            <a:spLocks noGrp="1"/>
          </p:cNvSpPr>
          <p:nvPr>
            <p:ph type="dt" sz="half" idx="14"/>
          </p:nvPr>
        </p:nvSpPr>
        <p:spPr/>
        <p:txBody>
          <a:bodyPr/>
          <a:lstStyle>
            <a:lvl1pPr>
              <a:defRPr>
                <a:solidFill>
                  <a:schemeClr val="bg1"/>
                </a:solidFill>
              </a:defRPr>
            </a:lvl1pPr>
          </a:lstStyle>
          <a:p>
            <a:fld id="{92342CCE-AAE1-4428-AAFD-18D6AED5F8E7}" type="datetime1">
              <a:rPr lang="en-US" smtClean="0"/>
              <a:t>12/8/2025</a:t>
            </a:fld>
            <a:endParaRPr lang="en-US" dirty="0"/>
          </a:p>
        </p:txBody>
      </p:sp>
      <p:sp>
        <p:nvSpPr>
          <p:cNvPr id="10" name="Slide Number Placeholder 9">
            <a:extLst>
              <a:ext uri="{FF2B5EF4-FFF2-40B4-BE49-F238E27FC236}">
                <a16:creationId xmlns:a16="http://schemas.microsoft.com/office/drawing/2014/main" id="{764E6AE7-6445-C0E9-7714-3905800EE346}"/>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grpSp>
        <p:nvGrpSpPr>
          <p:cNvPr id="11" name="Group 10">
            <a:extLst>
              <a:ext uri="{FF2B5EF4-FFF2-40B4-BE49-F238E27FC236}">
                <a16:creationId xmlns:a16="http://schemas.microsoft.com/office/drawing/2014/main" id="{DB64FFC6-B9C5-5A14-BCDE-0FACA9EED39A}"/>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A45BAA9C-294C-90CA-EE5A-ED75E616517F}"/>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C127FFD-0227-7A04-CAE1-B0476A186E27}"/>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BB871B-1B46-69D5-1EA9-A5D3125C1745}"/>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9C52E0-6299-124E-DEAC-88A5054BB4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28770557"/>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207008" y="5947574"/>
            <a:ext cx="8805672" cy="466344"/>
          </a:xfrm>
        </p:spPr>
        <p:txBody>
          <a:bodyPr anchor="ctr">
            <a:normAutofit/>
          </a:bodyPr>
          <a:lstStyle>
            <a:lvl1pPr>
              <a:lnSpc>
                <a:spcPct val="120000"/>
              </a:lnSpc>
              <a:defRPr sz="1600" b="0" i="0" cap="none" baseline="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207008" y="822960"/>
            <a:ext cx="8961120" cy="3474720"/>
          </a:xfrm>
        </p:spPr>
        <p:txBody>
          <a:bodyPr anchor="t" anchorCtr="0">
            <a:normAutofit/>
          </a:bodyPr>
          <a:lstStyle>
            <a:lvl1pPr marL="164592" indent="-164592">
              <a:lnSpc>
                <a:spcPct val="100000"/>
              </a:lnSpc>
              <a:spcBef>
                <a:spcPts val="0"/>
              </a:spcBef>
              <a:buNone/>
              <a:defRPr sz="4200" b="0" i="0">
                <a:solidFill>
                  <a:schemeClr val="bg1"/>
                </a:solidFill>
                <a:latin typeface="Bahnschrift Light" panose="020B0502040204020203" pitchFamily="34" charset="0"/>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1051D386-7935-4182-861C-A013C161AEB1}" type="datetime1">
              <a:rPr lang="en-US" smtClean="0"/>
              <a:t>12/8/2025</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5F3E5CAD-77F4-3496-0EBB-8BDE29A00533}"/>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B932EDD7-F82C-CAA5-81E3-4DA459BD7BE7}"/>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B23CB67B-9D91-D31D-5E6F-1AFDE722A71A}"/>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70B71C7-A49A-A194-9371-8105319095C1}"/>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7D85FF8-8A01-4471-2129-9F815C543EB4}"/>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57B839C-7467-0312-FCA6-E719E5B303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81373166"/>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93164" y="5891704"/>
            <a:ext cx="8805672" cy="557222"/>
          </a:xfrm>
        </p:spPr>
        <p:txBody>
          <a:bodyPr anchor="ctr">
            <a:normAutofit/>
          </a:bodyPr>
          <a:lstStyle>
            <a:lvl1pPr algn="ctr">
              <a:lnSpc>
                <a:spcPct val="120000"/>
              </a:lnSpc>
              <a:defRPr sz="1600" b="0" i="0" cap="none" baseline="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15440" y="1358007"/>
            <a:ext cx="8961120" cy="3474720"/>
          </a:xfrm>
        </p:spPr>
        <p:txBody>
          <a:bodyPr anchor="ctr">
            <a:normAutofit/>
          </a:bodyPr>
          <a:lstStyle>
            <a:lvl1pPr marL="164592" indent="-164592" algn="ctr">
              <a:lnSpc>
                <a:spcPct val="100000"/>
              </a:lnSpc>
              <a:spcBef>
                <a:spcPts val="0"/>
              </a:spcBef>
              <a:buNone/>
              <a:defRPr sz="4000" b="0" i="0">
                <a:solidFill>
                  <a:schemeClr val="bg1"/>
                </a:solidFill>
                <a:latin typeface="+mn-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4F612C1C-64C5-4B50-8744-8314E722E95D}" type="datetime1">
              <a:rPr lang="en-US" smtClean="0"/>
              <a:t>12/8/2025</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A8BAF90A-B341-890C-B376-6A16FD3D4D66}"/>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673DA07-CC58-742F-47C7-DF6C3FC1BB2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EC520D2A-19A3-39C2-02F5-969FC02F7835}"/>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B9DADCD-00F5-6714-A61F-195B94550628}"/>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5D759BD-ADDA-3040-A5CB-DAC10D9A2D39}"/>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48BFB7B-8327-08C6-5F9E-BACB47A2C3D2}"/>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432953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Content Placeholder 3">
            <a:extLst>
              <a:ext uri="{FF2B5EF4-FFF2-40B4-BE49-F238E27FC236}">
                <a16:creationId xmlns:a16="http://schemas.microsoft.com/office/drawing/2014/main" id="{F6F508F0-4C97-9A80-2546-BC6EE3D2732B}"/>
              </a:ext>
            </a:extLst>
          </p:cNvPr>
          <p:cNvSpPr>
            <a:spLocks noGrp="1"/>
          </p:cNvSpPr>
          <p:nvPr>
            <p:ph sz="quarter" idx="15"/>
          </p:nvPr>
        </p:nvSpPr>
        <p:spPr>
          <a:xfrm>
            <a:off x="1060450" y="1828800"/>
            <a:ext cx="4768850"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A9AB0DFB-3813-8899-8844-3F65C902B800}"/>
              </a:ext>
            </a:extLst>
          </p:cNvPr>
          <p:cNvSpPr>
            <a:spLocks noGrp="1"/>
          </p:cNvSpPr>
          <p:nvPr>
            <p:ph sz="quarter" idx="16"/>
          </p:nvPr>
        </p:nvSpPr>
        <p:spPr>
          <a:xfrm>
            <a:off x="6363391" y="1828800"/>
            <a:ext cx="4755712"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14802D6-419C-4270-A699-E7031986556C}" type="datetime1">
              <a:rPr lang="en-US" smtClean="0"/>
              <a:t>12/8/2025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CB83DEFD-C76A-E192-4470-7F7DCE92CBCE}"/>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0EBF15C6-51A3-0039-7C8E-9F5BC53301C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F2827DB-A570-B094-5067-79A4F7DA7F3C}"/>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4DF52F4-C942-A75F-0F4B-911959D2F30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944BFA9-C671-8332-EC4C-A56CAAB34AE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17040493"/>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058011" y="600148"/>
            <a:ext cx="10058400" cy="1133856"/>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058011"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35B8AB-C546-6624-5613-679F649D8004}"/>
              </a:ext>
            </a:extLst>
          </p:cNvPr>
          <p:cNvSpPr>
            <a:spLocks noGrp="1"/>
          </p:cNvSpPr>
          <p:nvPr>
            <p:ph sz="quarter" idx="15"/>
          </p:nvPr>
        </p:nvSpPr>
        <p:spPr>
          <a:xfrm>
            <a:off x="1058011"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53436"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a:extLst>
              <a:ext uri="{FF2B5EF4-FFF2-40B4-BE49-F238E27FC236}">
                <a16:creationId xmlns:a16="http://schemas.microsoft.com/office/drawing/2014/main" id="{689131D8-B072-15AB-4C0D-39F0B943B0A9}"/>
              </a:ext>
            </a:extLst>
          </p:cNvPr>
          <p:cNvSpPr>
            <a:spLocks noGrp="1"/>
          </p:cNvSpPr>
          <p:nvPr>
            <p:ph sz="quarter" idx="16"/>
          </p:nvPr>
        </p:nvSpPr>
        <p:spPr>
          <a:xfrm>
            <a:off x="6353436"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B7C0F1DD-38C1-462C-A697-E8DF52FBE341}" type="datetime1">
              <a:rPr lang="en-US" smtClean="0"/>
              <a:t>12/8/2025</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5" name="Group 14">
            <a:extLst>
              <a:ext uri="{FF2B5EF4-FFF2-40B4-BE49-F238E27FC236}">
                <a16:creationId xmlns:a16="http://schemas.microsoft.com/office/drawing/2014/main" id="{2E70A967-D43A-531B-AB77-B7D2DE7E4B0F}"/>
              </a:ext>
            </a:extLst>
          </p:cNvPr>
          <p:cNvGrpSpPr/>
          <p:nvPr/>
        </p:nvGrpSpPr>
        <p:grpSpPr>
          <a:xfrm>
            <a:off x="803185" y="0"/>
            <a:ext cx="10585629" cy="6858000"/>
            <a:chOff x="803185" y="0"/>
            <a:chExt cx="10585629" cy="6858000"/>
          </a:xfrm>
        </p:grpSpPr>
        <p:cxnSp>
          <p:nvCxnSpPr>
            <p:cNvPr id="16" name="Straight Connector 15">
              <a:extLst>
                <a:ext uri="{FF2B5EF4-FFF2-40B4-BE49-F238E27FC236}">
                  <a16:creationId xmlns:a16="http://schemas.microsoft.com/office/drawing/2014/main" id="{61B1175E-A767-B7AB-D265-9256ECCA8E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29F5B2-C13B-2102-792E-E51F1738D2A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C2A7D0-2242-BB3D-AC3F-126E076FC3A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40BEB2B-F33C-CFC6-3060-70CD260293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6522492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B15132D0-A4B5-4DFA-9485-CB2E482EE77C}" type="datetime1">
              <a:rPr lang="en-US" smtClean="0"/>
              <a:t>12/8/2025</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1" name="Group 10">
            <a:extLst>
              <a:ext uri="{FF2B5EF4-FFF2-40B4-BE49-F238E27FC236}">
                <a16:creationId xmlns:a16="http://schemas.microsoft.com/office/drawing/2014/main" id="{570C8D4F-961C-9DE3-2BE6-ABBC18355BC3}"/>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E145383D-28A9-C0D3-8E3D-AA7533D2925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9B585A5-22BA-F43D-07BD-3BB57145B2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1437C88-1694-66DE-88F2-5F80E436773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75A774-D186-6B8B-F966-423BE24E466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6268050"/>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3"/>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EC83663-489C-4B0C-BB79-FC178A8643C9}" type="datetime1">
              <a:rPr lang="en-US" smtClean="0"/>
              <a:t>12/8/2025</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0" name="Group 9">
            <a:extLst>
              <a:ext uri="{FF2B5EF4-FFF2-40B4-BE49-F238E27FC236}">
                <a16:creationId xmlns:a16="http://schemas.microsoft.com/office/drawing/2014/main" id="{A5ECB350-6B4D-5D25-5FB0-D995BE7D095F}"/>
              </a:ext>
            </a:extLst>
          </p:cNvPr>
          <p:cNvGrpSpPr/>
          <p:nvPr/>
        </p:nvGrpSpPr>
        <p:grpSpPr>
          <a:xfrm>
            <a:off x="803185" y="0"/>
            <a:ext cx="10585629" cy="6858000"/>
            <a:chOff x="803185" y="0"/>
            <a:chExt cx="10585629" cy="6858000"/>
          </a:xfrm>
        </p:grpSpPr>
        <p:cxnSp>
          <p:nvCxnSpPr>
            <p:cNvPr id="11" name="Straight Connector 10">
              <a:extLst>
                <a:ext uri="{FF2B5EF4-FFF2-40B4-BE49-F238E27FC236}">
                  <a16:creationId xmlns:a16="http://schemas.microsoft.com/office/drawing/2014/main" id="{614889B8-EF0E-CC96-E345-4814F56ED6D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60EF97A-5CED-BE43-C066-ED89AE049BD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CB1FB5-CA0E-AFAB-5607-844D9592A24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BAA5556-E509-ED49-F4BE-6F664377F5B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7358312"/>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207008" y="786384"/>
            <a:ext cx="2926080" cy="17373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14" name="Footer Placeholder 13">
            <a:extLst>
              <a:ext uri="{FF2B5EF4-FFF2-40B4-BE49-F238E27FC236}">
                <a16:creationId xmlns:a16="http://schemas.microsoft.com/office/drawing/2014/main" id="{06EDF8B4-9629-39C1-DDBF-A5485B241DB4}"/>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207008" y="2651760"/>
            <a:ext cx="2926080" cy="3383280"/>
          </a:xfrm>
        </p:spPr>
        <p:txBody>
          <a:bodyPr anchor="t">
            <a:normAutofit/>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297680" y="786382"/>
            <a:ext cx="676656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b="0">
                <a:solidFill>
                  <a:schemeClr val="tx1"/>
                </a:solidFill>
              </a:defRPr>
            </a:lvl4pPr>
            <a:lvl5pPr marL="1200150" indent="-285750">
              <a:buFont typeface="Arial" panose="020B0604020202020204" pitchFamily="34" charset="0"/>
              <a:buChar char="•"/>
              <a:defRPr sz="1400" b="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a:extLst>
              <a:ext uri="{FF2B5EF4-FFF2-40B4-BE49-F238E27FC236}">
                <a16:creationId xmlns:a16="http://schemas.microsoft.com/office/drawing/2014/main" id="{2EAB326A-0996-8BBC-BFAF-29A228B198CC}"/>
              </a:ext>
            </a:extLst>
          </p:cNvPr>
          <p:cNvSpPr>
            <a:spLocks noGrp="1"/>
          </p:cNvSpPr>
          <p:nvPr>
            <p:ph type="dt" sz="half" idx="10"/>
          </p:nvPr>
        </p:nvSpPr>
        <p:spPr/>
        <p:txBody>
          <a:bodyPr/>
          <a:lstStyle>
            <a:lvl1pPr>
              <a:defRPr>
                <a:solidFill>
                  <a:schemeClr val="tx1"/>
                </a:solidFill>
              </a:defRPr>
            </a:lvl1pPr>
          </a:lstStyle>
          <a:p>
            <a:fld id="{C41BEF89-672A-4E25-926B-58E382525C3F}" type="datetime1">
              <a:rPr lang="en-US" smtClean="0"/>
              <a:t>12/8/2025</a:t>
            </a:fld>
            <a:endParaRPr lang="en-US" dirty="0"/>
          </a:p>
        </p:txBody>
      </p:sp>
      <p:sp>
        <p:nvSpPr>
          <p:cNvPr id="15" name="Slide Number Placeholder 14">
            <a:extLst>
              <a:ext uri="{FF2B5EF4-FFF2-40B4-BE49-F238E27FC236}">
                <a16:creationId xmlns:a16="http://schemas.microsoft.com/office/drawing/2014/main" id="{3AE9EB23-C42E-AFD9-410F-5D3A9B4737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8" name="Group 7">
            <a:extLst>
              <a:ext uri="{FF2B5EF4-FFF2-40B4-BE49-F238E27FC236}">
                <a16:creationId xmlns:a16="http://schemas.microsoft.com/office/drawing/2014/main" id="{8179AB9D-F8E4-DA67-2113-2CB4FAAA3FE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4D1AF63C-58A3-D664-0F8A-2F866DE9922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7353FA6-146A-25CD-A52A-50A0DBA7C4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3D17F74-4821-8F53-7E3E-BD10714CA1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CBD083B-641D-8442-0510-78BC3BDFF82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6451782"/>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207008" y="786384"/>
            <a:ext cx="3595634" cy="192024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207008" y="2752344"/>
            <a:ext cx="3585586" cy="3291840"/>
          </a:xfrm>
        </p:spPr>
        <p:txBody>
          <a:bodyPr anchor="b"/>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8" y="402336"/>
            <a:ext cx="6328768"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9931E9BD-2556-46EE-BDF5-EE03A42C0687}" type="datetime1">
              <a:rPr lang="en-US" smtClean="0"/>
              <a:t>12/8/2025</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DF475923-C72A-59CC-2F27-3B42DE9E23C1}"/>
              </a:ext>
            </a:extLst>
          </p:cNvPr>
          <p:cNvCxnSpPr/>
          <p:nvPr/>
        </p:nvCxnSpPr>
        <p:spPr>
          <a:xfrm>
            <a:off x="5044948"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644E6E6F-31C5-280B-B965-1DCA584FB10B}"/>
              </a:ext>
            </a:extLst>
          </p:cNvPr>
          <p:cNvGrpSpPr/>
          <p:nvPr/>
        </p:nvGrpSpPr>
        <p:grpSpPr>
          <a:xfrm>
            <a:off x="803185" y="0"/>
            <a:ext cx="10585629" cy="6858000"/>
            <a:chOff x="803185" y="0"/>
            <a:chExt cx="10585629" cy="6858000"/>
          </a:xfrm>
        </p:grpSpPr>
        <p:cxnSp>
          <p:nvCxnSpPr>
            <p:cNvPr id="10" name="Straight Connector 9">
              <a:extLst>
                <a:ext uri="{FF2B5EF4-FFF2-40B4-BE49-F238E27FC236}">
                  <a16:creationId xmlns:a16="http://schemas.microsoft.com/office/drawing/2014/main" id="{E46DD8FB-C3C8-02D7-0EEC-1FA8A0E72EE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E287276-FB86-B497-EB85-08D57647FCB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AFABFB-CCBD-F586-5A5B-F739C98FEB0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33A7C7-3944-5EFF-0F5A-CD13C776DD1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7400000"/>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7342307" cy="2085339"/>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207008" y="3594099"/>
            <a:ext cx="9601200" cy="237744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89BE370-40DD-429A-ADED-41858713F7D9}" type="datetime1">
              <a:rPr lang="en-US" smtClean="0"/>
              <a:t>12/8/2025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CFF997AB-1CB0-F155-5BD6-8AD0DF5F9C8C}"/>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5CD1A663-8D32-81FC-CF0E-3943276FC5B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88FB5FE-FF71-6B7B-03A4-B78EA9E50FE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4967FC-68C7-FF99-F0D4-F11F22519D8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0437DFC-E04A-54B1-CFEA-8D9349D6EB7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1113878"/>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8430767" cy="2520011"/>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207008" y="3622673"/>
            <a:ext cx="8430639" cy="1609344"/>
          </a:xfrm>
        </p:spPr>
        <p:txBody>
          <a:bodyPr>
            <a:no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744B83-DEC6-42A9-90ED-B3D6C76A8643}" type="datetime1">
              <a:rPr lang="en-US" smtClean="0"/>
              <a:t>12/8/2025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4604B72-3E24-1723-74C9-C1E295269A19}"/>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2CEF3A60-0DC4-008A-49C8-C3FD46FA3B8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A618110-A634-DE8C-5B6D-35477E47ED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E21D7-A780-C513-5EB6-4A6C625665C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2C4757-1CA9-394F-33BF-C5A9D77182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3373742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66800" y="685800"/>
            <a:ext cx="10058400"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16200000">
            <a:off x="-1005840" y="1525384"/>
            <a:ext cx="2805405"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3385" y="6229552"/>
            <a:ext cx="429207" cy="365125"/>
          </a:xfrm>
          <a:prstGeom prst="rect">
            <a:avLst/>
          </a:prstGeom>
        </p:spPr>
        <p:txBody>
          <a:bodyPr vert="horz" lIns="91440" tIns="45720" rIns="91440" bIns="45720" rtlCol="0" anchor="ctr"/>
          <a:lstStyle>
            <a:lvl1pPr algn="ctr" rtl="0">
              <a:defRPr sz="900" b="0" i="0">
                <a:solidFill>
                  <a:schemeClr val="tx1"/>
                </a:solidFill>
                <a:latin typeface="+mn-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66800" y="1920240"/>
            <a:ext cx="1005840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5400000">
            <a:off x="10040831" y="4206240"/>
            <a:ext cx="3494314"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fld id="{5D94B1B5-61D9-4408-A2B5-CA06F768CAB1}" type="datetime1">
              <a:rPr lang="en-US" smtClean="0"/>
              <a:t>12/8/2025</a:t>
            </a:fld>
            <a:endParaRPr lang="en-US" dirty="0"/>
          </a:p>
        </p:txBody>
      </p:sp>
      <p:sp>
        <p:nvSpPr>
          <p:cNvPr id="12" name="Freeform 11" hidden="1">
            <a:extLst>
              <a:ext uri="{FF2B5EF4-FFF2-40B4-BE49-F238E27FC236}">
                <a16:creationId xmlns:a16="http://schemas.microsoft.com/office/drawing/2014/main" id="{918C00E2-AFB8-E789-01F1-47EC64846D95}"/>
              </a:ext>
            </a:extLst>
          </p:cNvPr>
          <p:cNvSpPr/>
          <p:nvPr/>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hidden="1">
            <a:extLst>
              <a:ext uri="{FF2B5EF4-FFF2-40B4-BE49-F238E27FC236}">
                <a16:creationId xmlns:a16="http://schemas.microsoft.com/office/drawing/2014/main" id="{6A6CDCAD-B761-0A5F-55A7-CE79AB3802A7}"/>
              </a:ext>
            </a:extLst>
          </p:cNvPr>
          <p:cNvSpPr/>
          <p:nvPr userDrawn="1"/>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56564892"/>
      </p:ext>
    </p:extLst>
  </p:cSld>
  <p:clrMap bg1="dk1" tx1="lt1" bg2="dk2" tx2="lt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 id="2147483976" r:id="rId6"/>
    <p:sldLayoutId id="2147483923" r:id="rId7"/>
    <p:sldLayoutId id="2147483924" r:id="rId8"/>
    <p:sldLayoutId id="2147483925" r:id="rId9"/>
    <p:sldLayoutId id="2147483926" r:id="rId10"/>
    <p:sldLayoutId id="2147483927" r:id="rId11"/>
    <p:sldLayoutId id="2147483928" r:id="rId12"/>
    <p:sldLayoutId id="2147483929" r:id="rId13"/>
    <p:sldLayoutId id="2147483930" r:id="rId14"/>
    <p:sldLayoutId id="2147483931" r:id="rId15"/>
    <p:sldLayoutId id="2147483932" r:id="rId16"/>
    <p:sldLayoutId id="2147483933" r:id="rId17"/>
    <p:sldLayoutId id="2147483934" r:id="rId18"/>
    <p:sldLayoutId id="2147483935" r:id="rId19"/>
    <p:sldLayoutId id="2147483936" r:id="rId20"/>
    <p:sldLayoutId id="2147483937" r:id="rId21"/>
    <p:sldLayoutId id="2147483938" r:id="rId22"/>
    <p:sldLayoutId id="2147483939" r:id="rId23"/>
    <p:sldLayoutId id="2147483940" r:id="rId24"/>
    <p:sldLayoutId id="2147483941" r:id="rId25"/>
    <p:sldLayoutId id="2147483942" r:id="rId26"/>
    <p:sldLayoutId id="2147483943" r:id="rId27"/>
    <p:sldLayoutId id="2147483944" r:id="rId28"/>
    <p:sldLayoutId id="2147483945" r:id="rId29"/>
    <p:sldLayoutId id="2147483946" r:id="rId30"/>
    <p:sldLayoutId id="2147483947" r:id="rId31"/>
    <p:sldLayoutId id="2147483948" r:id="rId32"/>
    <p:sldLayoutId id="2147483949" r:id="rId33"/>
    <p:sldLayoutId id="2147483950" r:id="rId34"/>
    <p:sldLayoutId id="2147483951" r:id="rId35"/>
    <p:sldLayoutId id="2147483952" r:id="rId36"/>
    <p:sldLayoutId id="2147483953" r:id="rId37"/>
    <p:sldLayoutId id="2147483954" r:id="rId38"/>
    <p:sldLayoutId id="2147483955" r:id="rId39"/>
    <p:sldLayoutId id="2147483956" r:id="rId40"/>
    <p:sldLayoutId id="2147483957" r:id="rId41"/>
    <p:sldLayoutId id="2147483958" r:id="rId42"/>
    <p:sldLayoutId id="2147483959" r:id="rId43"/>
    <p:sldLayoutId id="2147483960" r:id="rId44"/>
    <p:sldLayoutId id="2147483961" r:id="rId45"/>
    <p:sldLayoutId id="2147483962" r:id="rId46"/>
    <p:sldLayoutId id="2147483963" r:id="rId47"/>
    <p:sldLayoutId id="2147483964" r:id="rId48"/>
    <p:sldLayoutId id="2147483965" r:id="rId49"/>
    <p:sldLayoutId id="2147483966" r:id="rId50"/>
    <p:sldLayoutId id="2147483967" r:id="rId51"/>
    <p:sldLayoutId id="2147483969" r:id="rId52"/>
    <p:sldLayoutId id="2147483970" r:id="rId53"/>
    <p:sldLayoutId id="2147483971" r:id="rId54"/>
    <p:sldLayoutId id="2147483972" r:id="rId55"/>
    <p:sldLayoutId id="2147483973" r:id="rId56"/>
    <p:sldLayoutId id="2147483974" r:id="rId57"/>
    <p:sldLayoutId id="2147483975" r:id="rId58"/>
  </p:sldLayoutIdLst>
  <p:hf hdr="0" dt="0"/>
  <p:txStyles>
    <p:titleStyle>
      <a:lvl1pPr algn="l" defTabSz="914400" rtl="0" eaLnBrk="1" latinLnBrk="0" hangingPunct="1">
        <a:lnSpc>
          <a:spcPct val="100000"/>
        </a:lnSpc>
        <a:spcBef>
          <a:spcPct val="0"/>
        </a:spcBef>
        <a:buNone/>
        <a:defRPr sz="4000" b="0" i="0" kern="1200" cap="all" baseline="0">
          <a:solidFill>
            <a:schemeClr val="tx1"/>
          </a:solidFill>
          <a:latin typeface="+mj-lt"/>
          <a:ea typeface="+mj-ea"/>
          <a:cs typeface="+mj-cs"/>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sz="18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6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64178-C2EF-AC67-1B9B-73C3111AD4C3}"/>
              </a:ext>
            </a:extLst>
          </p:cNvPr>
          <p:cNvSpPr>
            <a:spLocks noGrp="1"/>
          </p:cNvSpPr>
          <p:nvPr>
            <p:ph type="title"/>
          </p:nvPr>
        </p:nvSpPr>
        <p:spPr>
          <a:xfrm>
            <a:off x="6400800" y="786384"/>
            <a:ext cx="4668637" cy="3460492"/>
          </a:xfrm>
        </p:spPr>
        <p:txBody>
          <a:bodyPr anchor="t">
            <a:normAutofit/>
          </a:bodyPr>
          <a:lstStyle/>
          <a:p>
            <a:r>
              <a:rPr lang="en-US"/>
              <a:t>Jenkins Job and Plugins</a:t>
            </a:r>
          </a:p>
        </p:txBody>
      </p:sp>
      <p:sp>
        <p:nvSpPr>
          <p:cNvPr id="4" name="Footer Placeholder 3">
            <a:extLst>
              <a:ext uri="{FF2B5EF4-FFF2-40B4-BE49-F238E27FC236}">
                <a16:creationId xmlns:a16="http://schemas.microsoft.com/office/drawing/2014/main" id="{8AF0DC9B-7CF1-0F44-7173-9B172BBAB477}"/>
              </a:ext>
            </a:extLst>
          </p:cNvPr>
          <p:cNvSpPr>
            <a:spLocks noGrp="1"/>
          </p:cNvSpPr>
          <p:nvPr>
            <p:ph type="ftr" sz="quarter" idx="15"/>
          </p:nvPr>
        </p:nvSpPr>
        <p:spPr>
          <a:xfrm rot="16200000">
            <a:off x="-1005840" y="1525384"/>
            <a:ext cx="2805405" cy="365125"/>
          </a:xfrm>
        </p:spPr>
        <p:txBody>
          <a:bodyPr anchor="ctr">
            <a:normAutofit/>
          </a:bodyPr>
          <a:lstStyle/>
          <a:p>
            <a:pPr>
              <a:spcAft>
                <a:spcPts val="600"/>
              </a:spcAft>
            </a:pPr>
            <a:r>
              <a:rPr lang="en-US"/>
              <a:t>SAMPLE FOOTER TEXT</a:t>
            </a:r>
          </a:p>
        </p:txBody>
      </p:sp>
      <p:pic>
        <p:nvPicPr>
          <p:cNvPr id="6" name="Picture 5"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2E95A29D-AB93-4398-81AD-4612C86B3330}"/>
              </a:ext>
            </a:extLst>
          </p:cNvPr>
          <p:cNvPicPr>
            <a:picLocks noChangeAspect="1"/>
          </p:cNvPicPr>
          <p:nvPr/>
        </p:nvPicPr>
        <p:blipFill>
          <a:blip r:embed="rId3"/>
          <a:stretch>
            <a:fillRect/>
          </a:stretch>
        </p:blipFill>
        <p:spPr>
          <a:xfrm>
            <a:off x="804672" y="1441014"/>
            <a:ext cx="5289176" cy="3966882"/>
          </a:xfrm>
          <a:prstGeom prst="rect">
            <a:avLst/>
          </a:prstGeom>
          <a:noFill/>
        </p:spPr>
      </p:pic>
      <p:sp>
        <p:nvSpPr>
          <p:cNvPr id="3" name="Subtitle 2">
            <a:extLst>
              <a:ext uri="{FF2B5EF4-FFF2-40B4-BE49-F238E27FC236}">
                <a16:creationId xmlns:a16="http://schemas.microsoft.com/office/drawing/2014/main" id="{500562EE-A824-6738-F2F8-2459CDF42ABC}"/>
              </a:ext>
            </a:extLst>
          </p:cNvPr>
          <p:cNvSpPr>
            <a:spLocks noGrp="1"/>
          </p:cNvSpPr>
          <p:nvPr>
            <p:ph type="body" sz="quarter" idx="17"/>
          </p:nvPr>
        </p:nvSpPr>
        <p:spPr>
          <a:xfrm>
            <a:off x="6395599" y="4663439"/>
            <a:ext cx="4668641" cy="1380744"/>
          </a:xfrm>
        </p:spPr>
        <p:txBody>
          <a:bodyPr anchor="b">
            <a:normAutofit/>
          </a:bodyPr>
          <a:lstStyle/>
          <a:p>
            <a:r>
              <a:rPr lang="en-US"/>
              <a:t>Enhancing automation through customizable workflows</a:t>
            </a:r>
          </a:p>
        </p:txBody>
      </p:sp>
      <p:sp>
        <p:nvSpPr>
          <p:cNvPr id="5" name="Slide Number Placeholder 4">
            <a:extLst>
              <a:ext uri="{FF2B5EF4-FFF2-40B4-BE49-F238E27FC236}">
                <a16:creationId xmlns:a16="http://schemas.microsoft.com/office/drawing/2014/main" id="{5CCB7359-3B2E-1362-FA54-8BC21E4B540B}"/>
              </a:ext>
            </a:extLst>
          </p:cNvPr>
          <p:cNvSpPr>
            <a:spLocks noGrp="1"/>
          </p:cNvSpPr>
          <p:nvPr>
            <p:ph type="sldNum" sz="quarter" idx="16"/>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a:t>
            </a:fld>
            <a:endParaRPr lang="en-US"/>
          </a:p>
        </p:txBody>
      </p:sp>
    </p:spTree>
    <p:extLst>
      <p:ext uri="{BB962C8B-B14F-4D97-AF65-F5344CB8AC3E}">
        <p14:creationId xmlns:p14="http://schemas.microsoft.com/office/powerpoint/2010/main" val="23411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70549-8CE8-5692-DE5C-FEBC1FE9770F}"/>
              </a:ext>
            </a:extLst>
          </p:cNvPr>
          <p:cNvSpPr>
            <a:spLocks noGrp="1"/>
          </p:cNvSpPr>
          <p:nvPr>
            <p:ph type="ctrTitle"/>
          </p:nvPr>
        </p:nvSpPr>
        <p:spPr>
          <a:xfrm>
            <a:off x="4130040" y="1645920"/>
            <a:ext cx="3931920" cy="3566160"/>
          </a:xfrm>
        </p:spPr>
        <p:txBody>
          <a:bodyPr anchor="ctr">
            <a:normAutofit/>
          </a:bodyPr>
          <a:lstStyle/>
          <a:p>
            <a:r>
              <a:rPr lang="en-US"/>
              <a:t>Learning Objectives</a:t>
            </a:r>
          </a:p>
        </p:txBody>
      </p:sp>
      <p:sp>
        <p:nvSpPr>
          <p:cNvPr id="4" name="Footer Placeholder 3">
            <a:extLst>
              <a:ext uri="{FF2B5EF4-FFF2-40B4-BE49-F238E27FC236}">
                <a16:creationId xmlns:a16="http://schemas.microsoft.com/office/drawing/2014/main" id="{16EE4F4E-1D69-3B35-5CBA-59E75195CC0C}"/>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61AAD5B4-7000-E2CA-B89A-F4975B9B8F34}"/>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2</a:t>
            </a:fld>
            <a:endParaRPr lang="en-US"/>
          </a:p>
        </p:txBody>
      </p:sp>
    </p:spTree>
    <p:extLst>
      <p:ext uri="{BB962C8B-B14F-4D97-AF65-F5344CB8AC3E}">
        <p14:creationId xmlns:p14="http://schemas.microsoft.com/office/powerpoint/2010/main" val="26221678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3F44E-74B4-59F7-4656-57F2D08E4523}"/>
              </a:ext>
            </a:extLst>
          </p:cNvPr>
          <p:cNvSpPr>
            <a:spLocks noGrp="1"/>
          </p:cNvSpPr>
          <p:nvPr>
            <p:ph type="title"/>
          </p:nvPr>
        </p:nvSpPr>
        <p:spPr>
          <a:xfrm>
            <a:off x="1245108" y="786384"/>
            <a:ext cx="4023360" cy="1280160"/>
          </a:xfrm>
        </p:spPr>
        <p:txBody>
          <a:bodyPr anchor="t">
            <a:normAutofit/>
          </a:bodyPr>
          <a:lstStyle/>
          <a:p>
            <a:r>
              <a:rPr lang="en-US"/>
              <a:t>Goals of the Lesson</a:t>
            </a:r>
          </a:p>
        </p:txBody>
      </p:sp>
      <p:sp>
        <p:nvSpPr>
          <p:cNvPr id="3" name="Footer Placeholder 2">
            <a:extLst>
              <a:ext uri="{FF2B5EF4-FFF2-40B4-BE49-F238E27FC236}">
                <a16:creationId xmlns:a16="http://schemas.microsoft.com/office/drawing/2014/main" id="{84484B78-9D2D-8828-9AEE-33F7DC751888}"/>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pic>
        <p:nvPicPr>
          <p:cNvPr id="7" name="Content Placeholder 6" descr="Login web form">
            <a:extLst>
              <a:ext uri="{FF2B5EF4-FFF2-40B4-BE49-F238E27FC236}">
                <a16:creationId xmlns:a16="http://schemas.microsoft.com/office/drawing/2014/main" id="{0B770B13-400E-4EB4-ADA0-444A3B4C8773}"/>
              </a:ext>
            </a:extLst>
          </p:cNvPr>
          <p:cNvPicPr>
            <a:picLocks noGrp="1" noChangeAspect="1"/>
          </p:cNvPicPr>
          <p:nvPr>
            <p:ph type="pic" sz="quarter" idx="13"/>
          </p:nvPr>
        </p:nvPicPr>
        <p:blipFill>
          <a:blip r:embed="rId3"/>
          <a:srcRect l="13461" r="8204" b="-2"/>
          <a:stretch>
            <a:fillRect/>
          </a:stretch>
        </p:blipFill>
        <p:spPr>
          <a:xfrm>
            <a:off x="1220455" y="2396086"/>
            <a:ext cx="4070907" cy="3637825"/>
          </a:xfrm>
          <a:prstGeom prst="rect">
            <a:avLst/>
          </a:prstGeom>
          <a:noFill/>
        </p:spPr>
      </p:pic>
      <p:sp>
        <p:nvSpPr>
          <p:cNvPr id="5" name="Content Placeholder 4">
            <a:extLst>
              <a:ext uri="{FF2B5EF4-FFF2-40B4-BE49-F238E27FC236}">
                <a16:creationId xmlns:a16="http://schemas.microsoft.com/office/drawing/2014/main" id="{BA97EBA2-AFBE-FA04-C8F4-C1E687227B5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b="1"/>
              <a:t>Jenkins Job Configuration</a:t>
            </a:r>
          </a:p>
          <a:p>
            <a:pPr marL="0" lvl="1" indent="0">
              <a:buFont typeface="Arial" panose="020B0604020202020204" pitchFamily="34" charset="0"/>
              <a:buNone/>
            </a:pPr>
            <a:r>
              <a:t>Learn to configure Jenkins jobs to automate build, test, and deployment stages effectively.</a:t>
            </a:r>
            <a:endParaRPr lang="en-US"/>
          </a:p>
          <a:p>
            <a:pPr marL="0" indent="0">
              <a:spcBef>
                <a:spcPts val="2500"/>
              </a:spcBef>
              <a:buFont typeface="Arial" panose="020B0604020202020204" pitchFamily="34" charset="0"/>
              <a:buNone/>
            </a:pPr>
            <a:r>
              <a:rPr lang="en-US" b="1"/>
              <a:t>Plugin Usage and Integration</a:t>
            </a:r>
          </a:p>
          <a:p>
            <a:pPr marL="0" lvl="1" indent="0">
              <a:buFont typeface="Arial" panose="020B0604020202020204" pitchFamily="34" charset="0"/>
              <a:buNone/>
            </a:pPr>
            <a:r>
              <a:t>Understand how to use Jenkins plugins to automate tasks and integrate with other development tools.</a:t>
            </a:r>
            <a:endParaRPr lang="en-US"/>
          </a:p>
          <a:p>
            <a:pPr marL="0" indent="0">
              <a:spcBef>
                <a:spcPts val="2500"/>
              </a:spcBef>
              <a:buFont typeface="Arial" panose="020B0604020202020204" pitchFamily="34" charset="0"/>
              <a:buNone/>
            </a:pPr>
            <a:r>
              <a:rPr lang="en-US" b="1"/>
              <a:t>Jenkins Architecture Overview</a:t>
            </a:r>
          </a:p>
          <a:p>
            <a:pPr marL="0" lvl="1" indent="0">
              <a:buFont typeface="Arial" panose="020B0604020202020204" pitchFamily="34" charset="0"/>
              <a:buNone/>
            </a:pPr>
            <a:r>
              <a:t>Outline key architectural components for scalable and robust CI/CD automation with Jenkins.</a:t>
            </a:r>
            <a:endParaRPr lang="en-US"/>
          </a:p>
          <a:p>
            <a:pPr marL="0" indent="0">
              <a:spcBef>
                <a:spcPts val="2500"/>
              </a:spcBef>
              <a:buFont typeface="Arial" panose="020B0604020202020204" pitchFamily="34" charset="0"/>
              <a:buNone/>
            </a:pPr>
            <a:r>
              <a:rPr lang="en-US" b="1"/>
              <a:t>Freestyle Job Sections</a:t>
            </a:r>
          </a:p>
          <a:p>
            <a:pPr marL="0" lvl="1" indent="0">
              <a:buFont typeface="Arial" panose="020B0604020202020204" pitchFamily="34" charset="0"/>
              <a:buNone/>
            </a:pPr>
            <a:r>
              <a:t>Identify and use Jenkins freestyle job sections to streamline CI/CD practices effectively.</a:t>
            </a:r>
            <a:endParaRPr lang="en-US"/>
          </a:p>
        </p:txBody>
      </p:sp>
      <p:sp>
        <p:nvSpPr>
          <p:cNvPr id="6" name="Slide Number Placeholder 5">
            <a:extLst>
              <a:ext uri="{FF2B5EF4-FFF2-40B4-BE49-F238E27FC236}">
                <a16:creationId xmlns:a16="http://schemas.microsoft.com/office/drawing/2014/main" id="{106E0E9B-15EB-36E2-3108-7C358E9C6F2E}"/>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3</a:t>
            </a:fld>
            <a:endParaRPr lang="en-US"/>
          </a:p>
        </p:txBody>
      </p:sp>
    </p:spTree>
    <p:extLst>
      <p:ext uri="{BB962C8B-B14F-4D97-AF65-F5344CB8AC3E}">
        <p14:creationId xmlns:p14="http://schemas.microsoft.com/office/powerpoint/2010/main" val="33530697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5C9A8-D8ED-BB3A-EEF2-37232E372DFE}"/>
              </a:ext>
            </a:extLst>
          </p:cNvPr>
          <p:cNvSpPr>
            <a:spLocks noGrp="1"/>
          </p:cNvSpPr>
          <p:nvPr>
            <p:ph type="ctrTitle"/>
          </p:nvPr>
        </p:nvSpPr>
        <p:spPr>
          <a:xfrm>
            <a:off x="4130040" y="1645920"/>
            <a:ext cx="3931920" cy="3566160"/>
          </a:xfrm>
        </p:spPr>
        <p:txBody>
          <a:bodyPr anchor="ctr">
            <a:normAutofit/>
          </a:bodyPr>
          <a:lstStyle/>
          <a:p>
            <a:r>
              <a:rPr lang="en-US" sz="3900"/>
              <a:t>Jenkins Job Configuration</a:t>
            </a:r>
          </a:p>
        </p:txBody>
      </p:sp>
      <p:sp>
        <p:nvSpPr>
          <p:cNvPr id="4" name="Footer Placeholder 3">
            <a:extLst>
              <a:ext uri="{FF2B5EF4-FFF2-40B4-BE49-F238E27FC236}">
                <a16:creationId xmlns:a16="http://schemas.microsoft.com/office/drawing/2014/main" id="{2045289B-80F0-2F35-745B-02A831896AAF}"/>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18596AC7-7BA8-FEE2-7878-BDE1A82EDC7F}"/>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4</a:t>
            </a:fld>
            <a:endParaRPr lang="en-US"/>
          </a:p>
        </p:txBody>
      </p:sp>
    </p:spTree>
    <p:extLst>
      <p:ext uri="{BB962C8B-B14F-4D97-AF65-F5344CB8AC3E}">
        <p14:creationId xmlns:p14="http://schemas.microsoft.com/office/powerpoint/2010/main" val="2857079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2137A-4CCA-D35C-2D9C-4D2B5FEAA243}"/>
              </a:ext>
            </a:extLst>
          </p:cNvPr>
          <p:cNvSpPr>
            <a:spLocks noGrp="1"/>
          </p:cNvSpPr>
          <p:nvPr>
            <p:ph type="title"/>
          </p:nvPr>
        </p:nvSpPr>
        <p:spPr>
          <a:xfrm>
            <a:off x="7680960" y="786385"/>
            <a:ext cx="3291840" cy="1499615"/>
          </a:xfrm>
        </p:spPr>
        <p:txBody>
          <a:bodyPr anchor="b">
            <a:normAutofit/>
          </a:bodyPr>
          <a:lstStyle/>
          <a:p>
            <a:pPr>
              <a:lnSpc>
                <a:spcPct val="90000"/>
              </a:lnSpc>
            </a:pPr>
            <a:r>
              <a:rPr lang="en-US"/>
              <a:t>Introduction and Types of Jenkins Jobs</a:t>
            </a:r>
          </a:p>
        </p:txBody>
      </p:sp>
      <p:sp>
        <p:nvSpPr>
          <p:cNvPr id="3" name="Footer Placeholder 2">
            <a:extLst>
              <a:ext uri="{FF2B5EF4-FFF2-40B4-BE49-F238E27FC236}">
                <a16:creationId xmlns:a16="http://schemas.microsoft.com/office/drawing/2014/main" id="{0C258837-7759-B37D-DFEC-727434B89B83}"/>
              </a:ext>
            </a:extLst>
          </p:cNvPr>
          <p:cNvSpPr>
            <a:spLocks noGrp="1"/>
          </p:cNvSpPr>
          <p:nvPr>
            <p:ph type="ftr" sz="quarter" idx="16"/>
          </p:nvPr>
        </p:nvSpPr>
        <p:spPr>
          <a:xfrm rot="16200000">
            <a:off x="-1005840" y="1525384"/>
            <a:ext cx="2805405" cy="365125"/>
          </a:xfrm>
        </p:spPr>
        <p:txBody>
          <a:bodyPr anchor="ctr">
            <a:normAutofit/>
          </a:bodyPr>
          <a:lstStyle/>
          <a:p>
            <a:pPr>
              <a:spcAft>
                <a:spcPts val="600"/>
              </a:spcAft>
            </a:pPr>
            <a:r>
              <a:rPr lang="en-US"/>
              <a:t>SAMPLE FOOTER TEXT</a:t>
            </a:r>
          </a:p>
        </p:txBody>
      </p:sp>
      <p:pic>
        <p:nvPicPr>
          <p:cNvPr id="7" name="Content Placeholder 6" descr="Smart robots will work actively in the business world in the near future. Smart cyborg is showing business solutions on the virtual interactive simulator.">
            <a:extLst>
              <a:ext uri="{FF2B5EF4-FFF2-40B4-BE49-F238E27FC236}">
                <a16:creationId xmlns:a16="http://schemas.microsoft.com/office/drawing/2014/main" id="{2BAADD7C-EE2B-4D07-BDD6-DBAD8AD57058}"/>
              </a:ext>
            </a:extLst>
          </p:cNvPr>
          <p:cNvPicPr>
            <a:picLocks noGrp="1" noChangeAspect="1"/>
          </p:cNvPicPr>
          <p:nvPr>
            <p:ph type="pic" sz="quarter" idx="13"/>
          </p:nvPr>
        </p:nvPicPr>
        <p:blipFill>
          <a:blip r:embed="rId3"/>
          <a:srcRect l="20053" r="2" b="2"/>
          <a:stretch>
            <a:fillRect/>
          </a:stretch>
        </p:blipFill>
        <p:spPr>
          <a:xfrm>
            <a:off x="804673" y="400050"/>
            <a:ext cx="6452176" cy="6052952"/>
          </a:xfrm>
          <a:prstGeom prst="rect">
            <a:avLst/>
          </a:prstGeom>
          <a:noFill/>
        </p:spPr>
      </p:pic>
      <p:sp>
        <p:nvSpPr>
          <p:cNvPr id="5" name="Content Placeholder 4">
            <a:extLst>
              <a:ext uri="{FF2B5EF4-FFF2-40B4-BE49-F238E27FC236}">
                <a16:creationId xmlns:a16="http://schemas.microsoft.com/office/drawing/2014/main" id="{935110E5-81A8-3422-3EB5-8B7D96982A0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80960" y="2468880"/>
            <a:ext cx="3291840" cy="3549735"/>
          </a:xfrm>
        </p:spPr>
        <p:txBody>
          <a:bodyPr>
            <a:normAutofit/>
          </a:bodyPr>
          <a:lstStyle/>
          <a:p>
            <a:pPr marL="0" indent="0">
              <a:lnSpc>
                <a:spcPct val="90000"/>
              </a:lnSpc>
              <a:spcBef>
                <a:spcPts val="2500"/>
              </a:spcBef>
              <a:buFont typeface="Arial" panose="020B0604020202020204" pitchFamily="34" charset="0"/>
              <a:buNone/>
            </a:pPr>
            <a:r>
              <a:rPr lang="en-US" b="1"/>
              <a:t>Jenkins Job Overview</a:t>
            </a:r>
          </a:p>
          <a:p>
            <a:pPr marL="0" lvl="1" indent="0">
              <a:lnSpc>
                <a:spcPct val="90000"/>
              </a:lnSpc>
              <a:buFont typeface="Arial" panose="020B0604020202020204" pitchFamily="34" charset="0"/>
              <a:buNone/>
            </a:pPr>
            <a:r>
              <a:t>Jenkins jobs automate software building and deployment using predefined tasks and triggers.</a:t>
            </a:r>
            <a:endParaRPr lang="en-US"/>
          </a:p>
          <a:p>
            <a:pPr marL="0" indent="0">
              <a:lnSpc>
                <a:spcPct val="90000"/>
              </a:lnSpc>
              <a:spcBef>
                <a:spcPts val="2500"/>
              </a:spcBef>
              <a:buFont typeface="Arial" panose="020B0604020202020204" pitchFamily="34" charset="0"/>
              <a:buNone/>
            </a:pPr>
            <a:r>
              <a:rPr lang="en-US" b="1"/>
              <a:t>Freestyle and Maven Jobs</a:t>
            </a:r>
          </a:p>
          <a:p>
            <a:pPr marL="0" lvl="1" indent="0">
              <a:lnSpc>
                <a:spcPct val="90000"/>
              </a:lnSpc>
              <a:buFont typeface="Arial" panose="020B0604020202020204" pitchFamily="34" charset="0"/>
              <a:buNone/>
            </a:pPr>
            <a:r>
              <a:t>Freestyle jobs provide flexible general-purpose builds; Maven jobs handle projects using Maven and POM files.</a:t>
            </a:r>
            <a:endParaRPr lang="en-US"/>
          </a:p>
          <a:p>
            <a:pPr marL="0" indent="0">
              <a:lnSpc>
                <a:spcPct val="90000"/>
              </a:lnSpc>
              <a:spcBef>
                <a:spcPts val="2500"/>
              </a:spcBef>
              <a:buFont typeface="Arial" panose="020B0604020202020204" pitchFamily="34" charset="0"/>
              <a:buNone/>
            </a:pPr>
            <a:r>
              <a:rPr lang="en-US" b="1"/>
              <a:t>External and Multi-configuration Jobs</a:t>
            </a:r>
          </a:p>
          <a:p>
            <a:pPr marL="0" lvl="1" indent="0">
              <a:lnSpc>
                <a:spcPct val="90000"/>
              </a:lnSpc>
              <a:buFont typeface="Arial" panose="020B0604020202020204" pitchFamily="34" charset="0"/>
              <a:buNone/>
            </a:pPr>
            <a:r>
              <a:t>External jobs monitor non-interactive processes; multi-configuration jobs test across environments and settings.</a:t>
            </a:r>
            <a:endParaRPr lang="en-US"/>
          </a:p>
        </p:txBody>
      </p:sp>
      <p:sp>
        <p:nvSpPr>
          <p:cNvPr id="6" name="Slide Number Placeholder 5">
            <a:extLst>
              <a:ext uri="{FF2B5EF4-FFF2-40B4-BE49-F238E27FC236}">
                <a16:creationId xmlns:a16="http://schemas.microsoft.com/office/drawing/2014/main" id="{3B7B8C8F-7B69-CAD7-61C4-A879E47F7947}"/>
              </a:ext>
            </a:extLst>
          </p:cNvPr>
          <p:cNvSpPr>
            <a:spLocks noGrp="1"/>
          </p:cNvSpPr>
          <p:nvPr>
            <p:ph type="sldNum" sz="quarter" idx="17"/>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5</a:t>
            </a:fld>
            <a:endParaRPr lang="en-US"/>
          </a:p>
        </p:txBody>
      </p:sp>
    </p:spTree>
    <p:extLst>
      <p:ext uri="{BB962C8B-B14F-4D97-AF65-F5344CB8AC3E}">
        <p14:creationId xmlns:p14="http://schemas.microsoft.com/office/powerpoint/2010/main" val="11466754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723E1-860C-8F16-7398-913195C7D017}"/>
              </a:ext>
            </a:extLst>
          </p:cNvPr>
          <p:cNvSpPr>
            <a:spLocks noGrp="1"/>
          </p:cNvSpPr>
          <p:nvPr>
            <p:ph type="ctrTitle"/>
          </p:nvPr>
        </p:nvSpPr>
        <p:spPr>
          <a:xfrm>
            <a:off x="4130040" y="1645920"/>
            <a:ext cx="3931920" cy="3566160"/>
          </a:xfrm>
        </p:spPr>
        <p:txBody>
          <a:bodyPr anchor="ctr">
            <a:normAutofit/>
          </a:bodyPr>
          <a:lstStyle/>
          <a:p>
            <a:r>
              <a:rPr lang="en-US"/>
              <a:t>Job Import Plugin</a:t>
            </a:r>
          </a:p>
        </p:txBody>
      </p:sp>
      <p:sp>
        <p:nvSpPr>
          <p:cNvPr id="4" name="Footer Placeholder 3">
            <a:extLst>
              <a:ext uri="{FF2B5EF4-FFF2-40B4-BE49-F238E27FC236}">
                <a16:creationId xmlns:a16="http://schemas.microsoft.com/office/drawing/2014/main" id="{5A8FCC9F-126B-C966-60FF-0FA791DEDC6C}"/>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C77D3AD8-C8AB-97C4-4354-6FA87F92B459}"/>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6</a:t>
            </a:fld>
            <a:endParaRPr lang="en-US"/>
          </a:p>
        </p:txBody>
      </p:sp>
    </p:spTree>
    <p:extLst>
      <p:ext uri="{BB962C8B-B14F-4D97-AF65-F5344CB8AC3E}">
        <p14:creationId xmlns:p14="http://schemas.microsoft.com/office/powerpoint/2010/main" val="30601481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80AF0-FA12-7845-1123-560316A7C99D}"/>
              </a:ext>
            </a:extLst>
          </p:cNvPr>
          <p:cNvSpPr>
            <a:spLocks noGrp="1"/>
          </p:cNvSpPr>
          <p:nvPr>
            <p:ph type="title"/>
          </p:nvPr>
        </p:nvSpPr>
        <p:spPr>
          <a:xfrm>
            <a:off x="1066800" y="640080"/>
            <a:ext cx="10058400" cy="731518"/>
          </a:xfrm>
        </p:spPr>
        <p:txBody>
          <a:bodyPr anchor="t">
            <a:normAutofit/>
          </a:bodyPr>
          <a:lstStyle/>
          <a:p>
            <a:r>
              <a:rPr lang="en-US"/>
              <a:t>Purpose and Workflow</a:t>
            </a:r>
          </a:p>
        </p:txBody>
      </p:sp>
      <p:sp>
        <p:nvSpPr>
          <p:cNvPr id="3" name="Footer Placeholder 2">
            <a:extLst>
              <a:ext uri="{FF2B5EF4-FFF2-40B4-BE49-F238E27FC236}">
                <a16:creationId xmlns:a16="http://schemas.microsoft.com/office/drawing/2014/main" id="{C59ABF8E-C543-B437-9038-8C119A084DEE}"/>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0D156637-EC4C-E9E4-24AE-5F18EA427705}"/>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7</a:t>
            </a:fld>
            <a:endParaRPr lang="en-US"/>
          </a:p>
        </p:txBody>
      </p:sp>
      <p:graphicFrame>
        <p:nvGraphicFramePr>
          <p:cNvPr id="6" name="Content Placeholder 5">
            <a:extLst>
              <a:ext uri="{FF2B5EF4-FFF2-40B4-BE49-F238E27FC236}">
                <a16:creationId xmlns:a16="http://schemas.microsoft.com/office/drawing/2014/main" id="{D7C15299-5DC0-4837-8C8B-1104922BB7C3}"/>
              </a:ext>
            </a:extLst>
          </p:cNvPr>
          <p:cNvGraphicFramePr>
            <a:graphicFrameLocks noGrp="1"/>
          </p:cNvGraphicFramePr>
          <p:nvPr>
            <p:ph idx="1"/>
            <p:extLst>
              <p:ext uri="{D42A27DB-BD31-4B8C-83A1-F6EECF244321}">
                <p14:modId xmlns:p14="http://schemas.microsoft.com/office/powerpoint/2010/main" val="632963949"/>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066800" y="1463040"/>
          <a:ext cx="10058400" cy="4389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572530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A306F-8186-30C3-995C-AD470E9D058C}"/>
              </a:ext>
            </a:extLst>
          </p:cNvPr>
          <p:cNvSpPr>
            <a:spLocks noGrp="1"/>
          </p:cNvSpPr>
          <p:nvPr>
            <p:ph type="ctrTitle"/>
          </p:nvPr>
        </p:nvSpPr>
        <p:spPr>
          <a:xfrm>
            <a:off x="4130040" y="1645920"/>
            <a:ext cx="3931920" cy="3566160"/>
          </a:xfrm>
        </p:spPr>
        <p:txBody>
          <a:bodyPr anchor="ctr">
            <a:normAutofit/>
          </a:bodyPr>
          <a:lstStyle/>
          <a:p>
            <a:r>
              <a:rPr lang="en-US"/>
              <a:t>Jenkins Plugins</a:t>
            </a:r>
          </a:p>
        </p:txBody>
      </p:sp>
      <p:sp>
        <p:nvSpPr>
          <p:cNvPr id="4" name="Footer Placeholder 3">
            <a:extLst>
              <a:ext uri="{FF2B5EF4-FFF2-40B4-BE49-F238E27FC236}">
                <a16:creationId xmlns:a16="http://schemas.microsoft.com/office/drawing/2014/main" id="{48E6A3FB-9160-E8AE-B8BE-D49823E3E8AE}"/>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E389B6D3-BDAA-7C5D-63AC-6D493A466324}"/>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8</a:t>
            </a:fld>
            <a:endParaRPr lang="en-US"/>
          </a:p>
        </p:txBody>
      </p:sp>
    </p:spTree>
    <p:extLst>
      <p:ext uri="{BB962C8B-B14F-4D97-AF65-F5344CB8AC3E}">
        <p14:creationId xmlns:p14="http://schemas.microsoft.com/office/powerpoint/2010/main" val="33567684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43592-1BDE-D7EC-D50E-15680DBB3E5C}"/>
              </a:ext>
            </a:extLst>
          </p:cNvPr>
          <p:cNvSpPr>
            <a:spLocks noGrp="1"/>
          </p:cNvSpPr>
          <p:nvPr>
            <p:ph type="title"/>
          </p:nvPr>
        </p:nvSpPr>
        <p:spPr>
          <a:xfrm>
            <a:off x="1060704" y="603504"/>
            <a:ext cx="10058400" cy="1132258"/>
          </a:xfrm>
        </p:spPr>
        <p:txBody>
          <a:bodyPr anchor="t">
            <a:normAutofit/>
          </a:bodyPr>
          <a:lstStyle/>
          <a:p>
            <a:r>
              <a:rPr lang="en-US"/>
              <a:t>Types and Management</a:t>
            </a:r>
          </a:p>
        </p:txBody>
      </p:sp>
      <p:sp>
        <p:nvSpPr>
          <p:cNvPr id="3" name="Footer Placeholder 2">
            <a:extLst>
              <a:ext uri="{FF2B5EF4-FFF2-40B4-BE49-F238E27FC236}">
                <a16:creationId xmlns:a16="http://schemas.microsoft.com/office/drawing/2014/main" id="{30C085B9-2BBE-D6CA-161E-7A782BF98540}"/>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pic>
        <p:nvPicPr>
          <p:cNvPr id="7" name="Content Placeholder 6" descr="Gear made of puzzle isolated on white.">
            <a:extLst>
              <a:ext uri="{FF2B5EF4-FFF2-40B4-BE49-F238E27FC236}">
                <a16:creationId xmlns:a16="http://schemas.microsoft.com/office/drawing/2014/main" id="{ED782A91-4EA6-47EF-97DE-182C9E7E2044}"/>
              </a:ext>
            </a:extLst>
          </p:cNvPr>
          <p:cNvPicPr>
            <a:picLocks noGrp="1" noChangeAspect="1"/>
          </p:cNvPicPr>
          <p:nvPr>
            <p:ph sz="quarter" idx="15"/>
          </p:nvPr>
        </p:nvPicPr>
        <p:blipFill>
          <a:blip r:embed="rId3"/>
          <a:srcRect l="7596" r="10205" b="-3"/>
          <a:stretch>
            <a:fillRect/>
          </a:stretch>
        </p:blipFill>
        <p:spPr>
          <a:xfrm>
            <a:off x="1060450" y="1828800"/>
            <a:ext cx="4768850" cy="4351338"/>
          </a:xfrm>
          <a:prstGeom prst="rect">
            <a:avLst/>
          </a:prstGeom>
          <a:noFill/>
        </p:spPr>
      </p:pic>
      <p:sp>
        <p:nvSpPr>
          <p:cNvPr id="5" name="Content Placeholder 4">
            <a:extLst>
              <a:ext uri="{FF2B5EF4-FFF2-40B4-BE49-F238E27FC236}">
                <a16:creationId xmlns:a16="http://schemas.microsoft.com/office/drawing/2014/main" id="{1ED8E546-067C-6206-7D55-E5CBDA947E9A}"/>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63391" y="1828800"/>
            <a:ext cx="4755712" cy="4351338"/>
          </a:xfrm>
        </p:spPr>
        <p:txBody>
          <a:bodyPr>
            <a:normAutofit/>
          </a:bodyPr>
          <a:lstStyle/>
          <a:p>
            <a:pPr marL="0" indent="0">
              <a:spcBef>
                <a:spcPts val="2500"/>
              </a:spcBef>
              <a:buFont typeface="Arial" panose="020B0604020202020204" pitchFamily="34" charset="0"/>
              <a:buNone/>
            </a:pPr>
            <a:r>
              <a:rPr lang="en-US" b="1"/>
              <a:t>Jenkins Plugin Types</a:t>
            </a:r>
          </a:p>
          <a:p>
            <a:pPr marL="0" lvl="1" indent="0">
              <a:buFont typeface="Arial" panose="020B0604020202020204" pitchFamily="34" charset="0"/>
              <a:buNone/>
            </a:pPr>
            <a:r>
              <a:t>Plugins include Build Steps, Build Wrappers, SCM, Notifiers, Pipeline, and UI enhancements, extending Jenkins functionality.</a:t>
            </a:r>
            <a:endParaRPr lang="en-US"/>
          </a:p>
          <a:p>
            <a:pPr marL="0" indent="0">
              <a:spcBef>
                <a:spcPts val="2500"/>
              </a:spcBef>
              <a:buFont typeface="Arial" panose="020B0604020202020204" pitchFamily="34" charset="0"/>
              <a:buNone/>
            </a:pPr>
            <a:r>
              <a:rPr lang="en-US" b="1"/>
              <a:t>Importance of Plugin Management</a:t>
            </a:r>
          </a:p>
          <a:p>
            <a:pPr marL="0" lvl="1" indent="0">
              <a:buFont typeface="Arial" panose="020B0604020202020204" pitchFamily="34" charset="0"/>
              <a:buNone/>
            </a:pPr>
            <a:r>
              <a:t>Managing plugins effectively is essential for stable and secure CI/CD pipelines in Jenkins.</a:t>
            </a:r>
            <a:endParaRPr lang="en-US"/>
          </a:p>
          <a:p>
            <a:pPr marL="0" indent="0">
              <a:spcBef>
                <a:spcPts val="2500"/>
              </a:spcBef>
              <a:buFont typeface="Arial" panose="020B0604020202020204" pitchFamily="34" charset="0"/>
              <a:buNone/>
            </a:pPr>
            <a:r>
              <a:rPr lang="en-US" b="1"/>
              <a:t>Key Management Tasks</a:t>
            </a:r>
          </a:p>
          <a:p>
            <a:pPr marL="0" lvl="1" indent="0">
              <a:buFont typeface="Arial" panose="020B0604020202020204" pitchFamily="34" charset="0"/>
              <a:buNone/>
            </a:pPr>
            <a:r>
              <a:t>Installing, updating, uninstalling plugins, and configuring settings tailor Jenkins to project needs.</a:t>
            </a:r>
            <a:endParaRPr lang="en-US"/>
          </a:p>
        </p:txBody>
      </p:sp>
      <p:sp>
        <p:nvSpPr>
          <p:cNvPr id="6" name="Slide Number Placeholder 5">
            <a:extLst>
              <a:ext uri="{FF2B5EF4-FFF2-40B4-BE49-F238E27FC236}">
                <a16:creationId xmlns:a16="http://schemas.microsoft.com/office/drawing/2014/main" id="{C344CDFA-E524-BF5F-3213-AA7D8FED1C1E}"/>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9</a:t>
            </a:fld>
            <a:endParaRPr lang="en-US"/>
          </a:p>
        </p:txBody>
      </p:sp>
    </p:spTree>
    <p:extLst>
      <p:ext uri="{BB962C8B-B14F-4D97-AF65-F5344CB8AC3E}">
        <p14:creationId xmlns:p14="http://schemas.microsoft.com/office/powerpoint/2010/main" val="38203085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CD997-D2D0-030C-53B5-2599B6C092CB}"/>
              </a:ext>
            </a:extLst>
          </p:cNvPr>
          <p:cNvSpPr>
            <a:spLocks noGrp="1"/>
          </p:cNvSpPr>
          <p:nvPr>
            <p:ph type="ctrTitle"/>
          </p:nvPr>
        </p:nvSpPr>
        <p:spPr>
          <a:xfrm>
            <a:off x="4130040" y="1645920"/>
            <a:ext cx="3931920" cy="3566160"/>
          </a:xfrm>
        </p:spPr>
        <p:txBody>
          <a:bodyPr anchor="ctr">
            <a:normAutofit/>
          </a:bodyPr>
          <a:lstStyle/>
          <a:p>
            <a:r>
              <a:rPr lang="en-US"/>
              <a:t>Freestyle Job Sections</a:t>
            </a:r>
          </a:p>
        </p:txBody>
      </p:sp>
      <p:sp>
        <p:nvSpPr>
          <p:cNvPr id="4" name="Footer Placeholder 3">
            <a:extLst>
              <a:ext uri="{FF2B5EF4-FFF2-40B4-BE49-F238E27FC236}">
                <a16:creationId xmlns:a16="http://schemas.microsoft.com/office/drawing/2014/main" id="{BD94ED16-4D7A-F4C0-AD07-9438E8151E29}"/>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E3C4E120-6F28-579A-AFAC-F108818E4DC8}"/>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10</a:t>
            </a:fld>
            <a:endParaRPr lang="en-US"/>
          </a:p>
        </p:txBody>
      </p:sp>
    </p:spTree>
    <p:extLst>
      <p:ext uri="{BB962C8B-B14F-4D97-AF65-F5344CB8AC3E}">
        <p14:creationId xmlns:p14="http://schemas.microsoft.com/office/powerpoint/2010/main" val="8575744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215A9-5DDB-EDB1-F9E1-94F9C62F8D79}"/>
              </a:ext>
            </a:extLst>
          </p:cNvPr>
          <p:cNvSpPr>
            <a:spLocks noGrp="1"/>
          </p:cNvSpPr>
          <p:nvPr>
            <p:ph type="title"/>
          </p:nvPr>
        </p:nvSpPr>
        <p:spPr>
          <a:xfrm>
            <a:off x="1245108" y="786384"/>
            <a:ext cx="4023360" cy="1280160"/>
          </a:xfrm>
        </p:spPr>
        <p:txBody>
          <a:bodyPr anchor="t">
            <a:normAutofit/>
          </a:bodyPr>
          <a:lstStyle/>
          <a:p>
            <a:r>
              <a:rPr lang="en-US" sz="3000"/>
              <a:t>Core Components and Configuration</a:t>
            </a:r>
          </a:p>
        </p:txBody>
      </p:sp>
      <p:sp>
        <p:nvSpPr>
          <p:cNvPr id="3" name="Footer Placeholder 2">
            <a:extLst>
              <a:ext uri="{FF2B5EF4-FFF2-40B4-BE49-F238E27FC236}">
                <a16:creationId xmlns:a16="http://schemas.microsoft.com/office/drawing/2014/main" id="{64B48061-7C27-9DD6-A02B-F78481F9A22F}"/>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pic>
        <p:nvPicPr>
          <p:cNvPr id="7" name="Content Placeholder 6" descr="Document with repair tools symbol on blue abstract background">
            <a:extLst>
              <a:ext uri="{FF2B5EF4-FFF2-40B4-BE49-F238E27FC236}">
                <a16:creationId xmlns:a16="http://schemas.microsoft.com/office/drawing/2014/main" id="{E667CCBC-C4D1-44DF-BBD4-C844CE137278}"/>
              </a:ext>
            </a:extLst>
          </p:cNvPr>
          <p:cNvPicPr>
            <a:picLocks noGrp="1" noChangeAspect="1"/>
          </p:cNvPicPr>
          <p:nvPr>
            <p:ph type="pic" sz="quarter" idx="13"/>
          </p:nvPr>
        </p:nvPicPr>
        <p:blipFill>
          <a:blip r:embed="rId3"/>
          <a:srcRect l="17978" r="19075" b="-1"/>
          <a:stretch>
            <a:fillRect/>
          </a:stretch>
        </p:blipFill>
        <p:spPr>
          <a:xfrm>
            <a:off x="1220455" y="2396086"/>
            <a:ext cx="4070907" cy="3637825"/>
          </a:xfrm>
          <a:prstGeom prst="rect">
            <a:avLst/>
          </a:prstGeom>
          <a:noFill/>
        </p:spPr>
      </p:pic>
      <p:sp>
        <p:nvSpPr>
          <p:cNvPr id="5" name="Content Placeholder 4">
            <a:extLst>
              <a:ext uri="{FF2B5EF4-FFF2-40B4-BE49-F238E27FC236}">
                <a16:creationId xmlns:a16="http://schemas.microsoft.com/office/drawing/2014/main" id="{3E9374A9-2D36-CAF3-681B-4EA843DA701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b="1"/>
              <a:t>User-Friendly Job Setup</a:t>
            </a:r>
          </a:p>
          <a:p>
            <a:pPr marL="0" lvl="1" indent="0">
              <a:buFont typeface="Arial" panose="020B0604020202020204" pitchFamily="34" charset="0"/>
              <a:buNone/>
            </a:pPr>
            <a:r>
              <a:t>Freestyle jobs offer an intuitive interface for build configuration without fixed pipeline constraints.</a:t>
            </a:r>
            <a:endParaRPr lang="en-US"/>
          </a:p>
          <a:p>
            <a:pPr marL="0" indent="0">
              <a:spcBef>
                <a:spcPts val="2500"/>
              </a:spcBef>
              <a:buFont typeface="Arial" panose="020B0604020202020204" pitchFamily="34" charset="0"/>
              <a:buNone/>
            </a:pPr>
            <a:r>
              <a:rPr lang="en-US" b="1"/>
              <a:t>Dynamic Build Parameters</a:t>
            </a:r>
          </a:p>
          <a:p>
            <a:pPr marL="0" lvl="1" indent="0">
              <a:buFont typeface="Arial" panose="020B0604020202020204" pitchFamily="34" charset="0"/>
              <a:buNone/>
            </a:pPr>
            <a:r>
              <a:t>Parameters like Boolean, Choice, File, and Credentials enable flexible input during job execution.</a:t>
            </a:r>
            <a:endParaRPr lang="en-US"/>
          </a:p>
          <a:p>
            <a:pPr marL="0" indent="0">
              <a:spcBef>
                <a:spcPts val="2500"/>
              </a:spcBef>
              <a:buFont typeface="Arial" panose="020B0604020202020204" pitchFamily="34" charset="0"/>
              <a:buNone/>
            </a:pPr>
            <a:r>
              <a:rPr lang="en-US" b="1"/>
              <a:t>Version Control Integration</a:t>
            </a:r>
          </a:p>
          <a:p>
            <a:pPr marL="0" lvl="1" indent="0">
              <a:buFont typeface="Arial" panose="020B0604020202020204" pitchFamily="34" charset="0"/>
              <a:buNone/>
            </a:pPr>
            <a:r>
              <a:t>SCM integration with systems such as Git or SVN automates source code retrieval for builds.</a:t>
            </a:r>
            <a:endParaRPr lang="en-US"/>
          </a:p>
          <a:p>
            <a:pPr marL="0" indent="0">
              <a:spcBef>
                <a:spcPts val="2500"/>
              </a:spcBef>
              <a:buFont typeface="Arial" panose="020B0604020202020204" pitchFamily="34" charset="0"/>
              <a:buNone/>
            </a:pPr>
            <a:r>
              <a:rPr lang="en-US" b="1"/>
              <a:t>Automation and Post-Build Tasks</a:t>
            </a:r>
          </a:p>
          <a:p>
            <a:pPr marL="0" lvl="1" indent="0">
              <a:buFont typeface="Arial" panose="020B0604020202020204" pitchFamily="34" charset="0"/>
              <a:buNone/>
            </a:pPr>
            <a:r>
              <a:t>Build triggers automate job execution; post-build actions manage tasks like artifact archiving and notifications.</a:t>
            </a:r>
            <a:endParaRPr lang="en-US"/>
          </a:p>
        </p:txBody>
      </p:sp>
      <p:sp>
        <p:nvSpPr>
          <p:cNvPr id="6" name="Slide Number Placeholder 5">
            <a:extLst>
              <a:ext uri="{FF2B5EF4-FFF2-40B4-BE49-F238E27FC236}">
                <a16:creationId xmlns:a16="http://schemas.microsoft.com/office/drawing/2014/main" id="{744545E5-5DA2-CCB8-AEBF-FF111F2DF6A2}"/>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11</a:t>
            </a:fld>
            <a:endParaRPr lang="en-US"/>
          </a:p>
        </p:txBody>
      </p:sp>
    </p:spTree>
    <p:extLst>
      <p:ext uri="{BB962C8B-B14F-4D97-AF65-F5344CB8AC3E}">
        <p14:creationId xmlns:p14="http://schemas.microsoft.com/office/powerpoint/2010/main" val="36744269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A57E8-0251-8F76-0CC3-582748147E02}"/>
              </a:ext>
            </a:extLst>
          </p:cNvPr>
          <p:cNvSpPr>
            <a:spLocks noGrp="1"/>
          </p:cNvSpPr>
          <p:nvPr>
            <p:ph type="ctrTitle"/>
          </p:nvPr>
        </p:nvSpPr>
        <p:spPr>
          <a:xfrm>
            <a:off x="4130040" y="1645920"/>
            <a:ext cx="3931920" cy="3566160"/>
          </a:xfrm>
        </p:spPr>
        <p:txBody>
          <a:bodyPr anchor="ctr">
            <a:normAutofit/>
          </a:bodyPr>
          <a:lstStyle/>
          <a:p>
            <a:r>
              <a:rPr lang="en-US" sz="3900"/>
              <a:t>Notifications in Jenkins</a:t>
            </a:r>
          </a:p>
        </p:txBody>
      </p:sp>
      <p:sp>
        <p:nvSpPr>
          <p:cNvPr id="4" name="Footer Placeholder 3">
            <a:extLst>
              <a:ext uri="{FF2B5EF4-FFF2-40B4-BE49-F238E27FC236}">
                <a16:creationId xmlns:a16="http://schemas.microsoft.com/office/drawing/2014/main" id="{E7E8C2B6-73E4-5C6E-79E5-CA67E33EFBAE}"/>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FB53BA81-5A66-4A07-CBA5-EFB4B3FA4104}"/>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12</a:t>
            </a:fld>
            <a:endParaRPr lang="en-US"/>
          </a:p>
        </p:txBody>
      </p:sp>
    </p:spTree>
    <p:extLst>
      <p:ext uri="{BB962C8B-B14F-4D97-AF65-F5344CB8AC3E}">
        <p14:creationId xmlns:p14="http://schemas.microsoft.com/office/powerpoint/2010/main" val="14047199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B7EB0-B923-58DD-B1F7-5A0BAB85B646}"/>
              </a:ext>
            </a:extLst>
          </p:cNvPr>
          <p:cNvSpPr>
            <a:spLocks noGrp="1"/>
          </p:cNvSpPr>
          <p:nvPr>
            <p:ph type="title"/>
          </p:nvPr>
        </p:nvSpPr>
        <p:spPr>
          <a:xfrm>
            <a:off x="1245108" y="786384"/>
            <a:ext cx="4023360" cy="1280160"/>
          </a:xfrm>
        </p:spPr>
        <p:txBody>
          <a:bodyPr anchor="t">
            <a:normAutofit/>
          </a:bodyPr>
          <a:lstStyle/>
          <a:p>
            <a:r>
              <a:rPr lang="en-US"/>
              <a:t>Email and Slack Integration</a:t>
            </a:r>
          </a:p>
        </p:txBody>
      </p:sp>
      <p:sp>
        <p:nvSpPr>
          <p:cNvPr id="3" name="Footer Placeholder 2">
            <a:extLst>
              <a:ext uri="{FF2B5EF4-FFF2-40B4-BE49-F238E27FC236}">
                <a16:creationId xmlns:a16="http://schemas.microsoft.com/office/drawing/2014/main" id="{856FF6E6-1361-E4CC-6736-544788628EDD}"/>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pic>
        <p:nvPicPr>
          <p:cNvPr id="7" name="Content Placeholder 6" descr="Email marketing online message network security internet">
            <a:extLst>
              <a:ext uri="{FF2B5EF4-FFF2-40B4-BE49-F238E27FC236}">
                <a16:creationId xmlns:a16="http://schemas.microsoft.com/office/drawing/2014/main" id="{0A2C584F-EFA2-41A2-BC23-34A23E5CFA13}"/>
              </a:ext>
            </a:extLst>
          </p:cNvPr>
          <p:cNvPicPr>
            <a:picLocks noGrp="1" noChangeAspect="1"/>
          </p:cNvPicPr>
          <p:nvPr>
            <p:ph type="pic" sz="quarter" idx="13"/>
          </p:nvPr>
        </p:nvPicPr>
        <p:blipFill>
          <a:blip r:embed="rId3"/>
          <a:srcRect l="32677" r="4376" b="-1"/>
          <a:stretch>
            <a:fillRect/>
          </a:stretch>
        </p:blipFill>
        <p:spPr>
          <a:xfrm>
            <a:off x="1220455" y="2396086"/>
            <a:ext cx="4070907" cy="3637825"/>
          </a:xfrm>
          <a:prstGeom prst="rect">
            <a:avLst/>
          </a:prstGeom>
          <a:noFill/>
        </p:spPr>
      </p:pic>
      <p:sp>
        <p:nvSpPr>
          <p:cNvPr id="5" name="Content Placeholder 4">
            <a:extLst>
              <a:ext uri="{FF2B5EF4-FFF2-40B4-BE49-F238E27FC236}">
                <a16:creationId xmlns:a16="http://schemas.microsoft.com/office/drawing/2014/main" id="{9A5BA09D-96E5-7894-EA54-5629F5AFE57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b="1"/>
              <a:t>Email Notifications in Jenkins</a:t>
            </a:r>
          </a:p>
          <a:p>
            <a:pPr marL="0" lvl="1" indent="0">
              <a:buFont typeface="Arial" panose="020B0604020202020204" pitchFamily="34" charset="0"/>
              <a:buNone/>
            </a:pPr>
            <a:r>
              <a:t>The Email plugin enables customized notifications for build events, supporting multiple recipients and dynamic content.</a:t>
            </a:r>
            <a:endParaRPr lang="en-US"/>
          </a:p>
          <a:p>
            <a:pPr marL="0" indent="0">
              <a:spcBef>
                <a:spcPts val="2500"/>
              </a:spcBef>
              <a:buFont typeface="Arial" panose="020B0604020202020204" pitchFamily="34" charset="0"/>
              <a:buNone/>
            </a:pPr>
            <a:r>
              <a:rPr lang="en-US" b="1"/>
              <a:t>Extended Email Features</a:t>
            </a:r>
          </a:p>
          <a:p>
            <a:pPr marL="0" lvl="1" indent="0">
              <a:buFont typeface="Arial" panose="020B0604020202020204" pitchFamily="34" charset="0"/>
              <a:buNone/>
            </a:pPr>
            <a:r>
              <a:t>The Extended Email Notification plugin allows advanced customization and logging for detailed build event communication.</a:t>
            </a:r>
            <a:endParaRPr lang="en-US"/>
          </a:p>
          <a:p>
            <a:pPr marL="0" indent="0">
              <a:spcBef>
                <a:spcPts val="2500"/>
              </a:spcBef>
              <a:buFont typeface="Arial" panose="020B0604020202020204" pitchFamily="34" charset="0"/>
              <a:buNone/>
            </a:pPr>
            <a:r>
              <a:rPr lang="en-US" b="1"/>
              <a:t>Slack Real-Time Alerts</a:t>
            </a:r>
          </a:p>
          <a:p>
            <a:pPr marL="0" lvl="1" indent="0">
              <a:buFont typeface="Arial" panose="020B0604020202020204" pitchFamily="34" charset="0"/>
              <a:buNone/>
            </a:pPr>
            <a:r>
              <a:t>Slack integration delivers real-time notifications in team channels, enhancing collaboration and quick responses.</a:t>
            </a:r>
            <a:endParaRPr lang="en-US"/>
          </a:p>
          <a:p>
            <a:pPr marL="0" indent="0">
              <a:spcBef>
                <a:spcPts val="2500"/>
              </a:spcBef>
              <a:buFont typeface="Arial" panose="020B0604020202020204" pitchFamily="34" charset="0"/>
              <a:buNone/>
            </a:pPr>
            <a:r>
              <a:rPr lang="en-US" b="1"/>
              <a:t>Configuration and Benefits</a:t>
            </a:r>
          </a:p>
          <a:p>
            <a:pPr marL="0" lvl="1" indent="0">
              <a:buFont typeface="Arial" panose="020B0604020202020204" pitchFamily="34" charset="0"/>
              <a:buNone/>
            </a:pPr>
            <a:r>
              <a:t>Setting up SMTP for email and specifying Slack channels ensures timely communication and better CI/CD visibility.</a:t>
            </a:r>
            <a:endParaRPr lang="en-US"/>
          </a:p>
        </p:txBody>
      </p:sp>
      <p:sp>
        <p:nvSpPr>
          <p:cNvPr id="6" name="Slide Number Placeholder 5">
            <a:extLst>
              <a:ext uri="{FF2B5EF4-FFF2-40B4-BE49-F238E27FC236}">
                <a16:creationId xmlns:a16="http://schemas.microsoft.com/office/drawing/2014/main" id="{E005F080-A4D1-726D-A542-FADDDB0CE3C6}"/>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13</a:t>
            </a:fld>
            <a:endParaRPr lang="en-US"/>
          </a:p>
        </p:txBody>
      </p:sp>
    </p:spTree>
    <p:extLst>
      <p:ext uri="{BB962C8B-B14F-4D97-AF65-F5344CB8AC3E}">
        <p14:creationId xmlns:p14="http://schemas.microsoft.com/office/powerpoint/2010/main" val="23979863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AF38E-FA6B-10ED-3442-82302CB7F734}"/>
              </a:ext>
            </a:extLst>
          </p:cNvPr>
          <p:cNvSpPr>
            <a:spLocks noGrp="1"/>
          </p:cNvSpPr>
          <p:nvPr>
            <p:ph type="ctrTitle"/>
          </p:nvPr>
        </p:nvSpPr>
        <p:spPr>
          <a:xfrm>
            <a:off x="4130040" y="1645920"/>
            <a:ext cx="3931920" cy="3566160"/>
          </a:xfrm>
        </p:spPr>
        <p:txBody>
          <a:bodyPr anchor="ctr">
            <a:normAutofit/>
          </a:bodyPr>
          <a:lstStyle/>
          <a:p>
            <a:r>
              <a:rPr lang="en-US"/>
              <a:t>Key Takeaways</a:t>
            </a:r>
          </a:p>
        </p:txBody>
      </p:sp>
      <p:sp>
        <p:nvSpPr>
          <p:cNvPr id="4" name="Footer Placeholder 3">
            <a:extLst>
              <a:ext uri="{FF2B5EF4-FFF2-40B4-BE49-F238E27FC236}">
                <a16:creationId xmlns:a16="http://schemas.microsoft.com/office/drawing/2014/main" id="{99436A59-49AD-2A89-3BF9-2DC20F100598}"/>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22367641-4217-C1FF-F30A-B7C6F87A5F05}"/>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14</a:t>
            </a:fld>
            <a:endParaRPr lang="en-US"/>
          </a:p>
        </p:txBody>
      </p:sp>
    </p:spTree>
    <p:extLst>
      <p:ext uri="{BB962C8B-B14F-4D97-AF65-F5344CB8AC3E}">
        <p14:creationId xmlns:p14="http://schemas.microsoft.com/office/powerpoint/2010/main" val="29377307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4A7-4122-0383-7889-4B7E7CE84768}"/>
              </a:ext>
            </a:extLst>
          </p:cNvPr>
          <p:cNvSpPr>
            <a:spLocks noGrp="1"/>
          </p:cNvSpPr>
          <p:nvPr>
            <p:ph type="title"/>
          </p:nvPr>
        </p:nvSpPr>
        <p:spPr>
          <a:xfrm>
            <a:off x="1245108" y="786384"/>
            <a:ext cx="4023360" cy="1280160"/>
          </a:xfrm>
        </p:spPr>
        <p:txBody>
          <a:bodyPr anchor="t">
            <a:normAutofit/>
          </a:bodyPr>
          <a:lstStyle/>
          <a:p>
            <a:r>
              <a:rPr lang="en-US"/>
              <a:t>Summary of Concepts</a:t>
            </a:r>
          </a:p>
        </p:txBody>
      </p:sp>
      <p:sp>
        <p:nvSpPr>
          <p:cNvPr id="3" name="Footer Placeholder 2">
            <a:extLst>
              <a:ext uri="{FF2B5EF4-FFF2-40B4-BE49-F238E27FC236}">
                <a16:creationId xmlns:a16="http://schemas.microsoft.com/office/drawing/2014/main" id="{4A760CDC-BA49-1C74-5EDF-4550534E19AE}"/>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pic>
        <p:nvPicPr>
          <p:cNvPr id="7" name="Content Placeholder 6" descr="4K Resolution">
            <a:extLst>
              <a:ext uri="{FF2B5EF4-FFF2-40B4-BE49-F238E27FC236}">
                <a16:creationId xmlns:a16="http://schemas.microsoft.com/office/drawing/2014/main" id="{49F8C55C-8767-4B72-BCE3-E7B1C6B5B7C9}"/>
              </a:ext>
            </a:extLst>
          </p:cNvPr>
          <p:cNvPicPr>
            <a:picLocks noGrp="1" noChangeAspect="1"/>
          </p:cNvPicPr>
          <p:nvPr>
            <p:ph type="pic" sz="quarter" idx="13"/>
          </p:nvPr>
        </p:nvPicPr>
        <p:blipFill>
          <a:blip r:embed="rId3"/>
          <a:srcRect l="18365" r="18688" b="-1"/>
          <a:stretch>
            <a:fillRect/>
          </a:stretch>
        </p:blipFill>
        <p:spPr>
          <a:xfrm>
            <a:off x="1220455" y="2396086"/>
            <a:ext cx="4070907" cy="3637825"/>
          </a:xfrm>
          <a:prstGeom prst="rect">
            <a:avLst/>
          </a:prstGeom>
          <a:noFill/>
        </p:spPr>
      </p:pic>
      <p:sp>
        <p:nvSpPr>
          <p:cNvPr id="5" name="Content Placeholder 4">
            <a:extLst>
              <a:ext uri="{FF2B5EF4-FFF2-40B4-BE49-F238E27FC236}">
                <a16:creationId xmlns:a16="http://schemas.microsoft.com/office/drawing/2014/main" id="{6C7DE213-6B8E-2C2A-FB47-FB28F8FF7B7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b="1"/>
              <a:t>Jenkins Jobs Flexibility</a:t>
            </a:r>
          </a:p>
          <a:p>
            <a:pPr marL="0" lvl="1" indent="0">
              <a:buFont typeface="Arial" panose="020B0604020202020204" pitchFamily="34" charset="0"/>
              <a:buNone/>
            </a:pPr>
            <a:r>
              <a:t>Freestyle jobs provide versatile options to configure builds tailored to project needs.</a:t>
            </a:r>
            <a:endParaRPr lang="en-US"/>
          </a:p>
          <a:p>
            <a:pPr marL="0" indent="0">
              <a:spcBef>
                <a:spcPts val="2500"/>
              </a:spcBef>
              <a:buFont typeface="Arial" panose="020B0604020202020204" pitchFamily="34" charset="0"/>
              <a:buNone/>
            </a:pPr>
            <a:r>
              <a:rPr lang="en-US" b="1"/>
              <a:t>Plugins Extend Capabilities</a:t>
            </a:r>
          </a:p>
          <a:p>
            <a:pPr marL="0" lvl="1" indent="0">
              <a:buFont typeface="Arial" panose="020B0604020202020204" pitchFamily="34" charset="0"/>
              <a:buNone/>
            </a:pPr>
            <a:r>
              <a:t>Plugins enable Jenkins to integrate with various tools, enhancing functionality and automation.</a:t>
            </a:r>
            <a:endParaRPr lang="en-US"/>
          </a:p>
          <a:p>
            <a:pPr marL="0" indent="0">
              <a:spcBef>
                <a:spcPts val="2500"/>
              </a:spcBef>
              <a:buFont typeface="Arial" panose="020B0604020202020204" pitchFamily="34" charset="0"/>
              <a:buNone/>
            </a:pPr>
            <a:r>
              <a:rPr lang="en-US" b="1"/>
              <a:t>Effective Plugin Management</a:t>
            </a:r>
          </a:p>
          <a:p>
            <a:pPr marL="0" lvl="1" indent="0">
              <a:buFont typeface="Arial" panose="020B0604020202020204" pitchFamily="34" charset="0"/>
              <a:buNone/>
            </a:pPr>
            <a:r>
              <a:t>Managing plugins ensures security, compatibility, and smooth operation of automation workflows.</a:t>
            </a:r>
            <a:endParaRPr lang="en-US"/>
          </a:p>
          <a:p>
            <a:pPr marL="0" indent="0">
              <a:spcBef>
                <a:spcPts val="2500"/>
              </a:spcBef>
              <a:buFont typeface="Arial" panose="020B0604020202020204" pitchFamily="34" charset="0"/>
              <a:buNone/>
            </a:pPr>
            <a:r>
              <a:rPr lang="en-US" b="1"/>
              <a:t>Notifications and Collaboration</a:t>
            </a:r>
          </a:p>
          <a:p>
            <a:pPr marL="0" lvl="1" indent="0">
              <a:buFont typeface="Arial" panose="020B0604020202020204" pitchFamily="34" charset="0"/>
              <a:buNone/>
            </a:pPr>
            <a:r>
              <a:t>Email and Slack notifications improve team communication and collaboration during builds.</a:t>
            </a:r>
            <a:endParaRPr lang="en-US"/>
          </a:p>
        </p:txBody>
      </p:sp>
      <p:sp>
        <p:nvSpPr>
          <p:cNvPr id="6" name="Slide Number Placeholder 5">
            <a:extLst>
              <a:ext uri="{FF2B5EF4-FFF2-40B4-BE49-F238E27FC236}">
                <a16:creationId xmlns:a16="http://schemas.microsoft.com/office/drawing/2014/main" id="{A520A9FC-763A-7A60-81BF-60871855C6C1}"/>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15</a:t>
            </a:fld>
            <a:endParaRPr lang="en-US"/>
          </a:p>
        </p:txBody>
      </p:sp>
    </p:spTree>
    <p:extLst>
      <p:ext uri="{BB962C8B-B14F-4D97-AF65-F5344CB8AC3E}">
        <p14:creationId xmlns:p14="http://schemas.microsoft.com/office/powerpoint/2010/main" val="19355818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Circinate">
  <a:themeElements>
    <a:clrScheme name="Custom 9">
      <a:dk1>
        <a:srgbClr val="2C2F21"/>
      </a:dk1>
      <a:lt1>
        <a:srgbClr val="EBE3D8"/>
      </a:lt1>
      <a:dk2>
        <a:srgbClr val="000000"/>
      </a:dk2>
      <a:lt2>
        <a:srgbClr val="FFFFFF"/>
      </a:lt2>
      <a:accent1>
        <a:srgbClr val="625D3F"/>
      </a:accent1>
      <a:accent2>
        <a:srgbClr val="0E273F"/>
      </a:accent2>
      <a:accent3>
        <a:srgbClr val="C9C4BE"/>
      </a:accent3>
      <a:accent4>
        <a:srgbClr val="A39481"/>
      </a:accent4>
      <a:accent5>
        <a:srgbClr val="2C1E20"/>
      </a:accent5>
      <a:accent6>
        <a:srgbClr val="E8E8E8"/>
      </a:accent6>
      <a:hlink>
        <a:srgbClr val="467886"/>
      </a:hlink>
      <a:folHlink>
        <a:srgbClr val="96607D"/>
      </a:folHlink>
    </a:clrScheme>
    <a:fontScheme name="Custom 22">
      <a:majorFont>
        <a:latin typeface="Bahnschrift Light"/>
        <a:ea typeface=""/>
        <a:cs typeface=""/>
      </a:majorFont>
      <a:minorFont>
        <a:latin typeface="Bahnschrif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rcinate_CoPilot Layouts_win32_EF_v10" id="{57103A69-FC02-49FB-8E53-10BABFFCD93C}" vid="{B3D2483F-31ED-465D-9D6C-68F8665CCF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EEC3793-C1BC-496C-A03C-202DFFC51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3301439-688F-4D19-B908-B48B62C56078}">
  <ds:schemaRefs>
    <ds:schemaRef ds:uri="http://schemas.microsoft.com/sharepoint/v3/contenttype/forms"/>
  </ds:schemaRefs>
</ds:datastoreItem>
</file>

<file path=customXml/itemProps3.xml><?xml version="1.0" encoding="utf-8"?>
<ds:datastoreItem xmlns:ds="http://schemas.openxmlformats.org/officeDocument/2006/customXml" ds:itemID="{D1CEDABF-7176-4A42-8EF9-E5D4DD31FF6C}">
  <ds:schemaRefs>
    <ds:schemaRef ds:uri="http://schemas.microsoft.com/office/infopath/2007/PartnerControls"/>
    <ds:schemaRef ds:uri="http://purl.org/dc/terms/"/>
    <ds:schemaRef ds:uri="http://schemas.microsoft.com/office/2006/metadata/properties"/>
    <ds:schemaRef ds:uri="http://schemas.microsoft.com/office/2006/documentManagement/types"/>
    <ds:schemaRef ds:uri="http://purl.org/dc/dcmitype/"/>
    <ds:schemaRef ds:uri="http://schemas.openxmlformats.org/package/2006/metadata/core-properties"/>
    <ds:schemaRef ds:uri="http://www.w3.org/XML/1998/namespace"/>
    <ds:schemaRef ds:uri="230e9df3-be65-4c73-a93b-d1236ebd677e"/>
    <ds:schemaRef ds:uri="http://purl.org/dc/elements/1.1/"/>
    <ds:schemaRef ds:uri="16c05727-aa75-4e4a-9b5f-8a80a1165891"/>
    <ds:schemaRef ds:uri="71af3243-3dd4-4a8d-8c0d-dd76da1f02a5"/>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618</TotalTime>
  <Words>4</Words>
  <Application>Microsoft Office PowerPoint</Application>
  <PresentationFormat>Widescreen</PresentationFormat>
  <Paragraphs>2</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Circinate</vt:lpstr>
      <vt:lpstr>Jenkins Job and Plugins</vt:lpstr>
      <vt:lpstr>Learning Objectives</vt:lpstr>
      <vt:lpstr>Goals of the Lesson</vt:lpstr>
      <vt:lpstr>Jenkins Job Configuration</vt:lpstr>
      <vt:lpstr>Introduction and Types of Jenkins Jobs</vt:lpstr>
      <vt:lpstr>Job Import Plugin</vt:lpstr>
      <vt:lpstr>Purpose and Workflow</vt:lpstr>
      <vt:lpstr>Jenkins Plugins</vt:lpstr>
      <vt:lpstr>Types and Management</vt:lpstr>
      <vt:lpstr>Freestyle Job Sections</vt:lpstr>
      <vt:lpstr>Core Components and Configuration</vt:lpstr>
      <vt:lpstr>Notifications in Jenkins</vt:lpstr>
      <vt:lpstr>Email and Slack Integration</vt:lpstr>
      <vt:lpstr>Key Takeaways</vt:lpstr>
      <vt:lpstr>Summary of Concepts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terms:created xsi:type="dcterms:W3CDTF">2024-06-26T20:20:27Z</dcterms:created>
  <dcterms:modified xsi:type="dcterms:W3CDTF">2025-12-09T05:48:12Z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dad3be33-4108-4738-9e07-d8656a181486_Enabled">
    <vt:lpwstr>true</vt:lpwstr>
  </property>
  <property fmtid="{D5CDD505-2E9C-101B-9397-08002B2CF9AE}" pid="5" name="MSIP_Label_dad3be33-4108-4738-9e07-d8656a181486_SetDate">
    <vt:lpwstr>2025-12-09T05:47:58Z</vt:lpwstr>
  </property>
  <property fmtid="{D5CDD505-2E9C-101B-9397-08002B2CF9AE}" pid="6" name="MSIP_Label_dad3be33-4108-4738-9e07-d8656a181486_Method">
    <vt:lpwstr>Privileged</vt:lpwstr>
  </property>
  <property fmtid="{D5CDD505-2E9C-101B-9397-08002B2CF9AE}" pid="7" name="MSIP_Label_dad3be33-4108-4738-9e07-d8656a181486_Name">
    <vt:lpwstr>Public No Visual Label</vt:lpwstr>
  </property>
  <property fmtid="{D5CDD505-2E9C-101B-9397-08002B2CF9AE}" pid="8" name="MSIP_Label_dad3be33-4108-4738-9e07-d8656a181486_SiteId">
    <vt:lpwstr>945c199a-83a2-4e80-9f8c-5a91be5752dd</vt:lpwstr>
  </property>
  <property fmtid="{D5CDD505-2E9C-101B-9397-08002B2CF9AE}" pid="9" name="MSIP_Label_dad3be33-4108-4738-9e07-d8656a181486_ActionId">
    <vt:lpwstr>ab579e3f-01cd-4644-b27e-6c51970fd074</vt:lpwstr>
  </property>
  <property fmtid="{D5CDD505-2E9C-101B-9397-08002B2CF9AE}" pid="10" name="MSIP_Label_dad3be33-4108-4738-9e07-d8656a181486_ContentBits">
    <vt:lpwstr>0</vt:lpwstr>
  </property>
  <property fmtid="{D5CDD505-2E9C-101B-9397-08002B2CF9AE}" pid="11" name="MSIP_Label_dad3be33-4108-4738-9e07-d8656a181486_Tag">
    <vt:lpwstr>10, 0, 1, 2</vt:lpwstr>
  </property>
</Properties>
</file>