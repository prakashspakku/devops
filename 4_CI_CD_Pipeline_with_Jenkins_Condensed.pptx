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5" r:id="rId4"/>
  </p:sldMasterIdLst>
  <p:notesMasterIdLst>
    <p:notesMasterId r:id="rId22"/>
  </p:notesMasterIdLst>
  <p:handoutMasterIdLst>
    <p:handoutMasterId r:id="rId23"/>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I/CD Pipeline with Jenkins - Condensed Overview" id="{AF2E7AC0-5D8A-4F53-A8C9-435B62A91B89}">
          <p14:sldIdLst>
            <p14:sldId id="2561"/>
          </p14:sldIdLst>
        </p14:section>
        <p14:section name="Introduction and Learning Objectives" id="{A13DA79D-5250-4D99-810C-28B8175AB5CF}">
          <p14:sldIdLst>
            <p14:sldId id="2562"/>
            <p14:sldId id="2563"/>
          </p14:sldIdLst>
        </p14:section>
        <p14:section name="Understanding CI/CD Pipeline" id="{B9B556B7-CDA0-4135-BDE9-B8F6CC2E179C}">
          <p14:sldIdLst>
            <p14:sldId id="2564"/>
            <p14:sldId id="2565"/>
            <p14:sldId id="2566"/>
          </p14:sldIdLst>
        </p14:section>
        <p14:section name="CI/CD Workflow and Key Elements" id="{2500F6BD-FEC3-4C34-A5F2-3EE759D38181}">
          <p14:sldIdLst>
            <p14:sldId id="2567"/>
            <p14:sldId id="2568"/>
            <p14:sldId id="2569"/>
          </p14:sldIdLst>
        </p14:section>
        <p14:section name="Jenkins Overview and Features" id="{8A640487-E149-4267-8993-C68067F47F9B}">
          <p14:sldIdLst>
            <p14:sldId id="2570"/>
            <p14:sldId id="2571"/>
            <p14:sldId id="2572"/>
          </p14:sldIdLst>
        </p14:section>
        <p14:section name="Jenkins Architecture and UI" id="{908765AB-E0CD-46E9-85A9-E220CD050309}">
          <p14:sldIdLst>
            <p14:sldId id="2573"/>
            <p14:sldId id="2574"/>
            <p14:sldId id="2575"/>
          </p14:sldIdLst>
        </p14:section>
        <p14:section name="Key Takeaways" id="{111D44AB-1714-42C5-AE26-ABC545278B45}">
          <p14:sldIdLst>
            <p14:sldId id="2576"/>
            <p14:sldId id="2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CA0FB3-555C-4DB3-95A8-E2FA42C8E09D}" v="19" dt="2025-12-09T05:42:31.828"/>
  </p1510:revLst>
</p1510:revInfo>
</file>

<file path=ppt/tableStyles.xml><?xml version="1.0" encoding="utf-8"?>
<a:tblStyleLst xmlns:a="http://schemas.openxmlformats.org/drawingml/2006/main" def="{91EBBBCC-DAD2-459C-BE2E-F6DE35CF9A2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42" autoAdjust="0"/>
    <p:restoredTop sz="94810"/>
  </p:normalViewPr>
  <p:slideViewPr>
    <p:cSldViewPr snapToGrid="0">
      <p:cViewPr>
        <p:scale>
          <a:sx n="100" d="100"/>
          <a:sy n="100" d="100"/>
        </p:scale>
        <p:origin x="-845" y="-605"/>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F45763-4708-4BC2-9042-F3291CB6AFE7}"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98F1334A-DA0A-49D0-91EE-DF8D3BE378EC}">
      <dgm:prSet/>
      <dgm:spPr/>
      <dgm:t>
        <a:bodyPr/>
        <a:lstStyle/>
        <a:p>
          <a:pPr>
            <a:lnSpc>
              <a:spcPct val="100000"/>
            </a:lnSpc>
            <a:defRPr b="1"/>
          </a:pPr>
          <a:r>
            <a:rPr lang="en-US"/>
            <a:t>Master Node Role</a:t>
          </a:r>
        </a:p>
      </dgm:t>
    </dgm:pt>
    <dgm:pt modelId="{B1B990B7-9383-4DDF-9A09-5883E649077D}" type="parTrans" cxnId="{92F35E2A-1AA0-4968-9C3F-89EFAF000D88}">
      <dgm:prSet/>
      <dgm:spPr/>
      <dgm:t>
        <a:bodyPr/>
        <a:lstStyle/>
        <a:p>
          <a:endParaRPr lang="en-US"/>
        </a:p>
      </dgm:t>
    </dgm:pt>
    <dgm:pt modelId="{3C4767FB-8464-4F4C-B692-3209B8938BBB}" type="sibTrans" cxnId="{92F35E2A-1AA0-4968-9C3F-89EFAF000D88}">
      <dgm:prSet/>
      <dgm:spPr/>
      <dgm:t>
        <a:bodyPr/>
        <a:lstStyle/>
        <a:p>
          <a:pPr>
            <a:lnSpc>
              <a:spcPct val="100000"/>
            </a:lnSpc>
            <a:defRPr b="1"/>
          </a:pPr>
          <a:endParaRPr lang="en-US"/>
        </a:p>
      </dgm:t>
    </dgm:pt>
    <dgm:pt modelId="{DAA5AFC3-550E-488C-BD58-5E5DAA14A47D}">
      <dgm:prSet/>
      <dgm:spPr/>
      <dgm:t>
        <a:bodyPr/>
        <a:lstStyle/>
        <a:p>
          <a:pPr>
            <a:lnSpc>
              <a:spcPct val="100000"/>
            </a:lnSpc>
          </a:pPr>
          <a:r>
            <a:rPr lang="en-US"/>
            <a:t>The master node schedules jobs, dispatches builds, and monitors execution to orchestrate distributed builds.</a:t>
          </a:r>
        </a:p>
      </dgm:t>
    </dgm:pt>
    <dgm:pt modelId="{00C99DFC-E3D1-4561-A055-F35BC9DF288B}" type="parTrans" cxnId="{CC43AD0E-3786-4C77-B9C9-BDE5F56BAAEB}">
      <dgm:prSet/>
      <dgm:spPr/>
      <dgm:t>
        <a:bodyPr/>
        <a:lstStyle/>
        <a:p>
          <a:endParaRPr lang="en-US"/>
        </a:p>
      </dgm:t>
    </dgm:pt>
    <dgm:pt modelId="{6F1765E8-ABC5-4FC8-8028-57344BE8394E}" type="sibTrans" cxnId="{CC43AD0E-3786-4C77-B9C9-BDE5F56BAAEB}">
      <dgm:prSet/>
      <dgm:spPr/>
      <dgm:t>
        <a:bodyPr/>
        <a:lstStyle/>
        <a:p>
          <a:endParaRPr lang="en-US"/>
        </a:p>
      </dgm:t>
    </dgm:pt>
    <dgm:pt modelId="{9C844EDF-71E5-48D1-A4FF-D4CB82FDC2AA}">
      <dgm:prSet/>
      <dgm:spPr/>
      <dgm:t>
        <a:bodyPr/>
        <a:lstStyle/>
        <a:p>
          <a:pPr>
            <a:lnSpc>
              <a:spcPct val="100000"/>
            </a:lnSpc>
            <a:defRPr b="1"/>
          </a:pPr>
          <a:r>
            <a:rPr lang="en-US"/>
            <a:t>Slave Nodes Function</a:t>
          </a:r>
        </a:p>
      </dgm:t>
    </dgm:pt>
    <dgm:pt modelId="{5ED9D5B0-4D00-4F67-8EC1-040CF382C047}" type="parTrans" cxnId="{9126CBE8-3222-44FA-BFE0-F1196FF2EB75}">
      <dgm:prSet/>
      <dgm:spPr/>
      <dgm:t>
        <a:bodyPr/>
        <a:lstStyle/>
        <a:p>
          <a:endParaRPr lang="en-US"/>
        </a:p>
      </dgm:t>
    </dgm:pt>
    <dgm:pt modelId="{8832C088-E31F-4087-964D-F99939B58C08}" type="sibTrans" cxnId="{9126CBE8-3222-44FA-BFE0-F1196FF2EB75}">
      <dgm:prSet/>
      <dgm:spPr/>
      <dgm:t>
        <a:bodyPr/>
        <a:lstStyle/>
        <a:p>
          <a:pPr>
            <a:lnSpc>
              <a:spcPct val="100000"/>
            </a:lnSpc>
            <a:defRPr b="1"/>
          </a:pPr>
          <a:endParaRPr lang="en-US"/>
        </a:p>
      </dgm:t>
    </dgm:pt>
    <dgm:pt modelId="{6B3A8C90-55DE-4089-B478-605F4FE5D8D9}">
      <dgm:prSet/>
      <dgm:spPr/>
      <dgm:t>
        <a:bodyPr/>
        <a:lstStyle/>
        <a:p>
          <a:pPr>
            <a:lnSpc>
              <a:spcPct val="100000"/>
            </a:lnSpc>
          </a:pPr>
          <a:r>
            <a:rPr lang="en-US"/>
            <a:t>Slave nodes perform the actual build operations, executing tasks assigned by the master node.</a:t>
          </a:r>
        </a:p>
      </dgm:t>
    </dgm:pt>
    <dgm:pt modelId="{0F389383-B8EB-4B82-A153-0CB100A49997}" type="parTrans" cxnId="{D51090B8-5DEC-470D-AB61-997742CD681A}">
      <dgm:prSet/>
      <dgm:spPr/>
      <dgm:t>
        <a:bodyPr/>
        <a:lstStyle/>
        <a:p>
          <a:endParaRPr lang="en-US"/>
        </a:p>
      </dgm:t>
    </dgm:pt>
    <dgm:pt modelId="{D8154D14-0F7C-40A2-9DA5-87CAFD06452B}" type="sibTrans" cxnId="{D51090B8-5DEC-470D-AB61-997742CD681A}">
      <dgm:prSet/>
      <dgm:spPr/>
      <dgm:t>
        <a:bodyPr/>
        <a:lstStyle/>
        <a:p>
          <a:endParaRPr lang="en-US"/>
        </a:p>
      </dgm:t>
    </dgm:pt>
    <dgm:pt modelId="{F9761133-E34B-4D26-9F61-11EE32DB9AE7}">
      <dgm:prSet/>
      <dgm:spPr/>
      <dgm:t>
        <a:bodyPr/>
        <a:lstStyle/>
        <a:p>
          <a:pPr>
            <a:lnSpc>
              <a:spcPct val="100000"/>
            </a:lnSpc>
            <a:defRPr b="1"/>
          </a:pPr>
          <a:r>
            <a:rPr lang="en-US"/>
            <a:t>Communication and Scalability</a:t>
          </a:r>
        </a:p>
      </dgm:t>
    </dgm:pt>
    <dgm:pt modelId="{0BB9F60D-7D4B-4FEB-BBF7-6B9B55018E0C}" type="parTrans" cxnId="{AECF57C8-CDEA-4119-BFEE-6974A93D4E0F}">
      <dgm:prSet/>
      <dgm:spPr/>
      <dgm:t>
        <a:bodyPr/>
        <a:lstStyle/>
        <a:p>
          <a:endParaRPr lang="en-US"/>
        </a:p>
      </dgm:t>
    </dgm:pt>
    <dgm:pt modelId="{62566752-200B-4490-B8A5-73E6B2193B8D}" type="sibTrans" cxnId="{AECF57C8-CDEA-4119-BFEE-6974A93D4E0F}">
      <dgm:prSet/>
      <dgm:spPr/>
      <dgm:t>
        <a:bodyPr/>
        <a:lstStyle/>
        <a:p>
          <a:endParaRPr lang="en-US"/>
        </a:p>
      </dgm:t>
    </dgm:pt>
    <dgm:pt modelId="{EC6BDB05-CBE8-4F69-862C-439FA70A8046}">
      <dgm:prSet/>
      <dgm:spPr/>
      <dgm:t>
        <a:bodyPr/>
        <a:lstStyle/>
        <a:p>
          <a:pPr>
            <a:lnSpc>
              <a:spcPct val="100000"/>
            </a:lnSpc>
          </a:pPr>
          <a:r>
            <a:rPr lang="en-US"/>
            <a:t>Master and slave nodes communicate over TCP/IP, enabling scalable and efficient resource usage.</a:t>
          </a:r>
        </a:p>
      </dgm:t>
    </dgm:pt>
    <dgm:pt modelId="{D4434728-CB29-48C6-BFC5-62A7DED45CB1}" type="parTrans" cxnId="{90604E25-77E3-4A65-9999-A5A6A1269661}">
      <dgm:prSet/>
      <dgm:spPr/>
      <dgm:t>
        <a:bodyPr/>
        <a:lstStyle/>
        <a:p>
          <a:endParaRPr lang="en-US"/>
        </a:p>
      </dgm:t>
    </dgm:pt>
    <dgm:pt modelId="{519560D3-BF2D-4F9A-BA06-984E3F2DE675}" type="sibTrans" cxnId="{90604E25-77E3-4A65-9999-A5A6A1269661}">
      <dgm:prSet/>
      <dgm:spPr/>
      <dgm:t>
        <a:bodyPr/>
        <a:lstStyle/>
        <a:p>
          <a:endParaRPr lang="en-US"/>
        </a:p>
      </dgm:t>
    </dgm:pt>
    <dgm:pt modelId="{8730554F-2631-4D98-B048-FF36CBF85454}" type="pres">
      <dgm:prSet presAssocID="{28F45763-4708-4BC2-9042-F3291CB6AFE7}" presName="Root" presStyleCnt="0">
        <dgm:presLayoutVars>
          <dgm:dir/>
          <dgm:resizeHandles val="exact"/>
        </dgm:presLayoutVars>
      </dgm:prSet>
      <dgm:spPr/>
    </dgm:pt>
    <dgm:pt modelId="{D7DF6A43-B9D3-4B7D-8352-75B0EAB49122}" type="pres">
      <dgm:prSet presAssocID="{98F1334A-DA0A-49D0-91EE-DF8D3BE378EC}" presName="Composite" presStyleCnt="0"/>
      <dgm:spPr/>
    </dgm:pt>
    <dgm:pt modelId="{3BCDEB31-A288-4975-B342-8E8141A4B1DC}" type="pres">
      <dgm:prSet presAssocID="{98F1334A-DA0A-49D0-91EE-DF8D3BE378EC}"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3150" r="11849" b="-1"/>
          <a:stretch/>
        </a:blipFill>
      </dgm:spPr>
      <dgm:extLst>
        <a:ext uri="{E40237B7-FDA0-4F09-8148-C483321AD2D9}">
          <dgm14:cNvPr xmlns:dgm14="http://schemas.microsoft.com/office/drawing/2010/diagram" id="0" name="" descr="Desktop computers connected in a network.See all my"/>
        </a:ext>
      </dgm:extLst>
    </dgm:pt>
    <dgm:pt modelId="{FC6B4A95-01CD-4858-B6A9-E62E81C0680F}" type="pres">
      <dgm:prSet presAssocID="{98F1334A-DA0A-49D0-91EE-DF8D3BE378EC}" presName="Subtitle" presStyleLbl="revTx" presStyleIdx="0" presStyleCnt="6">
        <dgm:presLayoutVars>
          <dgm:chMax val="0"/>
          <dgm:bulletEnabled/>
        </dgm:presLayoutVars>
      </dgm:prSet>
      <dgm:spPr/>
    </dgm:pt>
    <dgm:pt modelId="{FFA9BEE4-6855-42FF-9A7E-08462D716DA1}" type="pres">
      <dgm:prSet presAssocID="{98F1334A-DA0A-49D0-91EE-DF8D3BE378EC}" presName="Description" presStyleLbl="revTx" presStyleIdx="1" presStyleCnt="6">
        <dgm:presLayoutVars>
          <dgm:bulletEnabled/>
        </dgm:presLayoutVars>
      </dgm:prSet>
      <dgm:spPr/>
    </dgm:pt>
    <dgm:pt modelId="{48BF1545-3417-4015-B9DC-21D25A2613EA}" type="pres">
      <dgm:prSet presAssocID="{3C4767FB-8464-4F4C-B692-3209B8938BBB}" presName="sibTrans" presStyleLbl="sibTrans2D1" presStyleIdx="0" presStyleCnt="0"/>
      <dgm:spPr/>
    </dgm:pt>
    <dgm:pt modelId="{134C6C07-0488-40C6-B030-9E961B783788}" type="pres">
      <dgm:prSet presAssocID="{9C844EDF-71E5-48D1-A4FF-D4CB82FDC2AA}" presName="Composite" presStyleCnt="0"/>
      <dgm:spPr/>
    </dgm:pt>
    <dgm:pt modelId="{03DD78C4-61D0-4DC6-A2B1-E714E55FBFCA}" type="pres">
      <dgm:prSet presAssocID="{9C844EDF-71E5-48D1-A4FF-D4CB82FDC2AA}"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8810" r="14442" b="2"/>
          <a:stretch/>
        </a:blipFill>
      </dgm:spPr>
      <dgm:extLst>
        <a:ext uri="{E40237B7-FDA0-4F09-8148-C483321AD2D9}">
          <dgm14:cNvPr xmlns:dgm14="http://schemas.microsoft.com/office/drawing/2010/diagram" id="0" name="" descr="Connected wire-frame lines and dots"/>
        </a:ext>
      </dgm:extLst>
    </dgm:pt>
    <dgm:pt modelId="{4CDCB658-132B-4CE8-B23B-30549D28B452}" type="pres">
      <dgm:prSet presAssocID="{9C844EDF-71E5-48D1-A4FF-D4CB82FDC2AA}" presName="Subtitle" presStyleLbl="revTx" presStyleIdx="2" presStyleCnt="6">
        <dgm:presLayoutVars>
          <dgm:chMax val="0"/>
          <dgm:bulletEnabled/>
        </dgm:presLayoutVars>
      </dgm:prSet>
      <dgm:spPr/>
    </dgm:pt>
    <dgm:pt modelId="{661CEBE5-69DB-4B1A-9BEA-810C133B82D1}" type="pres">
      <dgm:prSet presAssocID="{9C844EDF-71E5-48D1-A4FF-D4CB82FDC2AA}" presName="Description" presStyleLbl="revTx" presStyleIdx="3" presStyleCnt="6">
        <dgm:presLayoutVars>
          <dgm:bulletEnabled/>
        </dgm:presLayoutVars>
      </dgm:prSet>
      <dgm:spPr/>
    </dgm:pt>
    <dgm:pt modelId="{20C3BEF8-8A51-4C46-B814-629FDEAB5FC8}" type="pres">
      <dgm:prSet presAssocID="{8832C088-E31F-4087-964D-F99939B58C08}" presName="sibTrans" presStyleLbl="sibTrans2D1" presStyleIdx="0" presStyleCnt="0"/>
      <dgm:spPr/>
    </dgm:pt>
    <dgm:pt modelId="{EE3F8FA4-7C8C-4C46-A086-11C8035BCE21}" type="pres">
      <dgm:prSet presAssocID="{F9761133-E34B-4D26-9F61-11EE32DB9AE7}" presName="Composite" presStyleCnt="0"/>
      <dgm:spPr/>
    </dgm:pt>
    <dgm:pt modelId="{5B653341-2AC1-402D-BA54-D5DEF5C57B66}" type="pres">
      <dgm:prSet presAssocID="{F9761133-E34B-4D26-9F61-11EE32DB9AE7}"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4586" r="29164" b="-1"/>
          <a:stretch/>
        </a:blipFill>
      </dgm:spPr>
    </dgm:pt>
    <dgm:pt modelId="{B4E7A687-F27A-40BE-B892-A556F3316988}" type="pres">
      <dgm:prSet presAssocID="{F9761133-E34B-4D26-9F61-11EE32DB9AE7}" presName="Subtitle" presStyleLbl="revTx" presStyleIdx="4" presStyleCnt="6">
        <dgm:presLayoutVars>
          <dgm:chMax val="0"/>
          <dgm:bulletEnabled/>
        </dgm:presLayoutVars>
      </dgm:prSet>
      <dgm:spPr/>
    </dgm:pt>
    <dgm:pt modelId="{00E81120-CE01-4557-AE2F-5D53F56600D6}" type="pres">
      <dgm:prSet presAssocID="{F9761133-E34B-4D26-9F61-11EE32DB9AE7}" presName="Description" presStyleLbl="revTx" presStyleIdx="5" presStyleCnt="6">
        <dgm:presLayoutVars>
          <dgm:bulletEnabled/>
        </dgm:presLayoutVars>
      </dgm:prSet>
      <dgm:spPr/>
    </dgm:pt>
  </dgm:ptLst>
  <dgm:cxnLst>
    <dgm:cxn modelId="{0DF93208-6BC2-460E-9903-BCFC286BFCF8}" type="presOf" srcId="{3C4767FB-8464-4F4C-B692-3209B8938BBB}" destId="{48BF1545-3417-4015-B9DC-21D25A2613EA}" srcOrd="0" destOrd="0" presId="urn:microsoft.com/office/officeart/2024/3/layout/verticalVisualTextBlock1"/>
    <dgm:cxn modelId="{CC43AD0E-3786-4C77-B9C9-BDE5F56BAAEB}" srcId="{98F1334A-DA0A-49D0-91EE-DF8D3BE378EC}" destId="{DAA5AFC3-550E-488C-BD58-5E5DAA14A47D}" srcOrd="0" destOrd="0" parTransId="{00C99DFC-E3D1-4561-A055-F35BC9DF288B}" sibTransId="{6F1765E8-ABC5-4FC8-8028-57344BE8394E}"/>
    <dgm:cxn modelId="{087FB317-A93D-497D-AD39-AE2204988F23}" type="presOf" srcId="{9C844EDF-71E5-48D1-A4FF-D4CB82FDC2AA}" destId="{4CDCB658-132B-4CE8-B23B-30549D28B452}" srcOrd="0" destOrd="0" presId="urn:microsoft.com/office/officeart/2024/3/layout/verticalVisualTextBlock1"/>
    <dgm:cxn modelId="{90604E25-77E3-4A65-9999-A5A6A1269661}" srcId="{F9761133-E34B-4D26-9F61-11EE32DB9AE7}" destId="{EC6BDB05-CBE8-4F69-862C-439FA70A8046}" srcOrd="0" destOrd="0" parTransId="{D4434728-CB29-48C6-BFC5-62A7DED45CB1}" sibTransId="{519560D3-BF2D-4F9A-BA06-984E3F2DE675}"/>
    <dgm:cxn modelId="{92F35E2A-1AA0-4968-9C3F-89EFAF000D88}" srcId="{28F45763-4708-4BC2-9042-F3291CB6AFE7}" destId="{98F1334A-DA0A-49D0-91EE-DF8D3BE378EC}" srcOrd="0" destOrd="0" parTransId="{B1B990B7-9383-4DDF-9A09-5883E649077D}" sibTransId="{3C4767FB-8464-4F4C-B692-3209B8938BBB}"/>
    <dgm:cxn modelId="{51EE102F-2C5C-4D30-BD03-29C4BA9D3395}" type="presOf" srcId="{6B3A8C90-55DE-4089-B478-605F4FE5D8D9}" destId="{661CEBE5-69DB-4B1A-9BEA-810C133B82D1}" srcOrd="0" destOrd="0" presId="urn:microsoft.com/office/officeart/2024/3/layout/verticalVisualTextBlock1"/>
    <dgm:cxn modelId="{B0EE953D-FA98-4DF6-81AA-8772655B7924}" type="presOf" srcId="{8832C088-E31F-4087-964D-F99939B58C08}" destId="{20C3BEF8-8A51-4C46-B814-629FDEAB5FC8}" srcOrd="0" destOrd="0" presId="urn:microsoft.com/office/officeart/2024/3/layout/verticalVisualTextBlock1"/>
    <dgm:cxn modelId="{5CAF429B-3EB6-46DE-B77B-C6EB54CE06B7}" type="presOf" srcId="{F9761133-E34B-4D26-9F61-11EE32DB9AE7}" destId="{B4E7A687-F27A-40BE-B892-A556F3316988}" srcOrd="0" destOrd="0" presId="urn:microsoft.com/office/officeart/2024/3/layout/verticalVisualTextBlock1"/>
    <dgm:cxn modelId="{D85B079D-F173-41E4-864F-DF3FE11E1612}" type="presOf" srcId="{28F45763-4708-4BC2-9042-F3291CB6AFE7}" destId="{8730554F-2631-4D98-B048-FF36CBF85454}" srcOrd="0" destOrd="0" presId="urn:microsoft.com/office/officeart/2024/3/layout/verticalVisualTextBlock1"/>
    <dgm:cxn modelId="{4F68A3A6-9158-45C6-BB8D-1467FE817863}" type="presOf" srcId="{98F1334A-DA0A-49D0-91EE-DF8D3BE378EC}" destId="{FC6B4A95-01CD-4858-B6A9-E62E81C0680F}" srcOrd="0" destOrd="0" presId="urn:microsoft.com/office/officeart/2024/3/layout/verticalVisualTextBlock1"/>
    <dgm:cxn modelId="{D51090B8-5DEC-470D-AB61-997742CD681A}" srcId="{9C844EDF-71E5-48D1-A4FF-D4CB82FDC2AA}" destId="{6B3A8C90-55DE-4089-B478-605F4FE5D8D9}" srcOrd="0" destOrd="0" parTransId="{0F389383-B8EB-4B82-A153-0CB100A49997}" sibTransId="{D8154D14-0F7C-40A2-9DA5-87CAFD06452B}"/>
    <dgm:cxn modelId="{5CCB60C3-E5C6-4D0D-AAC3-B65F7C26F3D0}" type="presOf" srcId="{EC6BDB05-CBE8-4F69-862C-439FA70A8046}" destId="{00E81120-CE01-4557-AE2F-5D53F56600D6}" srcOrd="0" destOrd="0" presId="urn:microsoft.com/office/officeart/2024/3/layout/verticalVisualTextBlock1"/>
    <dgm:cxn modelId="{AECF57C8-CDEA-4119-BFEE-6974A93D4E0F}" srcId="{28F45763-4708-4BC2-9042-F3291CB6AFE7}" destId="{F9761133-E34B-4D26-9F61-11EE32DB9AE7}" srcOrd="2" destOrd="0" parTransId="{0BB9F60D-7D4B-4FEB-BBF7-6B9B55018E0C}" sibTransId="{62566752-200B-4490-B8A5-73E6B2193B8D}"/>
    <dgm:cxn modelId="{9126CBE8-3222-44FA-BFE0-F1196FF2EB75}" srcId="{28F45763-4708-4BC2-9042-F3291CB6AFE7}" destId="{9C844EDF-71E5-48D1-A4FF-D4CB82FDC2AA}" srcOrd="1" destOrd="0" parTransId="{5ED9D5B0-4D00-4F67-8EC1-040CF382C047}" sibTransId="{8832C088-E31F-4087-964D-F99939B58C08}"/>
    <dgm:cxn modelId="{749929FB-2E18-4B6D-8E4E-F4A149034807}" type="presOf" srcId="{DAA5AFC3-550E-488C-BD58-5E5DAA14A47D}" destId="{FFA9BEE4-6855-42FF-9A7E-08462D716DA1}" srcOrd="0" destOrd="0" presId="urn:microsoft.com/office/officeart/2024/3/layout/verticalVisualTextBlock1"/>
    <dgm:cxn modelId="{CBE6B493-A864-41E3-8A41-0BDB71B45F6D}" type="presParOf" srcId="{8730554F-2631-4D98-B048-FF36CBF85454}" destId="{D7DF6A43-B9D3-4B7D-8352-75B0EAB49122}" srcOrd="0" destOrd="0" presId="urn:microsoft.com/office/officeart/2024/3/layout/verticalVisualTextBlock1"/>
    <dgm:cxn modelId="{49A29DE1-7F6E-492E-9400-768DE9C766E2}" type="presParOf" srcId="{D7DF6A43-B9D3-4B7D-8352-75B0EAB49122}" destId="{3BCDEB31-A288-4975-B342-8E8141A4B1DC}" srcOrd="0" destOrd="0" presId="urn:microsoft.com/office/officeart/2024/3/layout/verticalVisualTextBlock1"/>
    <dgm:cxn modelId="{3D880D35-DDF4-4EBF-892F-F3226414ABFF}" type="presParOf" srcId="{D7DF6A43-B9D3-4B7D-8352-75B0EAB49122}" destId="{FC6B4A95-01CD-4858-B6A9-E62E81C0680F}" srcOrd="1" destOrd="0" presId="urn:microsoft.com/office/officeart/2024/3/layout/verticalVisualTextBlock1"/>
    <dgm:cxn modelId="{27EF1385-5A46-4722-9C4D-A7E804B57867}" type="presParOf" srcId="{D7DF6A43-B9D3-4B7D-8352-75B0EAB49122}" destId="{FFA9BEE4-6855-42FF-9A7E-08462D716DA1}" srcOrd="2" destOrd="0" presId="urn:microsoft.com/office/officeart/2024/3/layout/verticalVisualTextBlock1"/>
    <dgm:cxn modelId="{CA8C978F-523E-469F-8325-F68161C8EE32}" type="presParOf" srcId="{8730554F-2631-4D98-B048-FF36CBF85454}" destId="{48BF1545-3417-4015-B9DC-21D25A2613EA}" srcOrd="1" destOrd="0" presId="urn:microsoft.com/office/officeart/2024/3/layout/verticalVisualTextBlock1"/>
    <dgm:cxn modelId="{FEEF7214-FA6B-495E-9117-A419C8A50190}" type="presParOf" srcId="{8730554F-2631-4D98-B048-FF36CBF85454}" destId="{134C6C07-0488-40C6-B030-9E961B783788}" srcOrd="2" destOrd="0" presId="urn:microsoft.com/office/officeart/2024/3/layout/verticalVisualTextBlock1"/>
    <dgm:cxn modelId="{96E103C0-42D4-4B4A-AAF3-B80C5B1BA8E0}" type="presParOf" srcId="{134C6C07-0488-40C6-B030-9E961B783788}" destId="{03DD78C4-61D0-4DC6-A2B1-E714E55FBFCA}" srcOrd="0" destOrd="0" presId="urn:microsoft.com/office/officeart/2024/3/layout/verticalVisualTextBlock1"/>
    <dgm:cxn modelId="{4CCBAB76-243C-4F20-A60A-3AE5FA1E25E4}" type="presParOf" srcId="{134C6C07-0488-40C6-B030-9E961B783788}" destId="{4CDCB658-132B-4CE8-B23B-30549D28B452}" srcOrd="1" destOrd="0" presId="urn:microsoft.com/office/officeart/2024/3/layout/verticalVisualTextBlock1"/>
    <dgm:cxn modelId="{DDFD5B8A-AA81-4C36-BFF5-ABB80959408B}" type="presParOf" srcId="{134C6C07-0488-40C6-B030-9E961B783788}" destId="{661CEBE5-69DB-4B1A-9BEA-810C133B82D1}" srcOrd="2" destOrd="0" presId="urn:microsoft.com/office/officeart/2024/3/layout/verticalVisualTextBlock1"/>
    <dgm:cxn modelId="{A49F8F76-A682-485F-868F-7BC42F2BF319}" type="presParOf" srcId="{8730554F-2631-4D98-B048-FF36CBF85454}" destId="{20C3BEF8-8A51-4C46-B814-629FDEAB5FC8}" srcOrd="3" destOrd="0" presId="urn:microsoft.com/office/officeart/2024/3/layout/verticalVisualTextBlock1"/>
    <dgm:cxn modelId="{6807735A-2447-4BEA-ABC8-8ECADFDA9152}" type="presParOf" srcId="{8730554F-2631-4D98-B048-FF36CBF85454}" destId="{EE3F8FA4-7C8C-4C46-A086-11C8035BCE21}" srcOrd="4" destOrd="0" presId="urn:microsoft.com/office/officeart/2024/3/layout/verticalVisualTextBlock1"/>
    <dgm:cxn modelId="{88814CB2-7A74-4D80-BA44-5808029EC6DE}" type="presParOf" srcId="{EE3F8FA4-7C8C-4C46-A086-11C8035BCE21}" destId="{5B653341-2AC1-402D-BA54-D5DEF5C57B66}" srcOrd="0" destOrd="0" presId="urn:microsoft.com/office/officeart/2024/3/layout/verticalVisualTextBlock1"/>
    <dgm:cxn modelId="{C84CC5C2-06A6-43D1-B96F-6ACCEAE35DE7}" type="presParOf" srcId="{EE3F8FA4-7C8C-4C46-A086-11C8035BCE21}" destId="{B4E7A687-F27A-40BE-B892-A556F3316988}" srcOrd="1" destOrd="0" presId="urn:microsoft.com/office/officeart/2024/3/layout/verticalVisualTextBlock1"/>
    <dgm:cxn modelId="{C3A9E536-B940-450D-83FE-7F756390C26C}" type="presParOf" srcId="{EE3F8FA4-7C8C-4C46-A086-11C8035BCE21}" destId="{00E81120-CE01-4557-AE2F-5D53F56600D6}"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CDEB31-A288-4975-B342-8E8141A4B1DC}">
      <dsp:nvSpPr>
        <dsp:cNvPr id="0" name=""/>
        <dsp:cNvSpPr/>
      </dsp:nvSpPr>
      <dsp:spPr>
        <a:xfrm>
          <a:off x="0" y="0"/>
          <a:ext cx="1453515" cy="145351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3150" r="11849" b="-1"/>
          <a:stretch/>
        </a:blipFill>
        <a:ln>
          <a:noFill/>
        </a:ln>
        <a:effectLst/>
      </dsp:spPr>
      <dsp:style>
        <a:lnRef idx="0">
          <a:scrgbClr r="0" g="0" b="0"/>
        </a:lnRef>
        <a:fillRef idx="3">
          <a:scrgbClr r="0" g="0" b="0"/>
        </a:fillRef>
        <a:effectRef idx="2">
          <a:scrgbClr r="0" g="0" b="0"/>
        </a:effectRef>
        <a:fontRef idx="minor">
          <a:schemeClr val="lt1"/>
        </a:fontRef>
      </dsp:style>
    </dsp:sp>
    <dsp:sp modelId="{FC6B4A95-01CD-4858-B6A9-E62E81C0680F}">
      <dsp:nvSpPr>
        <dsp:cNvPr id="0" name=""/>
        <dsp:cNvSpPr/>
      </dsp:nvSpPr>
      <dsp:spPr>
        <a:xfrm>
          <a:off x="1633515" y="0"/>
          <a:ext cx="9330140" cy="36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Master Node Role</a:t>
          </a:r>
        </a:p>
      </dsp:txBody>
      <dsp:txXfrm>
        <a:off x="1633515" y="0"/>
        <a:ext cx="9330140" cy="369520"/>
      </dsp:txXfrm>
    </dsp:sp>
    <dsp:sp modelId="{FFA9BEE4-6855-42FF-9A7E-08462D716DA1}">
      <dsp:nvSpPr>
        <dsp:cNvPr id="0" name=""/>
        <dsp:cNvSpPr/>
      </dsp:nvSpPr>
      <dsp:spPr>
        <a:xfrm>
          <a:off x="1633515" y="369520"/>
          <a:ext cx="9330140" cy="108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master node schedules jobs, dispatches builds, and monitors execution to orchestrate distributed builds.</a:t>
          </a:r>
        </a:p>
      </dsp:txBody>
      <dsp:txXfrm>
        <a:off x="1633515" y="369520"/>
        <a:ext cx="9330140" cy="1083995"/>
      </dsp:txXfrm>
    </dsp:sp>
    <dsp:sp modelId="{03DD78C4-61D0-4DC6-A2B1-E714E55FBFCA}">
      <dsp:nvSpPr>
        <dsp:cNvPr id="0" name=""/>
        <dsp:cNvSpPr/>
      </dsp:nvSpPr>
      <dsp:spPr>
        <a:xfrm>
          <a:off x="0" y="1569797"/>
          <a:ext cx="1453515" cy="145351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8810" r="14442" b="2"/>
          <a:stretch/>
        </a:blipFill>
        <a:ln>
          <a:noFill/>
        </a:ln>
        <a:effectLst/>
      </dsp:spPr>
      <dsp:style>
        <a:lnRef idx="0">
          <a:scrgbClr r="0" g="0" b="0"/>
        </a:lnRef>
        <a:fillRef idx="3">
          <a:scrgbClr r="0" g="0" b="0"/>
        </a:fillRef>
        <a:effectRef idx="2">
          <a:scrgbClr r="0" g="0" b="0"/>
        </a:effectRef>
        <a:fontRef idx="minor">
          <a:schemeClr val="lt1"/>
        </a:fontRef>
      </dsp:style>
    </dsp:sp>
    <dsp:sp modelId="{4CDCB658-132B-4CE8-B23B-30549D28B452}">
      <dsp:nvSpPr>
        <dsp:cNvPr id="0" name=""/>
        <dsp:cNvSpPr/>
      </dsp:nvSpPr>
      <dsp:spPr>
        <a:xfrm>
          <a:off x="1633515" y="1569797"/>
          <a:ext cx="9330140" cy="36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Slave Nodes Function</a:t>
          </a:r>
        </a:p>
      </dsp:txBody>
      <dsp:txXfrm>
        <a:off x="1633515" y="1569797"/>
        <a:ext cx="9330140" cy="369520"/>
      </dsp:txXfrm>
    </dsp:sp>
    <dsp:sp modelId="{661CEBE5-69DB-4B1A-9BEA-810C133B82D1}">
      <dsp:nvSpPr>
        <dsp:cNvPr id="0" name=""/>
        <dsp:cNvSpPr/>
      </dsp:nvSpPr>
      <dsp:spPr>
        <a:xfrm>
          <a:off x="1633515" y="1939317"/>
          <a:ext cx="9330140" cy="108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Slave nodes perform the actual build operations, executing tasks assigned by the master node.</a:t>
          </a:r>
        </a:p>
      </dsp:txBody>
      <dsp:txXfrm>
        <a:off x="1633515" y="1939317"/>
        <a:ext cx="9330140" cy="1083995"/>
      </dsp:txXfrm>
    </dsp:sp>
    <dsp:sp modelId="{5B653341-2AC1-402D-BA54-D5DEF5C57B66}">
      <dsp:nvSpPr>
        <dsp:cNvPr id="0" name=""/>
        <dsp:cNvSpPr/>
      </dsp:nvSpPr>
      <dsp:spPr>
        <a:xfrm>
          <a:off x="0" y="3139594"/>
          <a:ext cx="1453515" cy="145351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4586" r="29164" b="-1"/>
          <a:stretch/>
        </a:blipFill>
        <a:ln>
          <a:noFill/>
        </a:ln>
        <a:effectLst/>
      </dsp:spPr>
      <dsp:style>
        <a:lnRef idx="0">
          <a:scrgbClr r="0" g="0" b="0"/>
        </a:lnRef>
        <a:fillRef idx="3">
          <a:scrgbClr r="0" g="0" b="0"/>
        </a:fillRef>
        <a:effectRef idx="2">
          <a:scrgbClr r="0" g="0" b="0"/>
        </a:effectRef>
        <a:fontRef idx="minor">
          <a:schemeClr val="lt1"/>
        </a:fontRef>
      </dsp:style>
    </dsp:sp>
    <dsp:sp modelId="{B4E7A687-F27A-40BE-B892-A556F3316988}">
      <dsp:nvSpPr>
        <dsp:cNvPr id="0" name=""/>
        <dsp:cNvSpPr/>
      </dsp:nvSpPr>
      <dsp:spPr>
        <a:xfrm>
          <a:off x="1633515" y="3139594"/>
          <a:ext cx="9330140" cy="36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Communication and Scalability</a:t>
          </a:r>
        </a:p>
      </dsp:txBody>
      <dsp:txXfrm>
        <a:off x="1633515" y="3139594"/>
        <a:ext cx="9330140" cy="369520"/>
      </dsp:txXfrm>
    </dsp:sp>
    <dsp:sp modelId="{00E81120-CE01-4557-AE2F-5D53F56600D6}">
      <dsp:nvSpPr>
        <dsp:cNvPr id="0" name=""/>
        <dsp:cNvSpPr/>
      </dsp:nvSpPr>
      <dsp:spPr>
        <a:xfrm>
          <a:off x="1633515" y="3509114"/>
          <a:ext cx="9330140" cy="108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Master and slave nodes communicate over TCP/IP, enabling scalable and efficient resource usage.</a:t>
          </a:r>
        </a:p>
      </dsp:txBody>
      <dsp:txXfrm>
        <a:off x="1633515" y="3509114"/>
        <a:ext cx="9330140" cy="108399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12/8/2025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62812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Learning Objectives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1708567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The primary learning objectives of this presentation are to provide a clear understanding of Continuous Integration (CI) and Continuous Delivery/Deployment (CD) concepts, explain their significance in modern software development, and demonstrate how Jenkins serves as a powerful automation tool for implementing these practices. By the end of this session, you will be able to outline the fundamental principles of CI/CD pipelines, identify suitable tools for optimizing development workflows, and describe Jenkins' architecture, features, and benefits. Additionally, you will gain insights into Jenkins' user interface and security configurations, enabling effective management of pipelines and user permissions. These objectives aim to equip you with practical knowledge for streamlining software delivery processes, reducing risks, and improving efficiency through automation.
</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1186826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What is CI/CD Pipeline?, Advantages of CI/CD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5563160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A CI/CD pipeline is an automated workflow that integrates various stages of software development, including building, testing, and deploying code changes. Continuous Integration focuses on merging code changes frequently into a shared repository, ensuring early detection of integration issues. Continuous Delivery extends this by automating the release process, making code deployment-ready at all times. Continuous Deployment takes it further by automatically pushing changes to production without manual approval. These practices collectively reduce deployment risks, accelerate delivery cycles, and enhance software quality. The pipeline typically includes stages such as source control, build automation, testing, and deployment, all orchestrated to ensure smooth and reliable software releases.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510316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Implementing CI/CD pipelines offers numerous benefits to development teams and organizations. It enables faster delivery of high-quality software by automating repetitive tasks and reducing manual intervention. Continuous Integration minimizes bugs by detecting issues early through automated testing, while Continuous Delivery ensures efficient and repeatable release processes. Continuous Deployment further accelerates feedback loops, allowing teams to respond quickly to user needs and market changes. These practices improve overall productivity, enhance code stability, and maximize return on investment by streamlining workflows and reducing operational overhead.
</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3433373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Workflow Stages, Key Elements of CI/CD Pipeline
</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691360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The CI/CD workflow consists of several interconnected stages designed to automate the software delivery lifecycle. These stages include Source, where code is managed in version control systems; Build, which compiles the code into deployable artifacts; Test, where automated tests validate functionality and performance; and Deploy, which releases the application to staging or production environments. Each stage is supported by automation tools and scripts to ensure consistency and reliability. This structured approach reduces human error, accelerates delivery timelines, and provides visibility into the development process.
</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7987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A robust CI/CD pipeline incorporates essential elements such as automated builds, self-testing code, predictable deployments, and stable testing environments. It relies on a single source repository for all code and build scripts, ensuring version control and traceability. Frequent code commits and automated testing help maintain code integrity and reduce integration conflicts. Additionally, the pipeline emphasizes maximum visibility through monitoring and reporting, enabling teams to identify and resolve issues proactively. These elements collectively enhance the efficiency and reliability of software delivery.
</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2579344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Introduction to Jenkins, Features and Benefits of Jenkins
</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38013787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Jenkins is an open-source automation server widely used for implementing CI/CD pipelines. Written in Java, it supports multiple operating systems, including Windows, macOS, and Unix-based platforms. Jenkins provides a flexible and extensible framework for automating tasks such as building, testing, deploying, and monitoring software changes. Its rich plugin ecosystem allows seamless integration with various tools and technologies, making it a preferred choice for DevOps teams. Jenkins can be deployed on-premises or in cloud environments, offering scalability and customization to meet diverse project requirements.
</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2391364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Jenkins offers a wide range of features that make it an indispensable tool for CI/CD automation. Key features include Pipeline as Code, which enables defining build workflows using scripts; extensibility through plugins; distributed build architecture for scalability; and robust security configurations. Jenkins also provides notifications, reporting, and integration capabilities with popular tools like Git, Maven, and Docker. The benefits of using Jenkins include cost-effectiveness, early detection of issues, increased scalability, and limitless integration possibilities. Its user-friendly interface and active community support further enhance its usability and adoption.
</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42355708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Architecture, Exploring Jenkins UI
</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1477877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Jenkins follows a master-slave architecture to manage distributed builds efficiently. The master node orchestrates tasks such as scheduling jobs, dispatching builds to slave nodes, and monitoring their execution. Slave nodes, also known as agents, perform the actual build operations. Communication between master and slaves occurs over TCP/IP, ensuring scalability and resource optimization. This architecture allows Jenkins to handle multiple builds concurrently, improving performance and reducing bottlenecks in large-scale projects.
</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24712823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The Jenkins user interface provides intuitive navigation and management capabilities for administrators and developers. Key components include the Dashboard, which summarizes project statuses; Build History for tracking executed jobs; and Manage Jenkins for configuring global settings and security. Additional features such as People, Build Queue, and Executor Status offer insights into user activities and resource utilization. The UI also supports plugin management, system configuration, and troubleshooting tools, enabling efficient administration of the Jenkins environment.
</a:t>
            </a:r>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3795847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Summary of Concepts
</a:t>
            </a:r>
          </a:p>
        </p:txBody>
      </p:sp>
      <p:sp>
        <p:nvSpPr>
          <p:cNvPr id="4" name="Slide Number Placeholder 3"/>
          <p:cNvSpPr>
            <a:spLocks noGrp="1"/>
          </p:cNvSpPr>
          <p:nvPr>
            <p:ph type="sldNum" sz="quarter" idx="5"/>
          </p:nvPr>
        </p:nvSpPr>
        <p:spPr/>
        <p:txBody>
          <a:bodyPr/>
          <a:lstStyle/>
          <a:p>
            <a:fld id="{BFDD6F49-EBB7-4CCF-97A8-E526BB28BB69}" type="slidenum">
              <a:rPr lang="en-US" smtClean="0"/>
              <a:t>16</a:t>
            </a:fld>
            <a:endParaRPr lang="en-US" dirty="0"/>
          </a:p>
        </p:txBody>
      </p:sp>
    </p:spTree>
    <p:extLst>
      <p:ext uri="{BB962C8B-B14F-4D97-AF65-F5344CB8AC3E}">
        <p14:creationId xmlns:p14="http://schemas.microsoft.com/office/powerpoint/2010/main" val="972719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https://dell-my.sharepoint.com/personal/prakash_hikkanagutti_dell_com/Documents/Microsoft%20Copilot%20Chat%20Files/Lesson_04_CI_CD_Pipeline_with_Jenkins.pdf
CI/CD practices are essential for modern software development, enabling faster delivery, improved quality, and reduced risks through automation. Jenkins serves as a powerful tool for implementing these practices, offering flexibility, scalability, and extensive integration capabilities. Understanding the CI/CD workflow, its key elements, and Jenkins' architecture equips teams to streamline development processes and achieve reliable software delivery. By leveraging Jenkins' features and user interface, organizations can optimize resource management and enhance collaboration across development and operations teams.
</a:t>
            </a:r>
          </a:p>
        </p:txBody>
      </p:sp>
      <p:sp>
        <p:nvSpPr>
          <p:cNvPr id="4" name="Slide Number Placeholder 3"/>
          <p:cNvSpPr>
            <a:spLocks noGrp="1"/>
          </p:cNvSpPr>
          <p:nvPr>
            <p:ph type="sldNum" sz="quarter" idx="5"/>
          </p:nvPr>
        </p:nvSpPr>
        <p:spPr/>
        <p:txBody>
          <a:bodyPr/>
          <a:lstStyle/>
          <a:p>
            <a:fld id="{BFDD6F49-EBB7-4CCF-97A8-E526BB28BB69}" type="slidenum">
              <a:rPr lang="en-US" smtClean="0"/>
              <a:t>17</a:t>
            </a:fld>
            <a:endParaRPr lang="en-US" dirty="0"/>
          </a:p>
        </p:txBody>
      </p:sp>
    </p:spTree>
    <p:extLst>
      <p:ext uri="{BB962C8B-B14F-4D97-AF65-F5344CB8AC3E}">
        <p14:creationId xmlns:p14="http://schemas.microsoft.com/office/powerpoint/2010/main" val="5214690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with Picture">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7223309"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4974183" cy="2624418"/>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4312625"/>
            <a:ext cx="4974183" cy="1065807"/>
          </a:xfrm>
        </p:spPr>
        <p:txBody>
          <a:bodyPr vert="horz" lIns="91440" tIns="45720" rIns="91440" bIns="45720" rtlCol="0" anchor="b">
            <a:normAutofit/>
          </a:bodyPr>
          <a:lstStyle>
            <a:lvl1pPr marL="0" indent="0">
              <a:buNone/>
              <a:defRPr lang="en-US" sz="1600" cap="all" baseline="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7238313" y="812266"/>
            <a:ext cx="3829736"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51026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62819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D7E220B-260A-1899-9D05-BB8723A88261}"/>
              </a:ext>
            </a:extLst>
          </p:cNvPr>
          <p:cNvGrpSpPr/>
          <p:nvPr/>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77F9E3EB-FD43-A59C-A54A-F11FA9251FDC}"/>
              </a:ext>
            </a:extLst>
          </p:cNvPr>
          <p:cNvSpPr>
            <a:spLocks noGrp="1"/>
          </p:cNvSpPr>
          <p:nvPr>
            <p:ph type="title"/>
          </p:nvPr>
        </p:nvSpPr>
        <p:spPr>
          <a:xfrm>
            <a:off x="7168896" y="1129554"/>
            <a:ext cx="4219626" cy="3475236"/>
          </a:xfrm>
        </p:spPr>
        <p:txBody>
          <a:bodyPr anchor="b">
            <a:normAutofit/>
          </a:bodyPr>
          <a:lstStyle>
            <a:lvl1pPr>
              <a:defRPr sz="4800"/>
            </a:lvl1pPr>
          </a:lstStyle>
          <a:p>
            <a:r>
              <a:rPr lang="en-US" dirty="0"/>
              <a:t>Click to edit Master title style</a:t>
            </a:r>
          </a:p>
        </p:txBody>
      </p:sp>
      <p:sp>
        <p:nvSpPr>
          <p:cNvPr id="15" name="Subtitle 2">
            <a:extLst>
              <a:ext uri="{FF2B5EF4-FFF2-40B4-BE49-F238E27FC236}">
                <a16:creationId xmlns:a16="http://schemas.microsoft.com/office/drawing/2014/main" id="{56AC0B9A-E217-462C-714E-6E5BE5799003}"/>
              </a:ext>
            </a:extLst>
          </p:cNvPr>
          <p:cNvSpPr>
            <a:spLocks noGrp="1"/>
          </p:cNvSpPr>
          <p:nvPr>
            <p:ph type="subTitle" idx="1"/>
          </p:nvPr>
        </p:nvSpPr>
        <p:spPr>
          <a:xfrm>
            <a:off x="7168895" y="4731335"/>
            <a:ext cx="4219626" cy="1184585"/>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2" name="Straight Connector 11">
            <a:extLst>
              <a:ext uri="{FF2B5EF4-FFF2-40B4-BE49-F238E27FC236}">
                <a16:creationId xmlns:a16="http://schemas.microsoft.com/office/drawing/2014/main" id="{AF16905E-92F3-BA17-041B-A2D4BCBF5BB2}"/>
              </a:ext>
            </a:extLst>
          </p:cNvPr>
          <p:cNvCxnSpPr>
            <a:cxnSpLocks/>
          </p:cNvCxnSpPr>
          <p:nvPr userDrawn="1"/>
        </p:nvCxnSpPr>
        <p:spPr>
          <a:xfrm>
            <a:off x="659257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7804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dirty="0"/>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61389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8790317"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6699667" cy="2207884"/>
          </a:xfrm>
        </p:spPr>
        <p:txBody>
          <a:bodyPr vert="horz" lIns="91440" tIns="45720" rIns="91440" bIns="45720" rtlCol="0" anchor="b">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3786997"/>
            <a:ext cx="6699665" cy="1591436"/>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807569" y="812266"/>
            <a:ext cx="2260479"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426034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B67FC65-5AAF-6A23-5752-1C26B207DC72}"/>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78923" y="874374"/>
            <a:ext cx="9634154" cy="2821728"/>
          </a:xfrm>
        </p:spPr>
        <p:txBody>
          <a:bodyPr anchor="b">
            <a:normAutofit/>
          </a:bodyPr>
          <a:lstStyle>
            <a:lvl1pPr algn="ctr">
              <a:defRPr sz="7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12480" y="4077583"/>
            <a:ext cx="8167040" cy="1717042"/>
          </a:xfrm>
        </p:spPr>
        <p:txBody>
          <a:bodyPr anchor="t">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675972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dirty="0"/>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dirty="0"/>
              <a:t>Click to edit Master subtitle style</a:t>
            </a:r>
          </a:p>
        </p:txBody>
      </p:sp>
    </p:spTree>
    <p:extLst>
      <p:ext uri="{BB962C8B-B14F-4D97-AF65-F5344CB8AC3E}">
        <p14:creationId xmlns:p14="http://schemas.microsoft.com/office/powerpoint/2010/main" val="13781754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Ref idx="1001">
        <a:schemeClr val="bg1"/>
      </p:bgRef>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965F8DDB-78C2-9A91-D69C-2BE7D0DC5F3C}"/>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2543322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dirty="0"/>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038425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8B3FAB4B-5BE6-36A5-AC57-A8A4DE80EDF0}"/>
              </a:ext>
            </a:extLst>
          </p:cNvPr>
          <p:cNvSpPr/>
          <p:nvPr userDrawn="1"/>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455D774B-5A74-ECBA-B23F-FDB73925D455}"/>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80331" y="1525905"/>
            <a:ext cx="8838202" cy="846396"/>
          </a:xfrm>
        </p:spPr>
        <p:txBody>
          <a:bodyPr anchor="b">
            <a:normAutofit/>
          </a:bodyPr>
          <a:lstStyle>
            <a:lvl1pPr>
              <a:defRPr sz="44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80332" y="2650524"/>
            <a:ext cx="8838202" cy="2386352"/>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327C2936-23FD-A202-FEC8-A04EC6038E21}"/>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A74C11B4-B6D5-47F5-335E-A913C2501ED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040C422B-2C69-102F-F573-37A60C6CA35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071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CA9E58B-E51C-E405-905F-70ADA8DA97C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5981630" y="787402"/>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563974" y="1339060"/>
            <a:ext cx="3927674" cy="794540"/>
          </a:xfrm>
        </p:spPr>
        <p:txBody>
          <a:bodyPr vert="horz" lIns="91440" tIns="45720" rIns="91440" bIns="45720" rtlCol="0" anchor="t">
            <a:normAutofit/>
          </a:bodyPr>
          <a:lstStyle>
            <a:lvl1pPr>
              <a:defRPr lang="en-US" sz="4800" dirty="0"/>
            </a:lvl1pPr>
          </a:lstStyle>
          <a:p>
            <a:pPr lvl="0"/>
            <a:r>
              <a:rPr lang="en-US" dirty="0"/>
              <a:t>Agenda</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62056" y="2430700"/>
            <a:ext cx="3927674" cy="2947733"/>
          </a:xfrm>
        </p:spPr>
        <p:txBody>
          <a:bodyPr vert="horz" lIns="91440" tIns="45720" rIns="91440" bIns="45720" rtlCol="0" anchor="t">
            <a:normAutofit/>
          </a:bodyPr>
          <a:lstStyle>
            <a:lvl1pPr marL="0" indent="0">
              <a:buNone/>
              <a:defRPr lang="en-US" sz="160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72663" y="812266"/>
            <a:ext cx="5096260" cy="4928136"/>
          </a:xfrm>
          <a:blipFill>
            <a:blip r:embed="rId2">
              <a:alphaModFix amt="70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8" name="Footer Placeholder 4">
            <a:extLst>
              <a:ext uri="{FF2B5EF4-FFF2-40B4-BE49-F238E27FC236}">
                <a16:creationId xmlns:a16="http://schemas.microsoft.com/office/drawing/2014/main" id="{E01417BD-FFDA-56B8-4551-B115E221D4D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58EBB8A5-D4C6-548F-819A-FE7750FBFDD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9543712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9F42DEFD-DF95-ABA5-F5E7-97EE2BC38A02}"/>
              </a:ext>
            </a:extLst>
          </p:cNvPr>
          <p:cNvSpPr>
            <a:spLocks noGrp="1"/>
          </p:cNvSpPr>
          <p:nvPr>
            <p:ph type="title"/>
          </p:nvPr>
        </p:nvSpPr>
        <p:spPr>
          <a:xfrm>
            <a:off x="1305332" y="2009984"/>
            <a:ext cx="4515599" cy="2692020"/>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E1BCE18F-7F76-B015-517A-B218F96C3D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D4B1BEB0-0A50-8032-92AF-CE95330EA0A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5677150-7CBF-C5C3-D369-2021EB4B3F0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8363512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E7B2878-E57A-BF28-CA0B-25C595B6B23B}"/>
              </a:ext>
            </a:extLst>
          </p:cNvPr>
          <p:cNvGrpSpPr/>
          <p:nvPr/>
        </p:nvGrpSpPr>
        <p:grpSpPr>
          <a:xfrm>
            <a:off x="858371" y="971570"/>
            <a:ext cx="4956175" cy="4914861"/>
            <a:chOff x="521208" y="647905"/>
            <a:chExt cx="11365969" cy="5565740"/>
          </a:xfrm>
        </p:grpSpPr>
        <p:sp>
          <p:nvSpPr>
            <p:cNvPr id="7" name="Shape">
              <a:extLst>
                <a:ext uri="{FF2B5EF4-FFF2-40B4-BE49-F238E27FC236}">
                  <a16:creationId xmlns:a16="http://schemas.microsoft.com/office/drawing/2014/main" id="{F08FFA22-A55A-8523-9665-963EF8BF5CEE}"/>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249E8B92-9DA1-2B88-C923-D1B15EB00E1E}"/>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B7E33A4B-2075-9CF4-BC69-F5E43B10A54B}"/>
              </a:ext>
            </a:extLst>
          </p:cNvPr>
          <p:cNvSpPr>
            <a:spLocks noGrp="1"/>
          </p:cNvSpPr>
          <p:nvPr>
            <p:ph type="title"/>
          </p:nvPr>
        </p:nvSpPr>
        <p:spPr>
          <a:xfrm>
            <a:off x="1307592" y="1478826"/>
            <a:ext cx="3846237"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23177" y="1727014"/>
            <a:ext cx="4956175" cy="3461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CCD96A57-F4BE-9BFE-192B-8B6BE3EB504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112D03E-A50A-19D0-5987-28EA74509B0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5919D5AA-125E-CB20-B949-8633A826DAD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35571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741D8BB-05AF-A317-C2B4-DC1CB87B9246}"/>
              </a:ext>
            </a:extLst>
          </p:cNvPr>
          <p:cNvGrpSpPr/>
          <p:nvPr/>
        </p:nvGrpSpPr>
        <p:grpSpPr>
          <a:xfrm>
            <a:off x="858371" y="971570"/>
            <a:ext cx="4708425" cy="4914861"/>
            <a:chOff x="521208" y="647905"/>
            <a:chExt cx="10797805" cy="5565740"/>
          </a:xfrm>
        </p:grpSpPr>
        <p:sp>
          <p:nvSpPr>
            <p:cNvPr id="7" name="Shape">
              <a:extLst>
                <a:ext uri="{FF2B5EF4-FFF2-40B4-BE49-F238E27FC236}">
                  <a16:creationId xmlns:a16="http://schemas.microsoft.com/office/drawing/2014/main" id="{D76689D7-5D3E-ECBB-6775-7B400A96F3D7}"/>
                </a:ext>
              </a:extLst>
            </p:cNvPr>
            <p:cNvSpPr/>
            <p:nvPr/>
          </p:nvSpPr>
          <p:spPr>
            <a:xfrm>
              <a:off x="725405" y="1009217"/>
              <a:ext cx="10593608"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93638B9C-5DAA-F32E-C1B3-8B5DF702E8BE}"/>
                </a:ext>
              </a:extLst>
            </p:cNvPr>
            <p:cNvSpPr/>
            <p:nvPr/>
          </p:nvSpPr>
          <p:spPr>
            <a:xfrm>
              <a:off x="521208" y="647905"/>
              <a:ext cx="10441168"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84027933-14DD-AC05-2EC9-CE1166FE7EDB}"/>
              </a:ext>
            </a:extLst>
          </p:cNvPr>
          <p:cNvSpPr>
            <a:spLocks noGrp="1"/>
          </p:cNvSpPr>
          <p:nvPr>
            <p:ph type="title"/>
          </p:nvPr>
        </p:nvSpPr>
        <p:spPr>
          <a:xfrm>
            <a:off x="1307593" y="1478826"/>
            <a:ext cx="3647180"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379486" y="971569"/>
            <a:ext cx="5199866" cy="49148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6C4A6CC-4DAE-D6DF-005D-9A746EA3416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2D53F9-F5D7-A57F-631C-1011FA2D28D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DF767895-A265-B576-2779-D9431696A27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74582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38F88781-30C8-3349-475F-145EFAD547E5}"/>
              </a:ext>
            </a:extLst>
          </p:cNvPr>
          <p:cNvSpPr/>
          <p:nvPr/>
        </p:nvSpPr>
        <p:spPr>
          <a:xfrm>
            <a:off x="924451" y="1290629"/>
            <a:ext cx="3469803" cy="459580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5C0C482B-4AFD-2FA3-38E4-917E66DA8BB7}"/>
              </a:ext>
            </a:extLst>
          </p:cNvPr>
          <p:cNvSpPr/>
          <p:nvPr/>
        </p:nvSpPr>
        <p:spPr>
          <a:xfrm>
            <a:off x="858371" y="971570"/>
            <a:ext cx="3378902" cy="4742880"/>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508433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10" name="Shape">
            <a:extLst>
              <a:ext uri="{FF2B5EF4-FFF2-40B4-BE49-F238E27FC236}">
                <a16:creationId xmlns:a16="http://schemas.microsoft.com/office/drawing/2014/main" id="{518C51F0-983B-E75D-43D9-AB5A1692E483}"/>
              </a:ext>
            </a:extLst>
          </p:cNvPr>
          <p:cNvSpPr/>
          <p:nvPr/>
        </p:nvSpPr>
        <p:spPr>
          <a:xfrm>
            <a:off x="678727" y="1027243"/>
            <a:ext cx="3469803" cy="296055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4F13FE91-399F-901F-6CF0-0447176EA2EF}"/>
              </a:ext>
            </a:extLst>
          </p:cNvPr>
          <p:cNvSpPr/>
          <p:nvPr/>
        </p:nvSpPr>
        <p:spPr>
          <a:xfrm>
            <a:off x="612647" y="708184"/>
            <a:ext cx="3378902" cy="3101816"/>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Title 1">
            <a:extLst>
              <a:ext uri="{FF2B5EF4-FFF2-40B4-BE49-F238E27FC236}">
                <a16:creationId xmlns:a16="http://schemas.microsoft.com/office/drawing/2014/main" id="{830AF312-BB7E-63CF-42C0-3AAF17BB4CC9}"/>
              </a:ext>
            </a:extLst>
          </p:cNvPr>
          <p:cNvSpPr>
            <a:spLocks noGrp="1"/>
          </p:cNvSpPr>
          <p:nvPr>
            <p:ph type="title"/>
          </p:nvPr>
        </p:nvSpPr>
        <p:spPr>
          <a:xfrm>
            <a:off x="1059609" y="1170994"/>
            <a:ext cx="2474546" cy="2192044"/>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3300" y="708184"/>
            <a:ext cx="67630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C75D260-6D49-B6E6-0AF7-CB139EC2E17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CE7449F8-8E08-2E2D-E1DC-B35D55FA98C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B7485ACA-FF2D-E071-ABB4-8D1CBF292DA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04408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11894081-07CB-999F-D411-9154D25C9500}"/>
              </a:ext>
            </a:extLst>
          </p:cNvPr>
          <p:cNvCxnSpPr>
            <a:cxnSpLocks/>
          </p:cNvCxnSpPr>
          <p:nvPr/>
        </p:nvCxnSpPr>
        <p:spPr>
          <a:xfrm>
            <a:off x="457108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66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lstStyle/>
          <a:p>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lstStyle/>
          <a:p>
            <a:fld id="{AEAA3239-9EA4-4A65-A281-97F994456D9F}"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B316B204-7C08-FBD9-C195-7CBD8936FB7B}"/>
              </a:ext>
            </a:extLst>
          </p:cNvPr>
          <p:cNvCxnSpPr>
            <a:cxnSpLocks/>
          </p:cNvCxnSpPr>
          <p:nvPr/>
        </p:nvCxnSpPr>
        <p:spPr>
          <a:xfrm>
            <a:off x="7614198"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091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a:prstGeom prst="rect">
            <a:avLst/>
          </a:prstGeo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5" name="Straight Connector 4">
            <a:extLst>
              <a:ext uri="{FF2B5EF4-FFF2-40B4-BE49-F238E27FC236}">
                <a16:creationId xmlns:a16="http://schemas.microsoft.com/office/drawing/2014/main" id="{8AE22ED6-A6FC-6BAB-A8E5-6EFB749B5EC5}"/>
              </a:ext>
            </a:extLst>
          </p:cNvPr>
          <p:cNvCxnSpPr>
            <a:cxnSpLocks/>
          </p:cNvCxnSpPr>
          <p:nvPr/>
        </p:nvCxnSpPr>
        <p:spPr>
          <a:xfrm>
            <a:off x="403399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194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8284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A54EE92A-D40E-A2FF-476E-83554812296F}"/>
              </a:ext>
            </a:extLst>
          </p:cNvPr>
          <p:cNvCxnSpPr>
            <a:cxnSpLocks/>
          </p:cNvCxnSpPr>
          <p:nvPr/>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D94575-E64C-2C45-ED82-56D9EFD2AB39}"/>
              </a:ext>
            </a:extLst>
          </p:cNvPr>
          <p:cNvCxnSpPr>
            <a:cxnSpLocks/>
          </p:cNvCxnSpPr>
          <p:nvPr userDrawn="1"/>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911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5434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315569"/>
            <a:ext cx="3363513"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B3C7E6A-ACFC-5D7E-62EC-7EDD357DED5D}"/>
              </a:ext>
            </a:extLst>
          </p:cNvPr>
          <p:cNvCxnSpPr>
            <a:cxnSpLocks/>
          </p:cNvCxnSpPr>
          <p:nvPr/>
        </p:nvCxnSpPr>
        <p:spPr>
          <a:xfrm>
            <a:off x="7600186"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384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F2A89F80-5D6A-4ABF-AB9F-E9B855484CF2}"/>
              </a:ext>
            </a:extLst>
          </p:cNvPr>
          <p:cNvCxnSpPr>
            <a:cxnSpLocks/>
          </p:cNvCxnSpPr>
          <p:nvPr/>
        </p:nvCxnSpPr>
        <p:spPr>
          <a:xfrm>
            <a:off x="459722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4426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90511"/>
            <a:ext cx="2699254" cy="1858941"/>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EC6861E3-1150-D516-3BEE-655B15B4B936}"/>
              </a:ext>
            </a:extLst>
          </p:cNvPr>
          <p:cNvCxnSpPr>
            <a:cxnSpLocks/>
          </p:cNvCxnSpPr>
          <p:nvPr/>
        </p:nvCxnSpPr>
        <p:spPr>
          <a:xfrm>
            <a:off x="83408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201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699254" cy="1858941"/>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a:prstGeom prst="rect">
            <a:avLst/>
          </a:prstGeo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94B94044-CD6D-BA64-4DAF-CF4588CD625D}"/>
              </a:ext>
            </a:extLst>
          </p:cNvPr>
          <p:cNvCxnSpPr>
            <a:cxnSpLocks/>
          </p:cNvCxnSpPr>
          <p:nvPr/>
        </p:nvCxnSpPr>
        <p:spPr>
          <a:xfrm>
            <a:off x="385504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7146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457610"/>
            <a:ext cx="4019522" cy="161792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1422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10" y="4457611"/>
            <a:ext cx="6426391" cy="16179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9620E07E-3D6A-C86E-678B-DE98A157F07A}"/>
              </a:ext>
            </a:extLst>
          </p:cNvPr>
          <p:cNvCxnSpPr>
            <a:cxnSpLocks/>
          </p:cNvCxnSpPr>
          <p:nvPr/>
        </p:nvCxnSpPr>
        <p:spPr>
          <a:xfrm>
            <a:off x="0" y="414223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08AF9810-922B-05C3-1FAC-78185AB607C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323AD7B9-A665-0D5C-1732-A369FD093C99}"/>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087B8D0A-511A-808A-9972-2B279CED552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92562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58B5EBB-F005-1B2B-24BF-B4DBB49FF96A}"/>
              </a:ext>
            </a:extLst>
          </p:cNvPr>
          <p:cNvCxnSpPr>
            <a:cxnSpLocks/>
          </p:cNvCxnSpPr>
          <p:nvPr/>
        </p:nvCxnSpPr>
        <p:spPr>
          <a:xfrm>
            <a:off x="0" y="3453964"/>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4EE91E5E-1D54-4277-467D-BF89B7943D9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57E62A-1224-89D2-C4D8-65D8B0271FF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BB0821DC-7B6A-0BDA-7ED9-271E04FA2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279141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a:prstGeom prst="rect">
            <a:avLst/>
          </a:prstGeom>
        </p:spPr>
        <p:txBody>
          <a:bodyPr/>
          <a:lstStyle/>
          <a:p>
            <a:fld id="{AEAA3239-9EA4-4A65-A281-97F994456D9F}"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EB6FCCB7-3844-DE9F-A18B-F5FFF900264C}"/>
              </a:ext>
            </a:extLst>
          </p:cNvPr>
          <p:cNvCxnSpPr>
            <a:cxnSpLocks/>
          </p:cNvCxnSpPr>
          <p:nvPr/>
        </p:nvCxnSpPr>
        <p:spPr>
          <a:xfrm>
            <a:off x="-1" y="362589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9701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38424"/>
            <a:ext cx="4485564" cy="4488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a:prstGeom prst="rect">
            <a:avLst/>
          </a:prstGeom>
        </p:spPr>
        <p:txBody>
          <a:bodyPr/>
          <a:lstStyle/>
          <a:p>
            <a:fld id="{AEAA3239-9EA4-4A65-A281-97F994456D9F}" type="slidenum">
              <a:rPr lang="en-US" smtClean="0"/>
              <a:t>‹#›</a:t>
            </a:fld>
            <a:endParaRPr lang="en-US" dirty="0"/>
          </a:p>
        </p:txBody>
      </p:sp>
      <p:sp>
        <p:nvSpPr>
          <p:cNvPr id="3" name="Shape">
            <a:extLst>
              <a:ext uri="{FF2B5EF4-FFF2-40B4-BE49-F238E27FC236}">
                <a16:creationId xmlns:a16="http://schemas.microsoft.com/office/drawing/2014/main" id="{7D2E59BA-BC78-5994-0E85-6CEE8FE1A2C7}"/>
              </a:ext>
            </a:extLst>
          </p:cNvPr>
          <p:cNvSpPr/>
          <p:nvPr/>
        </p:nvSpPr>
        <p:spPr>
          <a:xfrm>
            <a:off x="5774454" y="2174531"/>
            <a:ext cx="5804899" cy="415206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Picture Placeholder 10">
            <a:extLst>
              <a:ext uri="{FF2B5EF4-FFF2-40B4-BE49-F238E27FC236}">
                <a16:creationId xmlns:a16="http://schemas.microsoft.com/office/drawing/2014/main" id="{7C8527F9-0AAC-2962-54C9-733B06E86439}"/>
              </a:ext>
            </a:extLst>
          </p:cNvPr>
          <p:cNvSpPr>
            <a:spLocks noGrp="1"/>
          </p:cNvSpPr>
          <p:nvPr>
            <p:ph type="pic" sz="quarter" idx="18" hasCustomPrompt="1"/>
          </p:nvPr>
        </p:nvSpPr>
        <p:spPr>
          <a:xfrm>
            <a:off x="5644314" y="1838424"/>
            <a:ext cx="5715205" cy="429232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33643470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0FC415C-6548-7A71-9590-9F59EEF87C10}"/>
              </a:ext>
            </a:extLst>
          </p:cNvPr>
          <p:cNvSpPr/>
          <p:nvPr/>
        </p:nvSpPr>
        <p:spPr>
          <a:xfrm>
            <a:off x="5440228" y="2239339"/>
            <a:ext cx="6139125" cy="3880753"/>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113357"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0">
            <a:extLst>
              <a:ext uri="{FF2B5EF4-FFF2-40B4-BE49-F238E27FC236}">
                <a16:creationId xmlns:a16="http://schemas.microsoft.com/office/drawing/2014/main" id="{5013ECA8-A109-DA0B-779F-91413FC01923}"/>
              </a:ext>
            </a:extLst>
          </p:cNvPr>
          <p:cNvSpPr>
            <a:spLocks noGrp="1"/>
          </p:cNvSpPr>
          <p:nvPr>
            <p:ph type="pic" sz="quarter" idx="18" hasCustomPrompt="1"/>
          </p:nvPr>
        </p:nvSpPr>
        <p:spPr>
          <a:xfrm>
            <a:off x="5315252" y="1912398"/>
            <a:ext cx="6044267" cy="401184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lang="en-US" dirty="0"/>
            </a:lvl1pPr>
          </a:lstStyle>
          <a:p>
            <a:r>
              <a:rPr lang="en-US" dirty="0"/>
              <a:t> </a:t>
            </a:r>
          </a:p>
        </p:txBody>
      </p:sp>
      <p:sp>
        <p:nvSpPr>
          <p:cNvPr id="7" name="Footer Placeholder 4">
            <a:extLst>
              <a:ext uri="{FF2B5EF4-FFF2-40B4-BE49-F238E27FC236}">
                <a16:creationId xmlns:a16="http://schemas.microsoft.com/office/drawing/2014/main" id="{F87E7E84-44E5-0E60-3EE3-8737B2A18FA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38E621FE-7CC2-0C35-A07D-B3FC44FD4C2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A00CB403-B088-E56C-7827-A20ABF5769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93761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2677956A-C88F-78CB-7428-13BB3FEF3483}"/>
              </a:ext>
            </a:extLst>
          </p:cNvPr>
          <p:cNvSpPr/>
          <p:nvPr/>
        </p:nvSpPr>
        <p:spPr>
          <a:xfrm>
            <a:off x="739739" y="1970410"/>
            <a:ext cx="5804899" cy="434956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anchor="b"/>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186B2304-4EA6-E2B5-F4F8-D1686841F0A1}"/>
              </a:ext>
            </a:extLst>
          </p:cNvPr>
          <p:cNvSpPr>
            <a:spLocks noGrp="1"/>
          </p:cNvSpPr>
          <p:nvPr>
            <p:ph type="pic" sz="quarter" idx="18" hasCustomPrompt="1"/>
          </p:nvPr>
        </p:nvSpPr>
        <p:spPr>
          <a:xfrm>
            <a:off x="609599" y="1627632"/>
            <a:ext cx="5715205" cy="4496489"/>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a:prstGeom prst="rect">
            <a:avLst/>
          </a:prstGeo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851624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endParaRPr lang="en-US" dirty="0"/>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96850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6E70FB67-0F80-BE17-D86B-F8A00D36D16F}"/>
              </a:ext>
            </a:extLst>
          </p:cNvPr>
          <p:cNvSpPr/>
          <p:nvPr/>
        </p:nvSpPr>
        <p:spPr>
          <a:xfrm>
            <a:off x="792041" y="2637923"/>
            <a:ext cx="3529341" cy="3508440"/>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anchor="t">
            <a:no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5960" y="2295145"/>
            <a:ext cx="3436881" cy="367584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82135E48-6254-45C6-7DDB-66AFB41506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DE660DF9-E1C4-5761-5FC3-5D2AEF15370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BEF33CE-9AB9-2977-453D-017FBD4238B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984175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9">
            <a:extLst>
              <a:ext uri="{FF2B5EF4-FFF2-40B4-BE49-F238E27FC236}">
                <a16:creationId xmlns:a16="http://schemas.microsoft.com/office/drawing/2014/main" id="{213AB558-35C1-4A44-D31A-525DE98EC36A}"/>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4" name="Content Placeholder 5">
            <a:extLst>
              <a:ext uri="{FF2B5EF4-FFF2-40B4-BE49-F238E27FC236}">
                <a16:creationId xmlns:a16="http://schemas.microsoft.com/office/drawing/2014/main" id="{0A5A92EC-E3FB-31E9-61F0-EE7ECD707D39}"/>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0772E3F0-624C-9464-9338-4D71D7C1241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DDC64F13-B276-91F5-3FAF-69DAEAF48A4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7A266EE2-59A7-B270-100C-C647392CA5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63961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0" name="Title 9">
            <a:extLst>
              <a:ext uri="{FF2B5EF4-FFF2-40B4-BE49-F238E27FC236}">
                <a16:creationId xmlns:a16="http://schemas.microsoft.com/office/drawing/2014/main" id="{CFF24796-27C6-1A14-59BA-1D20CAD01649}"/>
              </a:ext>
            </a:extLst>
          </p:cNvPr>
          <p:cNvSpPr>
            <a:spLocks noGrp="1"/>
          </p:cNvSpPr>
          <p:nvPr>
            <p:ph type="title"/>
          </p:nvPr>
        </p:nvSpPr>
        <p:spPr>
          <a:xfrm>
            <a:off x="1042666" y="4411825"/>
            <a:ext cx="8385556" cy="1500447"/>
          </a:xfrm>
        </p:spPr>
        <p:txBody>
          <a:bodyPr>
            <a:normAutofit/>
          </a:bodyPr>
          <a:lstStyle>
            <a:lvl1pPr>
              <a:lnSpc>
                <a:spcPct val="120000"/>
              </a:lnSpc>
              <a:spcBef>
                <a:spcPts val="1000"/>
              </a:spcBef>
              <a:defRPr sz="2400" cap="all" baseline="0">
                <a:latin typeface="+mn-lt"/>
              </a:defRPr>
            </a:lvl1pPr>
          </a:lstStyle>
          <a:p>
            <a:r>
              <a:rPr lang="en-US" dirty="0"/>
              <a:t>Click to edit Master title style</a:t>
            </a:r>
          </a:p>
        </p:txBody>
      </p:sp>
      <p:sp>
        <p:nvSpPr>
          <p:cNvPr id="6" name="Content Placeholder 5">
            <a:extLst>
              <a:ext uri="{FF2B5EF4-FFF2-40B4-BE49-F238E27FC236}">
                <a16:creationId xmlns:a16="http://schemas.microsoft.com/office/drawing/2014/main" id="{339E7A66-804B-6952-8FF1-16C74E3D536B}"/>
              </a:ext>
            </a:extLst>
          </p:cNvPr>
          <p:cNvSpPr>
            <a:spLocks noGrp="1"/>
          </p:cNvSpPr>
          <p:nvPr>
            <p:ph sz="quarter" idx="10" hasCustomPrompt="1"/>
          </p:nvPr>
        </p:nvSpPr>
        <p:spPr>
          <a:xfrm>
            <a:off x="1042666" y="731564"/>
            <a:ext cx="9918700" cy="3680261"/>
          </a:xfrm>
        </p:spPr>
        <p:txBody>
          <a:bodyPr anchor="b">
            <a:noAutofit/>
          </a:bodyPr>
          <a:lstStyle>
            <a:lvl1pPr marL="0" indent="0">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48B0C2F5-833E-589B-382A-13B46D9A4B26}"/>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FB498214-05A5-D7BC-183C-F46B38033726}"/>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21D5C440-7C25-FCBF-0AFD-9A43D18655E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9751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3"/>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6" name="Title 9">
            <a:extLst>
              <a:ext uri="{FF2B5EF4-FFF2-40B4-BE49-F238E27FC236}">
                <a16:creationId xmlns:a16="http://schemas.microsoft.com/office/drawing/2014/main" id="{966F0FDE-BE83-A597-B207-9E1836880992}"/>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5" name="Content Placeholder 5">
            <a:extLst>
              <a:ext uri="{FF2B5EF4-FFF2-40B4-BE49-F238E27FC236}">
                <a16:creationId xmlns:a16="http://schemas.microsoft.com/office/drawing/2014/main" id="{AECA9D19-419F-EF79-9149-F59A94F89DF0}"/>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F573A4C0-0776-77C6-66AA-8AB5D53B5E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22B00FB5-92F5-2777-E446-7B3B689332FF}"/>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0F52380C-3432-CA29-4761-532477B722E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25712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A53F8570-6B05-5072-2FE4-39B21A8F9EA3}"/>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08F171EE-5BF3-25A4-19B0-5E5E7959125A}"/>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9927" y="1322671"/>
            <a:ext cx="9298005" cy="3907858"/>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7CE3EBB0-2A3C-612E-DC6C-0AE876654FE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075E6F7F-E895-1277-02D6-F925FA6D27A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39676103-43BF-3489-0BCB-B1D89DE77C04}"/>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55569955"/>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67509756-1709-4FB3-87C9-65E52F8A642D}"/>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CF72170A-AA7E-9DE2-6ECB-19945A37EAD7}"/>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3C9F461-9F58-7EDE-FFF1-E8FCAD2E23AE}"/>
              </a:ext>
            </a:extLst>
          </p:cNvPr>
          <p:cNvSpPr>
            <a:spLocks noGrp="1"/>
          </p:cNvSpPr>
          <p:nvPr>
            <p:ph sz="quarter" idx="14" hasCustomPrompt="1"/>
          </p:nvPr>
        </p:nvSpPr>
        <p:spPr>
          <a:xfrm>
            <a:off x="1319927" y="1322104"/>
            <a:ext cx="9297987" cy="3908425"/>
          </a:xfrm>
        </p:spPr>
        <p:txBody>
          <a:bodyPr anchor="ctr">
            <a:noAutofit/>
          </a:bodyPr>
          <a:lstStyle>
            <a:lvl1pPr marL="0" indent="0">
              <a:lnSpc>
                <a:spcPct val="90000"/>
              </a:lnSpc>
              <a:buNone/>
              <a:defRPr sz="6000" b="1" cap="all" baseline="0"/>
            </a:lvl1pPr>
            <a:lvl2pPr marL="228600" indent="0">
              <a:lnSpc>
                <a:spcPct val="90000"/>
              </a:lnSpc>
              <a:buNone/>
              <a:defRPr sz="5400"/>
            </a:lvl2pPr>
            <a:lvl3pPr marL="457200" indent="0">
              <a:lnSpc>
                <a:spcPct val="90000"/>
              </a:lnSpc>
              <a:buNone/>
              <a:defRPr sz="4800"/>
            </a:lvl3pPr>
            <a:lvl4pPr marL="685800" indent="0">
              <a:lnSpc>
                <a:spcPct val="90000"/>
              </a:lnSpc>
              <a:buNone/>
              <a:defRPr sz="4400"/>
            </a:lvl4pPr>
            <a:lvl5pPr marL="914400" indent="0">
              <a:lnSpc>
                <a:spcPct val="90000"/>
              </a:lnSpc>
              <a:buNone/>
              <a:defRPr sz="40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B368E2D6-4C18-38E3-8152-99531147293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9CB827A9-A5DE-C188-2939-D60BED18436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4" name="Slide Number Placeholder 5">
            <a:extLst>
              <a:ext uri="{FF2B5EF4-FFF2-40B4-BE49-F238E27FC236}">
                <a16:creationId xmlns:a16="http://schemas.microsoft.com/office/drawing/2014/main" id="{2FEBF00D-1E46-AF2D-0D8E-2F38D533C171}"/>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16968667"/>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9F509C9-EBD3-FFB9-4531-BBE9EE870C9B}"/>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F77DADAD-5C68-8B22-D7D6-9EFA4FCE9FBF}"/>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C84AEDAF-DA87-0FC6-A421-8548D43C9150}"/>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9" name="Content Placeholder 6">
            <a:extLst>
              <a:ext uri="{FF2B5EF4-FFF2-40B4-BE49-F238E27FC236}">
                <a16:creationId xmlns:a16="http://schemas.microsoft.com/office/drawing/2014/main" id="{3F4551C1-F77D-5DEA-D4A6-E296C313BDBD}"/>
              </a:ext>
            </a:extLst>
          </p:cNvPr>
          <p:cNvSpPr>
            <a:spLocks noGrp="1"/>
          </p:cNvSpPr>
          <p:nvPr>
            <p:ph sz="quarter" idx="13" hasCustomPrompt="1"/>
          </p:nvPr>
        </p:nvSpPr>
        <p:spPr>
          <a:xfrm>
            <a:off x="811593" y="844209"/>
            <a:ext cx="10362510" cy="4968161"/>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6C2AFDFC-279D-866C-97E4-0413DAD3750E}"/>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D329DF21-7E57-6F8D-84A6-32DD2CDC664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8" name="Slide Number Placeholder 5">
            <a:extLst>
              <a:ext uri="{FF2B5EF4-FFF2-40B4-BE49-F238E27FC236}">
                <a16:creationId xmlns:a16="http://schemas.microsoft.com/office/drawing/2014/main" id="{7F0DFF13-FAC1-37BC-2037-41048E69625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47514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Title 7">
            <a:extLst>
              <a:ext uri="{FF2B5EF4-FFF2-40B4-BE49-F238E27FC236}">
                <a16:creationId xmlns:a16="http://schemas.microsoft.com/office/drawing/2014/main" id="{C8B71B71-DED1-B066-5130-1F2DE6145746}"/>
              </a:ext>
            </a:extLst>
          </p:cNvPr>
          <p:cNvSpPr>
            <a:spLocks noGrp="1"/>
          </p:cNvSpPr>
          <p:nvPr>
            <p:ph type="title" hasCustomPrompt="1"/>
          </p:nvPr>
        </p:nvSpPr>
        <p:spPr>
          <a:xfrm>
            <a:off x="1263157" y="4171150"/>
            <a:ext cx="9427773" cy="466344"/>
          </a:xfrm>
        </p:spPr>
        <p:txBody>
          <a:bodyPr anchor="ctr">
            <a:normAutofit/>
          </a:bodyPr>
          <a:lstStyle>
            <a:lvl1pPr algn="ctr">
              <a:lnSpc>
                <a:spcPct val="120000"/>
              </a:lnSpc>
              <a:defRPr sz="2200" b="1" cap="all" baseline="0">
                <a:latin typeface="+mn-lt"/>
              </a:defRPr>
            </a:lvl1pPr>
          </a:lstStyle>
          <a:p>
            <a:r>
              <a:rPr lang="en-US" dirty="0"/>
              <a:t>Quote Author</a:t>
            </a:r>
          </a:p>
        </p:txBody>
      </p:sp>
      <p:sp>
        <p:nvSpPr>
          <p:cNvPr id="2" name="Content Placeholder 6">
            <a:extLst>
              <a:ext uri="{FF2B5EF4-FFF2-40B4-BE49-F238E27FC236}">
                <a16:creationId xmlns:a16="http://schemas.microsoft.com/office/drawing/2014/main" id="{764B92A2-9C11-A473-0B3F-CAAD66CB9FFC}"/>
              </a:ext>
            </a:extLst>
          </p:cNvPr>
          <p:cNvSpPr>
            <a:spLocks noGrp="1"/>
          </p:cNvSpPr>
          <p:nvPr>
            <p:ph sz="quarter" idx="10" hasCustomPrompt="1"/>
          </p:nvPr>
        </p:nvSpPr>
        <p:spPr>
          <a:xfrm>
            <a:off x="1050623" y="1475874"/>
            <a:ext cx="9852843" cy="2393479"/>
          </a:xfrm>
        </p:spPr>
        <p:txBody>
          <a:bodyPr anchor="b">
            <a:normAutofit/>
          </a:bodyPr>
          <a:lstStyle>
            <a:lvl1pPr marL="228600" indent="0" algn="ctr">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4" name="Footer Placeholder 4">
            <a:extLst>
              <a:ext uri="{FF2B5EF4-FFF2-40B4-BE49-F238E27FC236}">
                <a16:creationId xmlns:a16="http://schemas.microsoft.com/office/drawing/2014/main" id="{B47B8EDB-536A-003E-AE0A-AB072C6BD4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F59023AF-254C-8366-C5DA-6778C61166A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BCDA5A3A-7694-A45B-B5A0-90DAAB4B23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273828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3"/>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Title 7">
            <a:extLst>
              <a:ext uri="{FF2B5EF4-FFF2-40B4-BE49-F238E27FC236}">
                <a16:creationId xmlns:a16="http://schemas.microsoft.com/office/drawing/2014/main" id="{F1D793A1-BF22-DDD0-DBA9-DEFF700F008F}"/>
              </a:ext>
            </a:extLst>
          </p:cNvPr>
          <p:cNvSpPr>
            <a:spLocks noGrp="1"/>
          </p:cNvSpPr>
          <p:nvPr>
            <p:ph type="title" hasCustomPrompt="1"/>
          </p:nvPr>
        </p:nvSpPr>
        <p:spPr>
          <a:xfrm>
            <a:off x="800100" y="4935583"/>
            <a:ext cx="9427773"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3B302FB0-A6C5-BD5A-AF43-984A6C3F8682}"/>
              </a:ext>
            </a:extLst>
          </p:cNvPr>
          <p:cNvSpPr>
            <a:spLocks noGrp="1"/>
          </p:cNvSpPr>
          <p:nvPr>
            <p:ph sz="quarter" idx="10" hasCustomPrompt="1"/>
          </p:nvPr>
        </p:nvSpPr>
        <p:spPr>
          <a:xfrm>
            <a:off x="800100" y="1365758"/>
            <a:ext cx="9898063" cy="3308350"/>
          </a:xfrm>
        </p:spPr>
        <p:txBody>
          <a:bodyPr anchor="ctr">
            <a:normAutofit/>
          </a:bodyPr>
          <a:lstStyle>
            <a:lvl1pPr marL="228600" indent="0">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3" name="Footer Placeholder 4">
            <a:extLst>
              <a:ext uri="{FF2B5EF4-FFF2-40B4-BE49-F238E27FC236}">
                <a16:creationId xmlns:a16="http://schemas.microsoft.com/office/drawing/2014/main" id="{90B46980-787B-28B2-BEF9-0889894EF45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CA696B03-9BC5-E21E-A5FD-103860D280D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AB97DCEF-D6BB-4719-2240-3051D4DDED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69464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2"/>
        </a:solidFill>
        <a:effectLst/>
      </p:bgPr>
    </p:bg>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7FA2DADE-9D41-2081-4A77-1D5CE9B7776B}"/>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D138D331-ECD1-1788-A7CA-448A49C9F489}"/>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Title 7">
            <a:extLst>
              <a:ext uri="{FF2B5EF4-FFF2-40B4-BE49-F238E27FC236}">
                <a16:creationId xmlns:a16="http://schemas.microsoft.com/office/drawing/2014/main" id="{B18BA15F-A0BE-EFD1-7E68-4B1BD84BEB67}"/>
              </a:ext>
            </a:extLst>
          </p:cNvPr>
          <p:cNvSpPr>
            <a:spLocks noGrp="1"/>
          </p:cNvSpPr>
          <p:nvPr>
            <p:ph type="title" hasCustomPrompt="1"/>
          </p:nvPr>
        </p:nvSpPr>
        <p:spPr>
          <a:xfrm>
            <a:off x="1236585" y="4526280"/>
            <a:ext cx="9108208"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3" name="Content Placeholder 6">
            <a:extLst>
              <a:ext uri="{FF2B5EF4-FFF2-40B4-BE49-F238E27FC236}">
                <a16:creationId xmlns:a16="http://schemas.microsoft.com/office/drawing/2014/main" id="{56074EC9-559B-FD63-2E36-6C0F1C29A954}"/>
              </a:ext>
            </a:extLst>
          </p:cNvPr>
          <p:cNvSpPr>
            <a:spLocks noGrp="1"/>
          </p:cNvSpPr>
          <p:nvPr>
            <p:ph sz="quarter" idx="10" hasCustomPrompt="1"/>
          </p:nvPr>
        </p:nvSpPr>
        <p:spPr>
          <a:xfrm>
            <a:off x="1236585" y="1527048"/>
            <a:ext cx="9108208" cy="2704206"/>
          </a:xfrm>
        </p:spPr>
        <p:txBody>
          <a:bodyPr anchor="t">
            <a:normAutofit/>
          </a:bodyPr>
          <a:lstStyle>
            <a:lvl1pPr marL="0" indent="0">
              <a:lnSpc>
                <a:spcPct val="100000"/>
              </a:lnSpc>
              <a:spcBef>
                <a:spcPts val="0"/>
              </a:spcBef>
              <a:buNone/>
              <a:defRPr sz="44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13" name="Footer Placeholder 4">
            <a:extLst>
              <a:ext uri="{FF2B5EF4-FFF2-40B4-BE49-F238E27FC236}">
                <a16:creationId xmlns:a16="http://schemas.microsoft.com/office/drawing/2014/main" id="{FB5B5DC6-7732-056F-CCE9-08CA0A2F5A7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C30CB01E-671D-F7D5-38AC-15837FE387E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1CEAD38F-C515-CF0A-DFEF-E4F3E918B03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121877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8EAF9CAC-FFA2-BEF7-4631-1C54E575EDE5}"/>
              </a:ext>
            </a:extLst>
          </p:cNvPr>
          <p:cNvSpPr/>
          <p:nvPr/>
        </p:nvSpPr>
        <p:spPr>
          <a:xfrm>
            <a:off x="734919"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37C03440-D61A-0EBF-6628-89058E855965}"/>
              </a:ext>
            </a:extLst>
          </p:cNvPr>
          <p:cNvSpPr/>
          <p:nvPr/>
        </p:nvSpPr>
        <p:spPr>
          <a:xfrm>
            <a:off x="6525104" y="2090064"/>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11" name="Content Placeholder 6">
            <a:extLst>
              <a:ext uri="{FF2B5EF4-FFF2-40B4-BE49-F238E27FC236}">
                <a16:creationId xmlns:a16="http://schemas.microsoft.com/office/drawing/2014/main" id="{B0235ED5-6A34-E190-C6AF-47C4365CF4DA}"/>
              </a:ext>
            </a:extLst>
          </p:cNvPr>
          <p:cNvSpPr>
            <a:spLocks noGrp="1"/>
          </p:cNvSpPr>
          <p:nvPr>
            <p:ph sz="quarter" idx="17"/>
          </p:nvPr>
        </p:nvSpPr>
        <p:spPr>
          <a:xfrm>
            <a:off x="612647" y="1956816"/>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15924B5D-8BA0-6E97-9FCD-477345587304}"/>
              </a:ext>
            </a:extLst>
          </p:cNvPr>
          <p:cNvSpPr>
            <a:spLocks noGrp="1"/>
          </p:cNvSpPr>
          <p:nvPr>
            <p:ph sz="quarter" idx="16"/>
          </p:nvPr>
        </p:nvSpPr>
        <p:spPr>
          <a:xfrm>
            <a:off x="6402388" y="1941513"/>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9E9D210-740B-975E-F164-1DE3D1A898C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4378DF6A-F028-C688-AFFC-152D73F73A1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EF58732C-80CB-B4FE-AB5F-DDFE3F83A3D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364410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87053FE2-64E0-3012-349A-A9A3630871D9}"/>
              </a:ext>
            </a:extLst>
          </p:cNvPr>
          <p:cNvSpPr/>
          <p:nvPr/>
        </p:nvSpPr>
        <p:spPr>
          <a:xfrm>
            <a:off x="734919"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C46A75A9-A17B-098E-3A45-F6C555BE2639}"/>
              </a:ext>
            </a:extLst>
          </p:cNvPr>
          <p:cNvSpPr/>
          <p:nvPr/>
        </p:nvSpPr>
        <p:spPr>
          <a:xfrm>
            <a:off x="609964"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09A08B6C-E5A4-86B0-F3FC-9D459A8BBBFE}"/>
              </a:ext>
            </a:extLst>
          </p:cNvPr>
          <p:cNvSpPr/>
          <p:nvPr/>
        </p:nvSpPr>
        <p:spPr>
          <a:xfrm>
            <a:off x="6527790"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BC04CEF9-7BA9-D4E7-7852-594CC56DBD37}"/>
              </a:ext>
            </a:extLst>
          </p:cNvPr>
          <p:cNvSpPr/>
          <p:nvPr/>
        </p:nvSpPr>
        <p:spPr>
          <a:xfrm>
            <a:off x="6402835"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7" name="Title 1">
            <a:extLst>
              <a:ext uri="{FF2B5EF4-FFF2-40B4-BE49-F238E27FC236}">
                <a16:creationId xmlns:a16="http://schemas.microsoft.com/office/drawing/2014/main" id="{FDBC014A-57E4-E622-1B5A-DDCDE4F19F68}"/>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23026"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2">
            <a:extLst>
              <a:ext uri="{FF2B5EF4-FFF2-40B4-BE49-F238E27FC236}">
                <a16:creationId xmlns:a16="http://schemas.microsoft.com/office/drawing/2014/main" id="{BBDB215F-F64D-AFEC-78DE-A34FCC39898B}"/>
              </a:ext>
            </a:extLst>
          </p:cNvPr>
          <p:cNvSpPr>
            <a:spLocks noGrp="1"/>
          </p:cNvSpPr>
          <p:nvPr>
            <p:ph type="body" idx="17"/>
          </p:nvPr>
        </p:nvSpPr>
        <p:spPr>
          <a:xfrm>
            <a:off x="6715897"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23026" y="2842450"/>
            <a:ext cx="4433978" cy="28982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5">
            <a:extLst>
              <a:ext uri="{FF2B5EF4-FFF2-40B4-BE49-F238E27FC236}">
                <a16:creationId xmlns:a16="http://schemas.microsoft.com/office/drawing/2014/main" id="{2EAD70E4-41EC-CD82-9922-84432DB90008}"/>
              </a:ext>
            </a:extLst>
          </p:cNvPr>
          <p:cNvSpPr>
            <a:spLocks noGrp="1"/>
          </p:cNvSpPr>
          <p:nvPr>
            <p:ph sz="quarter" idx="16"/>
          </p:nvPr>
        </p:nvSpPr>
        <p:spPr>
          <a:xfrm>
            <a:off x="6715897"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E45957D-E390-A6CD-0738-7DBCB3C4B41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6323C36B-3396-E0B9-7965-0F8040BFF21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8F87EB5-54D8-0C98-C391-699B7F558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925949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997C84A4-6A79-3485-A77E-989CD75830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9E55074A-9964-8F29-CF91-8A0D5AF16CB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AAF6FDF-2AC3-DB97-1683-2D56D880D51B}"/>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4534423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 name="Footer Placeholder 4">
            <a:extLst>
              <a:ext uri="{FF2B5EF4-FFF2-40B4-BE49-F238E27FC236}">
                <a16:creationId xmlns:a16="http://schemas.microsoft.com/office/drawing/2014/main" id="{373E672C-94F7-4F94-AA9D-0B2344E4BC8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794D1CA6-A4DC-DBEE-5E99-FCD16E8FE0E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C02D83F5-E164-0E11-063F-914D641C1C8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06243727"/>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a:extLst>
              <a:ext uri="{FF2B5EF4-FFF2-40B4-BE49-F238E27FC236}">
                <a16:creationId xmlns:a16="http://schemas.microsoft.com/office/drawing/2014/main" id="{3490C2B9-2891-C4B8-A62C-388B9E63086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5" name="Date Placeholder 3">
            <a:extLst>
              <a:ext uri="{FF2B5EF4-FFF2-40B4-BE49-F238E27FC236}">
                <a16:creationId xmlns:a16="http://schemas.microsoft.com/office/drawing/2014/main" id="{72391F72-8364-5853-5AF7-052CEB5F9248}"/>
              </a:ext>
            </a:extLst>
          </p:cNvPr>
          <p:cNvSpPr>
            <a:spLocks noGrp="1"/>
          </p:cNvSpPr>
          <p:nvPr>
            <p:ph type="dt" sz="half" idx="10"/>
          </p:nvPr>
        </p:nvSpPr>
        <p:spPr>
          <a:xfrm>
            <a:off x="8893929" y="6410960"/>
            <a:ext cx="2202644" cy="298120"/>
          </a:xfrm>
          <a:prstGeom prst="rect">
            <a:avLst/>
          </a:prstGeom>
        </p:spPr>
        <p:txBody>
          <a:bodyPr anchor="b"/>
          <a:lstStyle>
            <a:lvl1pPr>
              <a:defRPr sz="1200"/>
            </a:lvl1pPr>
          </a:lstStyle>
          <a:p>
            <a:endParaRPr lang="en-US"/>
          </a:p>
        </p:txBody>
      </p:sp>
      <p:sp>
        <p:nvSpPr>
          <p:cNvPr id="7" name="Slide Number Placeholder 5">
            <a:extLst>
              <a:ext uri="{FF2B5EF4-FFF2-40B4-BE49-F238E27FC236}">
                <a16:creationId xmlns:a16="http://schemas.microsoft.com/office/drawing/2014/main" id="{8E50753C-CFE5-2B43-A721-D0E923A0E0E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4832712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AAA00F4A-8B03-B8A7-EF9E-9FA816B844D9}"/>
              </a:ext>
            </a:extLst>
          </p:cNvPr>
          <p:cNvSpPr/>
          <p:nvPr/>
        </p:nvSpPr>
        <p:spPr>
          <a:xfrm>
            <a:off x="5134801" y="980808"/>
            <a:ext cx="6345319" cy="519027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0">
            <a:extLst>
              <a:ext uri="{FF2B5EF4-FFF2-40B4-BE49-F238E27FC236}">
                <a16:creationId xmlns:a16="http://schemas.microsoft.com/office/drawing/2014/main" id="{6AB62C19-EED5-2CB6-3778-D242A01B31A4}"/>
              </a:ext>
            </a:extLst>
          </p:cNvPr>
          <p:cNvSpPr>
            <a:spLocks noGrp="1"/>
          </p:cNvSpPr>
          <p:nvPr>
            <p:ph type="pic" sz="quarter" idx="13" hasCustomPrompt="1"/>
          </p:nvPr>
        </p:nvSpPr>
        <p:spPr>
          <a:xfrm>
            <a:off x="4976261" y="557784"/>
            <a:ext cx="6345319" cy="5437925"/>
          </a:xfrm>
          <a:blipFill>
            <a:blip r:embed="rId2">
              <a:alphaModFix amt="70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10" name="Footer Placeholder 4">
            <a:extLst>
              <a:ext uri="{FF2B5EF4-FFF2-40B4-BE49-F238E27FC236}">
                <a16:creationId xmlns:a16="http://schemas.microsoft.com/office/drawing/2014/main" id="{13D8F1A6-74FA-F0AA-BD1D-9179B632224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CDAC8853-1F8E-BAF2-7EA5-E7CC3A30143B}"/>
              </a:ext>
            </a:extLst>
          </p:cNvPr>
          <p:cNvSpPr>
            <a:spLocks noGrp="1"/>
          </p:cNvSpPr>
          <p:nvPr>
            <p:ph type="dt" sz="half" idx="14"/>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81F632EE-8F97-1D42-BC0E-348FE22EAD0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86923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60F089B-9235-81DB-CA69-D7CB62593609}"/>
              </a:ext>
            </a:extLst>
          </p:cNvPr>
          <p:cNvGrpSpPr/>
          <p:nvPr/>
        </p:nvGrpSpPr>
        <p:grpSpPr>
          <a:xfrm>
            <a:off x="452064" y="492893"/>
            <a:ext cx="11287872" cy="5876422"/>
            <a:chOff x="521208" y="647905"/>
            <a:chExt cx="11365969" cy="5565740"/>
          </a:xfrm>
        </p:grpSpPr>
        <p:sp>
          <p:nvSpPr>
            <p:cNvPr id="4" name="Shape 2">
              <a:extLst>
                <a:ext uri="{FF2B5EF4-FFF2-40B4-BE49-F238E27FC236}">
                  <a16:creationId xmlns:a16="http://schemas.microsoft.com/office/drawing/2014/main" id="{A7BE37C7-4A0D-B366-88A7-61DDF6BADDFF}"/>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F6ED5B22-34B0-7A29-DE32-F681BB887699}"/>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51011" y="1571632"/>
            <a:ext cx="6905972" cy="1133856"/>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72428" y="3198297"/>
            <a:ext cx="9844686" cy="2411393"/>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43B0EB48-D222-B712-F2B3-9932C893C4F7}"/>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6" name="Date Placeholder 3">
            <a:extLst>
              <a:ext uri="{FF2B5EF4-FFF2-40B4-BE49-F238E27FC236}">
                <a16:creationId xmlns:a16="http://schemas.microsoft.com/office/drawing/2014/main" id="{A38DC1E4-B259-385B-34D7-4FEBAE45C04F}"/>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9" name="Slide Number Placeholder 5">
            <a:extLst>
              <a:ext uri="{FF2B5EF4-FFF2-40B4-BE49-F238E27FC236}">
                <a16:creationId xmlns:a16="http://schemas.microsoft.com/office/drawing/2014/main" id="{BB0374E6-29F5-6E16-088E-EC1EE38D0D71}"/>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3638636"/>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7284EC-3D0F-3F16-846C-AB08017ABD0D}"/>
              </a:ext>
            </a:extLst>
          </p:cNvPr>
          <p:cNvGrpSpPr/>
          <p:nvPr/>
        </p:nvGrpSpPr>
        <p:grpSpPr>
          <a:xfrm>
            <a:off x="1290931" y="492893"/>
            <a:ext cx="9610139" cy="5876422"/>
            <a:chOff x="521208" y="647905"/>
            <a:chExt cx="11365969" cy="5565740"/>
          </a:xfrm>
        </p:grpSpPr>
        <p:sp>
          <p:nvSpPr>
            <p:cNvPr id="4" name="Shape 2">
              <a:extLst>
                <a:ext uri="{FF2B5EF4-FFF2-40B4-BE49-F238E27FC236}">
                  <a16:creationId xmlns:a16="http://schemas.microsoft.com/office/drawing/2014/main" id="{7E5FBE18-9CC6-A8C8-127B-CCA2232BDB14}"/>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896B8FC0-2B00-3276-EB32-68AEA34310A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9548" y="1627318"/>
            <a:ext cx="8257213" cy="1842020"/>
          </a:xfrm>
        </p:spPr>
        <p:txBody>
          <a:bodyPr anchor="b">
            <a:noAutofit/>
          </a:bodyPr>
          <a:lstStyle>
            <a:lvl1pPr>
              <a:defRPr sz="6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879669" y="3622674"/>
            <a:ext cx="8257087"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300BE14F-B804-8786-E6FC-084A0A7FA683}"/>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8" name="Date Placeholder 3">
            <a:extLst>
              <a:ext uri="{FF2B5EF4-FFF2-40B4-BE49-F238E27FC236}">
                <a16:creationId xmlns:a16="http://schemas.microsoft.com/office/drawing/2014/main" id="{61CB601B-B447-CD6E-FCA1-4CC6DDC76626}"/>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1F950DAF-2879-C094-CC30-7714177A4C96}"/>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7467848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C3C955DE-5CD9-CD51-B605-4A616AD7CFF8}"/>
              </a:ext>
            </a:extLst>
          </p:cNvPr>
          <p:cNvSpPr>
            <a:spLocks noGrp="1"/>
          </p:cNvSpPr>
          <p:nvPr>
            <p:ph type="dt" sz="half" idx="2"/>
          </p:nvPr>
        </p:nvSpPr>
        <p:spPr>
          <a:xfrm>
            <a:off x="8893929" y="6410960"/>
            <a:ext cx="2202644" cy="298120"/>
          </a:xfrm>
          <a:prstGeom prst="rect">
            <a:avLst/>
          </a:prstGeom>
        </p:spPr>
        <p:txBody>
          <a:bodyPr anchor="b"/>
          <a:lstStyle>
            <a:lvl1pPr algn="l" rtl="0">
              <a:defRPr sz="1200" cap="all" baseline="0"/>
            </a:lvl1pPr>
          </a:lstStyle>
          <a:p>
            <a:endParaRPr lang="en-US"/>
          </a:p>
        </p:txBody>
      </p:sp>
      <p:sp>
        <p:nvSpPr>
          <p:cNvPr id="8" name="Footer Placeholder 4">
            <a:extLst>
              <a:ext uri="{FF2B5EF4-FFF2-40B4-BE49-F238E27FC236}">
                <a16:creationId xmlns:a16="http://schemas.microsoft.com/office/drawing/2014/main" id="{79DD014B-8F2C-F57A-615A-FA05655D563F}"/>
              </a:ext>
            </a:extLst>
          </p:cNvPr>
          <p:cNvSpPr>
            <a:spLocks noGrp="1"/>
          </p:cNvSpPr>
          <p:nvPr>
            <p:ph type="ftr" sz="quarter" idx="3"/>
          </p:nvPr>
        </p:nvSpPr>
        <p:spPr>
          <a:xfrm>
            <a:off x="612647" y="6410960"/>
            <a:ext cx="2805405" cy="298120"/>
          </a:xfrm>
          <a:prstGeom prst="rect">
            <a:avLst/>
          </a:prstGeom>
        </p:spPr>
        <p:txBody>
          <a:bodyPr anchor="b"/>
          <a:lstStyle>
            <a:lvl1pPr algn="l" rtl="0">
              <a:defRPr sz="1200" cap="all" baseline="0"/>
            </a:lvl1pPr>
          </a:lstStyle>
          <a:p>
            <a:endParaRPr lang="en-US"/>
          </a:p>
        </p:txBody>
      </p:sp>
      <p:sp>
        <p:nvSpPr>
          <p:cNvPr id="9" name="Slide Number Placeholder 5">
            <a:extLst>
              <a:ext uri="{FF2B5EF4-FFF2-40B4-BE49-F238E27FC236}">
                <a16:creationId xmlns:a16="http://schemas.microsoft.com/office/drawing/2014/main" id="{991BBAA5-67F0-C82E-FEFD-FB109AD13395}"/>
              </a:ext>
            </a:extLst>
          </p:cNvPr>
          <p:cNvSpPr>
            <a:spLocks noGrp="1"/>
          </p:cNvSpPr>
          <p:nvPr>
            <p:ph type="sldNum" sz="quarter" idx="4"/>
          </p:nvPr>
        </p:nvSpPr>
        <p:spPr>
          <a:xfrm>
            <a:off x="11147096" y="6410960"/>
            <a:ext cx="429207" cy="298120"/>
          </a:xfrm>
          <a:prstGeom prst="rect">
            <a:avLst/>
          </a:prstGeom>
        </p:spPr>
        <p:txBody>
          <a:bodyPr anchor="b"/>
          <a:lstStyle>
            <a:lvl1pPr algn="r" rtl="0">
              <a:defRPr sz="1200" cap="all" baseline="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07764677"/>
      </p:ext>
    </p:extLst>
  </p:cSld>
  <p:clrMap bg1="lt1" tx1="dk1" bg2="lt2" tx2="dk2" accent1="accent1" accent2="accent2" accent3="accent3" accent4="accent4" accent5="accent5" accent6="accent6" hlink="hlink" folHlink="folHlink"/>
  <p:sldLayoutIdLst>
    <p:sldLayoutId id="2147483886" r:id="rId1"/>
    <p:sldLayoutId id="2147483888" r:id="rId2"/>
    <p:sldLayoutId id="2147483889" r:id="rId3"/>
    <p:sldLayoutId id="2147483890" r:id="rId4"/>
    <p:sldLayoutId id="2147483937" r:id="rId5"/>
    <p:sldLayoutId id="2147483891" r:id="rId6"/>
    <p:sldLayoutId id="2147483892" r:id="rId7"/>
    <p:sldLayoutId id="2147483893" r:id="rId8"/>
    <p:sldLayoutId id="2147483894" r:id="rId9"/>
    <p:sldLayoutId id="2147483895" r:id="rId10"/>
    <p:sldLayoutId id="2147483896" r:id="rId11"/>
    <p:sldLayoutId id="2147483897" r:id="rId12"/>
    <p:sldLayoutId id="2147483898" r:id="rId13"/>
    <p:sldLayoutId id="2147483899" r:id="rId14"/>
    <p:sldLayoutId id="2147483900" r:id="rId15"/>
    <p:sldLayoutId id="2147483901" r:id="rId16"/>
    <p:sldLayoutId id="2147483902" r:id="rId17"/>
    <p:sldLayoutId id="2147483903" r:id="rId18"/>
    <p:sldLayoutId id="2147483904" r:id="rId19"/>
    <p:sldLayoutId id="2147483905" r:id="rId20"/>
    <p:sldLayoutId id="2147483906" r:id="rId21"/>
    <p:sldLayoutId id="2147483907" r:id="rId22"/>
    <p:sldLayoutId id="2147483908" r:id="rId23"/>
    <p:sldLayoutId id="2147483909" r:id="rId24"/>
    <p:sldLayoutId id="2147483910" r:id="rId25"/>
    <p:sldLayoutId id="2147483911" r:id="rId26"/>
    <p:sldLayoutId id="2147483912" r:id="rId27"/>
    <p:sldLayoutId id="2147483913" r:id="rId28"/>
    <p:sldLayoutId id="2147483914" r:id="rId29"/>
    <p:sldLayoutId id="2147483915" r:id="rId30"/>
    <p:sldLayoutId id="2147483916" r:id="rId31"/>
    <p:sldLayoutId id="2147483917" r:id="rId32"/>
    <p:sldLayoutId id="2147483918" r:id="rId33"/>
    <p:sldLayoutId id="2147483919" r:id="rId34"/>
    <p:sldLayoutId id="2147483920" r:id="rId35"/>
    <p:sldLayoutId id="2147483921" r:id="rId36"/>
    <p:sldLayoutId id="2147483922" r:id="rId37"/>
    <p:sldLayoutId id="2147483923" r:id="rId38"/>
    <p:sldLayoutId id="2147483924" r:id="rId39"/>
    <p:sldLayoutId id="2147483925" r:id="rId40"/>
    <p:sldLayoutId id="2147483926" r:id="rId41"/>
    <p:sldLayoutId id="2147483927" r:id="rId42"/>
    <p:sldLayoutId id="2147483928" r:id="rId43"/>
    <p:sldLayoutId id="2147483929" r:id="rId44"/>
    <p:sldLayoutId id="2147483930" r:id="rId45"/>
    <p:sldLayoutId id="2147483931" r:id="rId46"/>
    <p:sldLayoutId id="2147483932" r:id="rId47"/>
    <p:sldLayoutId id="2147483933" r:id="rId48"/>
    <p:sldLayoutId id="2147483934" r:id="rId49"/>
    <p:sldLayoutId id="2147483935" r:id="rId50"/>
    <p:sldLayoutId id="2147483936" r:id="rId5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742A6-E175-E2D7-D110-C7D26DC0448D}"/>
              </a:ext>
            </a:extLst>
          </p:cNvPr>
          <p:cNvSpPr>
            <a:spLocks noGrp="1"/>
          </p:cNvSpPr>
          <p:nvPr>
            <p:ph type="title"/>
          </p:nvPr>
        </p:nvSpPr>
        <p:spPr>
          <a:xfrm>
            <a:off x="974845" y="935204"/>
            <a:ext cx="10036005" cy="3592628"/>
          </a:xfrm>
        </p:spPr>
        <p:txBody>
          <a:bodyPr anchor="b">
            <a:normAutofit/>
          </a:bodyPr>
          <a:lstStyle/>
          <a:p>
            <a:r>
              <a:rPr lang="en-US"/>
              <a:t>CI/CD Pipeline with Jenkins - Condensed Overview</a:t>
            </a:r>
          </a:p>
        </p:txBody>
      </p:sp>
      <p:sp>
        <p:nvSpPr>
          <p:cNvPr id="3" name="Subtitle 2">
            <a:extLst>
              <a:ext uri="{FF2B5EF4-FFF2-40B4-BE49-F238E27FC236}">
                <a16:creationId xmlns:a16="http://schemas.microsoft.com/office/drawing/2014/main" id="{B1AFEE0A-E52B-825C-BF9F-B4001DC85A99}"/>
              </a:ext>
            </a:extLst>
          </p:cNvPr>
          <p:cNvSpPr>
            <a:spLocks noGrp="1"/>
          </p:cNvSpPr>
          <p:nvPr>
            <p:ph type="subTitle" idx="1"/>
          </p:nvPr>
        </p:nvSpPr>
        <p:spPr>
          <a:xfrm>
            <a:off x="974845" y="4698103"/>
            <a:ext cx="10036005" cy="1014984"/>
          </a:xfrm>
        </p:spPr>
        <p:txBody>
          <a:bodyPr anchor="t">
            <a:normAutofit/>
          </a:bodyPr>
          <a:lstStyle/>
          <a:p>
            <a:pPr>
              <a:lnSpc>
                <a:spcPct val="110000"/>
              </a:lnSpc>
            </a:pPr>
            <a:r>
              <a:rPr lang="en-US"/>
              <a:t>Streamlining software delivery through automation and integration</a:t>
            </a:r>
          </a:p>
        </p:txBody>
      </p:sp>
    </p:spTree>
    <p:extLst>
      <p:ext uri="{BB962C8B-B14F-4D97-AF65-F5344CB8AC3E}">
        <p14:creationId xmlns:p14="http://schemas.microsoft.com/office/powerpoint/2010/main" val="3339145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AF422-56B6-86CA-B87A-8A75CE00C1E8}"/>
              </a:ext>
            </a:extLst>
          </p:cNvPr>
          <p:cNvSpPr>
            <a:spLocks noGrp="1"/>
          </p:cNvSpPr>
          <p:nvPr>
            <p:ph type="ctrTitle"/>
          </p:nvPr>
        </p:nvSpPr>
        <p:spPr>
          <a:xfrm>
            <a:off x="1522013" y="1282325"/>
            <a:ext cx="8893834" cy="3988550"/>
          </a:xfrm>
        </p:spPr>
        <p:txBody>
          <a:bodyPr anchor="ctr">
            <a:normAutofit/>
          </a:bodyPr>
          <a:lstStyle/>
          <a:p>
            <a:r>
              <a:rPr lang="en-US"/>
              <a:t>Introduction and Learning Objectives</a:t>
            </a:r>
          </a:p>
        </p:txBody>
      </p:sp>
    </p:spTree>
    <p:extLst>
      <p:ext uri="{BB962C8B-B14F-4D97-AF65-F5344CB8AC3E}">
        <p14:creationId xmlns:p14="http://schemas.microsoft.com/office/powerpoint/2010/main" val="32958364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FFB94-C939-62C2-0E5E-D453D21C012E}"/>
              </a:ext>
            </a:extLst>
          </p:cNvPr>
          <p:cNvSpPr>
            <a:spLocks noGrp="1"/>
          </p:cNvSpPr>
          <p:nvPr>
            <p:ph type="title"/>
          </p:nvPr>
        </p:nvSpPr>
        <p:spPr>
          <a:xfrm>
            <a:off x="612647" y="683319"/>
            <a:ext cx="6339541" cy="1143000"/>
          </a:xfrm>
        </p:spPr>
        <p:txBody>
          <a:bodyPr anchor="b">
            <a:normAutofit/>
          </a:bodyPr>
          <a:lstStyle/>
          <a:p>
            <a:r>
              <a:rPr lang="en-US"/>
              <a:t>Learning Objectives</a:t>
            </a:r>
          </a:p>
        </p:txBody>
      </p:sp>
      <p:sp>
        <p:nvSpPr>
          <p:cNvPr id="3" name="Content Placeholder 2">
            <a:extLst>
              <a:ext uri="{FF2B5EF4-FFF2-40B4-BE49-F238E27FC236}">
                <a16:creationId xmlns:a16="http://schemas.microsoft.com/office/drawing/2014/main" id="{F02749BB-D43D-94B7-AB9A-9B55FD7285B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4" y="1975104"/>
            <a:ext cx="6339414" cy="4228997"/>
          </a:xfrm>
        </p:spPr>
        <p:txBody>
          <a:bodyPr>
            <a:normAutofit/>
          </a:bodyPr>
          <a:lstStyle/>
          <a:p>
            <a:pPr marL="0" indent="0">
              <a:spcBef>
                <a:spcPts val="2500"/>
              </a:spcBef>
              <a:buFont typeface="Arial" panose="020B0604020202020204" pitchFamily="34" charset="0"/>
              <a:buNone/>
            </a:pPr>
            <a:r>
              <a:rPr lang="en-US" sz="1400" b="1"/>
              <a:t>Understanding CI/CD Concepts</a:t>
            </a:r>
          </a:p>
          <a:p>
            <a:pPr marL="0" lvl="1" indent="0">
              <a:buFont typeface="Arial" panose="020B0604020202020204" pitchFamily="34" charset="0"/>
              <a:buNone/>
            </a:pPr>
            <a:r>
              <a:rPr lang="en-US" sz="1400"/>
              <a:t>Learn the fundamentals and importance of Continuous Integration and Continuous Delivery in software development.</a:t>
            </a:r>
          </a:p>
          <a:p>
            <a:pPr marL="0" indent="0">
              <a:spcBef>
                <a:spcPts val="2500"/>
              </a:spcBef>
              <a:buFont typeface="Arial" panose="020B0604020202020204" pitchFamily="34" charset="0"/>
              <a:buNone/>
            </a:pPr>
            <a:r>
              <a:rPr lang="en-US" sz="1400" b="1"/>
              <a:t>Role of Jenkins Automation</a:t>
            </a:r>
          </a:p>
          <a:p>
            <a:pPr marL="0" lvl="1" indent="0">
              <a:buFont typeface="Arial" panose="020B0604020202020204" pitchFamily="34" charset="0"/>
              <a:buNone/>
            </a:pPr>
            <a:r>
              <a:rPr lang="en-US" sz="1400"/>
              <a:t>Discover how Jenkins automates CI/CD workflows to improve efficiency and reduce deployment risks.</a:t>
            </a:r>
          </a:p>
          <a:p>
            <a:pPr marL="0" indent="0">
              <a:spcBef>
                <a:spcPts val="2500"/>
              </a:spcBef>
              <a:buFont typeface="Arial" panose="020B0604020202020204" pitchFamily="34" charset="0"/>
              <a:buNone/>
            </a:pPr>
            <a:r>
              <a:rPr lang="en-US" sz="1400" b="1"/>
              <a:t>Jenkins Architecture and Security</a:t>
            </a:r>
          </a:p>
          <a:p>
            <a:pPr marL="0" lvl="1" indent="0">
              <a:buFont typeface="Arial" panose="020B0604020202020204" pitchFamily="34" charset="0"/>
              <a:buNone/>
            </a:pPr>
            <a:r>
              <a:rPr lang="en-US" sz="1400"/>
              <a:t>Explore Jenkins’ architecture, features, user interface, and security settings for effective pipeline management.</a:t>
            </a:r>
          </a:p>
        </p:txBody>
      </p:sp>
      <p:pic>
        <p:nvPicPr>
          <p:cNvPr id="5" name="Content Placeholder 4" descr="Close-Up Shot of a Yellow Verified Gigabit Ethernet Cable Surrounded by Tangled Messy High Speed Internet Gigabit Cat5 Data Cables and Rack Mounted Network Switch Equipment Hardware in an IT Networking Closet with Copy Space">
            <a:extLst>
              <a:ext uri="{FF2B5EF4-FFF2-40B4-BE49-F238E27FC236}">
                <a16:creationId xmlns:a16="http://schemas.microsoft.com/office/drawing/2014/main" id="{2CA3FAC5-0D30-4413-A3F6-E0B7686441AB}"/>
              </a:ext>
            </a:extLst>
          </p:cNvPr>
          <p:cNvPicPr>
            <a:picLocks noGrp="1" noChangeAspect="1"/>
          </p:cNvPicPr>
          <p:nvPr>
            <p:ph type="pic" sz="quarter" idx="13"/>
          </p:nvPr>
        </p:nvPicPr>
        <p:blipFill>
          <a:blip r:embed="rId3"/>
          <a:srcRect l="28651" r="26895" b="-1"/>
          <a:stretch>
            <a:fillRect/>
          </a:stretch>
        </p:blipFill>
        <p:spPr>
          <a:xfrm>
            <a:off x="7624831" y="10"/>
            <a:ext cx="4567169" cy="6857990"/>
          </a:xfrm>
          <a:prstGeom prst="rect">
            <a:avLst/>
          </a:prstGeom>
          <a:noFill/>
          <a:ln w="25400">
            <a:solidFill>
              <a:srgbClr val="000000"/>
            </a:solidFill>
          </a:ln>
        </p:spPr>
      </p:pic>
    </p:spTree>
    <p:extLst>
      <p:ext uri="{BB962C8B-B14F-4D97-AF65-F5344CB8AC3E}">
        <p14:creationId xmlns:p14="http://schemas.microsoft.com/office/powerpoint/2010/main" val="35326319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32325-0EEE-BC3B-6E5A-8D869674BD54}"/>
              </a:ext>
            </a:extLst>
          </p:cNvPr>
          <p:cNvSpPr>
            <a:spLocks noGrp="1"/>
          </p:cNvSpPr>
          <p:nvPr>
            <p:ph type="ctrTitle"/>
          </p:nvPr>
        </p:nvSpPr>
        <p:spPr>
          <a:xfrm>
            <a:off x="1522013" y="1282325"/>
            <a:ext cx="8893834" cy="3988550"/>
          </a:xfrm>
        </p:spPr>
        <p:txBody>
          <a:bodyPr anchor="ctr">
            <a:normAutofit/>
          </a:bodyPr>
          <a:lstStyle/>
          <a:p>
            <a:r>
              <a:rPr lang="en-US"/>
              <a:t>Understanding CI/CD Pipeline</a:t>
            </a:r>
          </a:p>
        </p:txBody>
      </p:sp>
    </p:spTree>
    <p:extLst>
      <p:ext uri="{BB962C8B-B14F-4D97-AF65-F5344CB8AC3E}">
        <p14:creationId xmlns:p14="http://schemas.microsoft.com/office/powerpoint/2010/main" val="3620172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C293E-DF3E-EF7E-010C-236983BC341C}"/>
              </a:ext>
            </a:extLst>
          </p:cNvPr>
          <p:cNvSpPr>
            <a:spLocks noGrp="1"/>
          </p:cNvSpPr>
          <p:nvPr>
            <p:ph type="title"/>
          </p:nvPr>
        </p:nvSpPr>
        <p:spPr>
          <a:xfrm>
            <a:off x="612648" y="706802"/>
            <a:ext cx="4672584" cy="1269482"/>
          </a:xfrm>
        </p:spPr>
        <p:txBody>
          <a:bodyPr anchor="t">
            <a:normAutofit/>
          </a:bodyPr>
          <a:lstStyle/>
          <a:p>
            <a:r>
              <a:rPr lang="en-US"/>
              <a:t>What is CI/CD Pipeline?</a:t>
            </a:r>
          </a:p>
        </p:txBody>
      </p:sp>
      <p:pic>
        <p:nvPicPr>
          <p:cNvPr id="5" name="Content Placeholder 4" descr="fourth industrial revolution technology concept">
            <a:extLst>
              <a:ext uri="{FF2B5EF4-FFF2-40B4-BE49-F238E27FC236}">
                <a16:creationId xmlns:a16="http://schemas.microsoft.com/office/drawing/2014/main" id="{22B628D6-C38B-4C36-92E2-2173828C9E96}"/>
              </a:ext>
            </a:extLst>
          </p:cNvPr>
          <p:cNvPicPr>
            <a:picLocks noGrp="1" noChangeAspect="1"/>
          </p:cNvPicPr>
          <p:nvPr>
            <p:ph type="pic" sz="quarter" idx="15"/>
          </p:nvPr>
        </p:nvPicPr>
        <p:blipFill>
          <a:blip r:embed="rId3"/>
          <a:srcRect l="11488" r="21956" b="1"/>
          <a:stretch>
            <a:fillRect/>
          </a:stretch>
        </p:blipFill>
        <p:spPr>
          <a:xfrm>
            <a:off x="609599" y="2173850"/>
            <a:ext cx="4488792" cy="3793671"/>
          </a:xfrm>
          <a:prstGeom prst="rect">
            <a:avLst/>
          </a:prstGeom>
          <a:noFill/>
          <a:ln w="25400">
            <a:solidFill>
              <a:srgbClr val="000000"/>
            </a:solidFill>
          </a:ln>
        </p:spPr>
      </p:pic>
      <p:sp>
        <p:nvSpPr>
          <p:cNvPr id="3" name="Content Placeholder 2">
            <a:extLst>
              <a:ext uri="{FF2B5EF4-FFF2-40B4-BE49-F238E27FC236}">
                <a16:creationId xmlns:a16="http://schemas.microsoft.com/office/drawing/2014/main" id="{F090088A-DE92-DD44-7139-BFF373CFA99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sz="1400" b="1"/>
              <a:t>Continuous Integration</a:t>
            </a:r>
          </a:p>
          <a:p>
            <a:pPr marL="0" lvl="1" indent="0">
              <a:buFont typeface="Arial" panose="020B0604020202020204" pitchFamily="34" charset="0"/>
              <a:buNone/>
            </a:pPr>
            <a:r>
              <a:rPr lang="en-US" sz="1400"/>
              <a:t>Continuous Integration merges code changes frequently into a shared repository to detect integration issues early.</a:t>
            </a:r>
          </a:p>
          <a:p>
            <a:pPr marL="0" indent="0">
              <a:spcBef>
                <a:spcPts val="2500"/>
              </a:spcBef>
              <a:buFont typeface="Arial" panose="020B0604020202020204" pitchFamily="34" charset="0"/>
              <a:buNone/>
            </a:pPr>
            <a:r>
              <a:rPr lang="en-US" sz="1400" b="1"/>
              <a:t>Continuous Delivery</a:t>
            </a:r>
          </a:p>
          <a:p>
            <a:pPr marL="0" lvl="1" indent="0">
              <a:buFont typeface="Arial" panose="020B0604020202020204" pitchFamily="34" charset="0"/>
              <a:buNone/>
            </a:pPr>
            <a:r>
              <a:rPr lang="en-US" sz="1400"/>
              <a:t>Continuous Delivery automates release processes to keep code deployment-ready at all times.</a:t>
            </a:r>
          </a:p>
          <a:p>
            <a:pPr marL="0" indent="0">
              <a:spcBef>
                <a:spcPts val="2500"/>
              </a:spcBef>
              <a:buFont typeface="Arial" panose="020B0604020202020204" pitchFamily="34" charset="0"/>
              <a:buNone/>
            </a:pPr>
            <a:r>
              <a:rPr lang="en-US" sz="1400" b="1"/>
              <a:t>Continuous Deployment</a:t>
            </a:r>
          </a:p>
          <a:p>
            <a:pPr marL="0" lvl="1" indent="0">
              <a:buFont typeface="Arial" panose="020B0604020202020204" pitchFamily="34" charset="0"/>
              <a:buNone/>
            </a:pPr>
            <a:r>
              <a:rPr lang="en-US" sz="1400"/>
              <a:t>Continuous Deployment automatically pushes code changes to production without manual approvals.</a:t>
            </a:r>
          </a:p>
          <a:p>
            <a:pPr marL="0" indent="0">
              <a:spcBef>
                <a:spcPts val="2500"/>
              </a:spcBef>
              <a:buFont typeface="Arial" panose="020B0604020202020204" pitchFamily="34" charset="0"/>
              <a:buNone/>
            </a:pPr>
            <a:r>
              <a:rPr lang="en-US" sz="1400" b="1"/>
              <a:t>Pipeline Stages</a:t>
            </a:r>
          </a:p>
          <a:p>
            <a:pPr marL="0" lvl="1" indent="0">
              <a:buFont typeface="Arial" panose="020B0604020202020204" pitchFamily="34" charset="0"/>
              <a:buNone/>
            </a:pPr>
            <a:r>
              <a:rPr lang="en-US" sz="1400"/>
              <a:t>The pipeline includes source control, build automation, testing, and deployment stages for smooth releases.</a:t>
            </a:r>
          </a:p>
        </p:txBody>
      </p:sp>
    </p:spTree>
    <p:extLst>
      <p:ext uri="{BB962C8B-B14F-4D97-AF65-F5344CB8AC3E}">
        <p14:creationId xmlns:p14="http://schemas.microsoft.com/office/powerpoint/2010/main" val="11491822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FDAA6-D08B-A8F6-16A2-5012F192A7C9}"/>
              </a:ext>
            </a:extLst>
          </p:cNvPr>
          <p:cNvSpPr>
            <a:spLocks noGrp="1"/>
          </p:cNvSpPr>
          <p:nvPr>
            <p:ph type="title"/>
          </p:nvPr>
        </p:nvSpPr>
        <p:spPr>
          <a:xfrm>
            <a:off x="612647" y="552478"/>
            <a:ext cx="6858000" cy="932688"/>
          </a:xfrm>
        </p:spPr>
        <p:txBody>
          <a:bodyPr anchor="b">
            <a:normAutofit/>
          </a:bodyPr>
          <a:lstStyle/>
          <a:p>
            <a:r>
              <a:rPr lang="en-US"/>
              <a:t>Advantages of CI/CD</a:t>
            </a:r>
          </a:p>
        </p:txBody>
      </p:sp>
      <p:sp>
        <p:nvSpPr>
          <p:cNvPr id="3" name="Content Placeholder 2">
            <a:extLst>
              <a:ext uri="{FF2B5EF4-FFF2-40B4-BE49-F238E27FC236}">
                <a16:creationId xmlns:a16="http://schemas.microsoft.com/office/drawing/2014/main" id="{36527B8B-D619-4CB6-67A3-BD59ECE41EC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Faster Software Delivery</a:t>
            </a:r>
          </a:p>
          <a:p>
            <a:pPr marL="0" lvl="1" indent="0">
              <a:buFont typeface="Arial" panose="020B0604020202020204" pitchFamily="34" charset="0"/>
              <a:buNone/>
            </a:pPr>
            <a:r>
              <a:rPr lang="en-US" sz="1400"/>
              <a:t>CI/CD automates repetitive tasks, enabling faster delivery of high-quality software with reduced manual effort.</a:t>
            </a:r>
          </a:p>
          <a:p>
            <a:pPr marL="0" indent="0">
              <a:spcBef>
                <a:spcPts val="2500"/>
              </a:spcBef>
              <a:buFont typeface="Arial" panose="020B0604020202020204" pitchFamily="34" charset="0"/>
              <a:buNone/>
            </a:pPr>
            <a:r>
              <a:rPr lang="en-US" sz="1400" b="1"/>
              <a:t>Early Bug Detection</a:t>
            </a:r>
          </a:p>
          <a:p>
            <a:pPr marL="0" lvl="1" indent="0">
              <a:buFont typeface="Arial" panose="020B0604020202020204" pitchFamily="34" charset="0"/>
              <a:buNone/>
            </a:pPr>
            <a:r>
              <a:rPr lang="en-US" sz="1400"/>
              <a:t>Continuous Integration detects bugs early through automated testing, reducing issues in production.</a:t>
            </a:r>
          </a:p>
          <a:p>
            <a:pPr marL="0" indent="0">
              <a:spcBef>
                <a:spcPts val="2500"/>
              </a:spcBef>
              <a:buFont typeface="Arial" panose="020B0604020202020204" pitchFamily="34" charset="0"/>
              <a:buNone/>
            </a:pPr>
            <a:r>
              <a:rPr lang="en-US" sz="1400" b="1"/>
              <a:t>Efficient Release Process</a:t>
            </a:r>
          </a:p>
          <a:p>
            <a:pPr marL="0" lvl="1" indent="0">
              <a:buFont typeface="Arial" panose="020B0604020202020204" pitchFamily="34" charset="0"/>
              <a:buNone/>
            </a:pPr>
            <a:r>
              <a:rPr lang="en-US" sz="1400"/>
              <a:t>Continuous Delivery ensures efficient, repeatable, and reliable release processes across environments.</a:t>
            </a:r>
          </a:p>
          <a:p>
            <a:pPr marL="0" indent="0">
              <a:spcBef>
                <a:spcPts val="2500"/>
              </a:spcBef>
              <a:buFont typeface="Arial" panose="020B0604020202020204" pitchFamily="34" charset="0"/>
              <a:buNone/>
            </a:pPr>
            <a:r>
              <a:rPr lang="en-US" sz="1400" b="1"/>
              <a:t>Accelerated Feedback Loops</a:t>
            </a:r>
          </a:p>
          <a:p>
            <a:pPr marL="0" lvl="1" indent="0">
              <a:buFont typeface="Arial" panose="020B0604020202020204" pitchFamily="34" charset="0"/>
              <a:buNone/>
            </a:pPr>
            <a:r>
              <a:rPr lang="en-US" sz="1400"/>
              <a:t>Continuous Deployment accelerates feedback, allowing quick response to user needs and market changes.</a:t>
            </a:r>
          </a:p>
        </p:txBody>
      </p:sp>
      <p:pic>
        <p:nvPicPr>
          <p:cNvPr id="5" name="Content Placeholder 4" descr="4K Resolution">
            <a:extLst>
              <a:ext uri="{FF2B5EF4-FFF2-40B4-BE49-F238E27FC236}">
                <a16:creationId xmlns:a16="http://schemas.microsoft.com/office/drawing/2014/main" id="{9A4ADE2A-E3F0-47E3-B977-5716E2730A36}"/>
              </a:ext>
            </a:extLst>
          </p:cNvPr>
          <p:cNvPicPr>
            <a:picLocks noGrp="1" noChangeAspect="1"/>
          </p:cNvPicPr>
          <p:nvPr>
            <p:ph type="pic" sz="quarter" idx="13"/>
          </p:nvPr>
        </p:nvPicPr>
        <p:blipFill>
          <a:blip r:embed="rId3"/>
          <a:srcRect l="33022" r="33347"/>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21087822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E8768-AB8F-2805-90A0-6F82A183C8EE}"/>
              </a:ext>
            </a:extLst>
          </p:cNvPr>
          <p:cNvSpPr>
            <a:spLocks noGrp="1"/>
          </p:cNvSpPr>
          <p:nvPr>
            <p:ph type="ctrTitle"/>
          </p:nvPr>
        </p:nvSpPr>
        <p:spPr>
          <a:xfrm>
            <a:off x="1522013" y="1282325"/>
            <a:ext cx="8893834" cy="3988550"/>
          </a:xfrm>
        </p:spPr>
        <p:txBody>
          <a:bodyPr anchor="ctr">
            <a:normAutofit/>
          </a:bodyPr>
          <a:lstStyle/>
          <a:p>
            <a:r>
              <a:rPr lang="en-US"/>
              <a:t>CI/CD Workflow and Key Elements</a:t>
            </a:r>
          </a:p>
        </p:txBody>
      </p:sp>
    </p:spTree>
    <p:extLst>
      <p:ext uri="{BB962C8B-B14F-4D97-AF65-F5344CB8AC3E}">
        <p14:creationId xmlns:p14="http://schemas.microsoft.com/office/powerpoint/2010/main" val="13430782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F2991-1D14-3353-E0BE-145CCD1261C5}"/>
              </a:ext>
            </a:extLst>
          </p:cNvPr>
          <p:cNvSpPr>
            <a:spLocks noGrp="1"/>
          </p:cNvSpPr>
          <p:nvPr>
            <p:ph type="title"/>
          </p:nvPr>
        </p:nvSpPr>
        <p:spPr>
          <a:xfrm>
            <a:off x="612648" y="706802"/>
            <a:ext cx="4672584" cy="1269482"/>
          </a:xfrm>
        </p:spPr>
        <p:txBody>
          <a:bodyPr anchor="t">
            <a:normAutofit/>
          </a:bodyPr>
          <a:lstStyle/>
          <a:p>
            <a:r>
              <a:rPr lang="en-US"/>
              <a:t>Workflow Stages</a:t>
            </a:r>
          </a:p>
        </p:txBody>
      </p:sp>
      <p:pic>
        <p:nvPicPr>
          <p:cNvPr id="5" name="Content Placeholder 4" descr="3d flow chart.">
            <a:extLst>
              <a:ext uri="{FF2B5EF4-FFF2-40B4-BE49-F238E27FC236}">
                <a16:creationId xmlns:a16="http://schemas.microsoft.com/office/drawing/2014/main" id="{D137594A-7CA3-4D9C-93C6-D5649DF30D46}"/>
              </a:ext>
            </a:extLst>
          </p:cNvPr>
          <p:cNvPicPr>
            <a:picLocks noGrp="1" noChangeAspect="1"/>
          </p:cNvPicPr>
          <p:nvPr>
            <p:ph type="pic" sz="quarter" idx="15"/>
          </p:nvPr>
        </p:nvPicPr>
        <p:blipFill>
          <a:blip r:embed="rId3"/>
          <a:stretch/>
        </p:blipFill>
        <p:spPr>
          <a:xfrm>
            <a:off x="609599" y="2948487"/>
            <a:ext cx="4488792" cy="2244396"/>
          </a:xfrm>
          <a:prstGeom prst="rect">
            <a:avLst/>
          </a:prstGeom>
          <a:noFill/>
          <a:ln w="25400">
            <a:solidFill>
              <a:srgbClr val="000000"/>
            </a:solidFill>
          </a:ln>
        </p:spPr>
      </p:pic>
      <p:sp>
        <p:nvSpPr>
          <p:cNvPr id="3" name="Content Placeholder 2">
            <a:extLst>
              <a:ext uri="{FF2B5EF4-FFF2-40B4-BE49-F238E27FC236}">
                <a16:creationId xmlns:a16="http://schemas.microsoft.com/office/drawing/2014/main" id="{5038848E-9D53-F2B7-BB46-3ACF26A100A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sz="1400" b="1"/>
              <a:t>Source Code Management</a:t>
            </a:r>
          </a:p>
          <a:p>
            <a:pPr marL="0" lvl="1" indent="0">
              <a:buFont typeface="Arial" panose="020B0604020202020204" pitchFamily="34" charset="0"/>
              <a:buNone/>
            </a:pPr>
            <a:r>
              <a:rPr lang="en-US" sz="1400"/>
              <a:t>Source stage involves managing code in version control systems to maintain history and collaboration.</a:t>
            </a:r>
          </a:p>
          <a:p>
            <a:pPr marL="0" indent="0">
              <a:spcBef>
                <a:spcPts val="2500"/>
              </a:spcBef>
              <a:buFont typeface="Arial" panose="020B0604020202020204" pitchFamily="34" charset="0"/>
              <a:buNone/>
            </a:pPr>
            <a:r>
              <a:rPr lang="en-US" sz="1400" b="1"/>
              <a:t>Build Process</a:t>
            </a:r>
          </a:p>
          <a:p>
            <a:pPr marL="0" lvl="1" indent="0">
              <a:buFont typeface="Arial" panose="020B0604020202020204" pitchFamily="34" charset="0"/>
              <a:buNone/>
            </a:pPr>
            <a:r>
              <a:rPr lang="en-US" sz="1400"/>
              <a:t>Build stage compiles code into deployable artifacts, ensuring readiness for testing and deployment.</a:t>
            </a:r>
          </a:p>
          <a:p>
            <a:pPr marL="0" indent="0">
              <a:spcBef>
                <a:spcPts val="2500"/>
              </a:spcBef>
              <a:buFont typeface="Arial" panose="020B0604020202020204" pitchFamily="34" charset="0"/>
              <a:buNone/>
            </a:pPr>
            <a:r>
              <a:rPr lang="en-US" sz="1400" b="1"/>
              <a:t>Automated Testing</a:t>
            </a:r>
          </a:p>
          <a:p>
            <a:pPr marL="0" lvl="1" indent="0">
              <a:buFont typeface="Arial" panose="020B0604020202020204" pitchFamily="34" charset="0"/>
              <a:buNone/>
            </a:pPr>
            <a:r>
              <a:rPr lang="en-US" sz="1400"/>
              <a:t>Test stage runs automated tests to validate software functionality and performance before deployment.</a:t>
            </a:r>
          </a:p>
          <a:p>
            <a:pPr marL="0" indent="0">
              <a:spcBef>
                <a:spcPts val="2500"/>
              </a:spcBef>
              <a:buFont typeface="Arial" panose="020B0604020202020204" pitchFamily="34" charset="0"/>
              <a:buNone/>
            </a:pPr>
            <a:r>
              <a:rPr lang="en-US" sz="1400" b="1"/>
              <a:t>Deployment Automation</a:t>
            </a:r>
          </a:p>
          <a:p>
            <a:pPr marL="0" lvl="1" indent="0">
              <a:buFont typeface="Arial" panose="020B0604020202020204" pitchFamily="34" charset="0"/>
              <a:buNone/>
            </a:pPr>
            <a:r>
              <a:rPr lang="en-US" sz="1400"/>
              <a:t>Deploy stage automates release of software to production or staging environments reliably and quickly.</a:t>
            </a:r>
          </a:p>
        </p:txBody>
      </p:sp>
    </p:spTree>
    <p:extLst>
      <p:ext uri="{BB962C8B-B14F-4D97-AF65-F5344CB8AC3E}">
        <p14:creationId xmlns:p14="http://schemas.microsoft.com/office/powerpoint/2010/main" val="30567283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1B435-C823-3D4E-18FB-4C7B29613E35}"/>
              </a:ext>
            </a:extLst>
          </p:cNvPr>
          <p:cNvSpPr>
            <a:spLocks noGrp="1"/>
          </p:cNvSpPr>
          <p:nvPr>
            <p:ph type="title"/>
          </p:nvPr>
        </p:nvSpPr>
        <p:spPr>
          <a:xfrm>
            <a:off x="612647" y="552478"/>
            <a:ext cx="6858000" cy="932688"/>
          </a:xfrm>
        </p:spPr>
        <p:txBody>
          <a:bodyPr anchor="b">
            <a:normAutofit/>
          </a:bodyPr>
          <a:lstStyle/>
          <a:p>
            <a:r>
              <a:rPr lang="en-US" sz="3300"/>
              <a:t>Key Elements of CI/CD Pipeline</a:t>
            </a:r>
          </a:p>
        </p:txBody>
      </p:sp>
      <p:sp>
        <p:nvSpPr>
          <p:cNvPr id="3" name="Content Placeholder 2">
            <a:extLst>
              <a:ext uri="{FF2B5EF4-FFF2-40B4-BE49-F238E27FC236}">
                <a16:creationId xmlns:a16="http://schemas.microsoft.com/office/drawing/2014/main" id="{2AA1A4FC-E0FA-2F4A-EB82-7EFED97B5D0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Automated Builds and Testing</a:t>
            </a:r>
          </a:p>
          <a:p>
            <a:pPr marL="0" lvl="1" indent="0">
              <a:buFont typeface="Arial" panose="020B0604020202020204" pitchFamily="34" charset="0"/>
              <a:buNone/>
            </a:pPr>
            <a:r>
              <a:rPr lang="en-US" sz="1400"/>
              <a:t>Automated builds and self-testing code ensure quick feedback and maintain high code quality in the CI/CD pipeline.</a:t>
            </a:r>
          </a:p>
          <a:p>
            <a:pPr marL="0" indent="0">
              <a:spcBef>
                <a:spcPts val="2500"/>
              </a:spcBef>
              <a:buFont typeface="Arial" panose="020B0604020202020204" pitchFamily="34" charset="0"/>
              <a:buNone/>
            </a:pPr>
            <a:r>
              <a:rPr lang="en-US" sz="1400" b="1"/>
              <a:t>Single Source Repository</a:t>
            </a:r>
          </a:p>
          <a:p>
            <a:pPr marL="0" lvl="1" indent="0">
              <a:buFont typeface="Arial" panose="020B0604020202020204" pitchFamily="34" charset="0"/>
              <a:buNone/>
            </a:pPr>
            <a:r>
              <a:rPr lang="en-US" sz="1400"/>
              <a:t>A single source repository centralizes code and build scripts, ensuring version control and traceability.</a:t>
            </a:r>
          </a:p>
          <a:p>
            <a:pPr marL="0" indent="0">
              <a:spcBef>
                <a:spcPts val="2500"/>
              </a:spcBef>
              <a:buFont typeface="Arial" panose="020B0604020202020204" pitchFamily="34" charset="0"/>
              <a:buNone/>
            </a:pPr>
            <a:r>
              <a:rPr lang="en-US" sz="1400" b="1"/>
              <a:t>Frequent Commits and Integration</a:t>
            </a:r>
          </a:p>
          <a:p>
            <a:pPr marL="0" lvl="1" indent="0">
              <a:buFont typeface="Arial" panose="020B0604020202020204" pitchFamily="34" charset="0"/>
              <a:buNone/>
            </a:pPr>
            <a:r>
              <a:rPr lang="en-US" sz="1400"/>
              <a:t>Frequent code commits and automated testing reduce integration conflicts and maintain code integrity.</a:t>
            </a:r>
          </a:p>
          <a:p>
            <a:pPr marL="0" indent="0">
              <a:spcBef>
                <a:spcPts val="2500"/>
              </a:spcBef>
              <a:buFont typeface="Arial" panose="020B0604020202020204" pitchFamily="34" charset="0"/>
              <a:buNone/>
            </a:pPr>
            <a:r>
              <a:rPr lang="en-US" sz="1400" b="1"/>
              <a:t>Monitoring and Reporting</a:t>
            </a:r>
          </a:p>
          <a:p>
            <a:pPr marL="0" lvl="1" indent="0">
              <a:buFont typeface="Arial" panose="020B0604020202020204" pitchFamily="34" charset="0"/>
              <a:buNone/>
            </a:pPr>
            <a:r>
              <a:rPr lang="en-US" sz="1400"/>
              <a:t>Comprehensive monitoring and reporting provide visibility to identify and resolve issues proactively.</a:t>
            </a:r>
          </a:p>
        </p:txBody>
      </p:sp>
      <p:pic>
        <p:nvPicPr>
          <p:cNvPr id="5" name="Content Placeholder 4" descr="Laptop, smart phone and computer service on digital background">
            <a:extLst>
              <a:ext uri="{FF2B5EF4-FFF2-40B4-BE49-F238E27FC236}">
                <a16:creationId xmlns:a16="http://schemas.microsoft.com/office/drawing/2014/main" id="{93FD524A-B262-4EF7-A963-ED1F643141D8}"/>
              </a:ext>
            </a:extLst>
          </p:cNvPr>
          <p:cNvPicPr>
            <a:picLocks noGrp="1" noChangeAspect="1"/>
          </p:cNvPicPr>
          <p:nvPr>
            <p:ph type="pic" sz="quarter" idx="13"/>
          </p:nvPr>
        </p:nvPicPr>
        <p:blipFill>
          <a:blip r:embed="rId3"/>
          <a:srcRect l="17574" r="22638"/>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10607640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8D4C3-E72A-3CF6-D0FF-8935834BCB27}"/>
              </a:ext>
            </a:extLst>
          </p:cNvPr>
          <p:cNvSpPr>
            <a:spLocks noGrp="1"/>
          </p:cNvSpPr>
          <p:nvPr>
            <p:ph type="ctrTitle"/>
          </p:nvPr>
        </p:nvSpPr>
        <p:spPr>
          <a:xfrm>
            <a:off x="1522013" y="1282325"/>
            <a:ext cx="8893834" cy="3988550"/>
          </a:xfrm>
        </p:spPr>
        <p:txBody>
          <a:bodyPr anchor="ctr">
            <a:normAutofit/>
          </a:bodyPr>
          <a:lstStyle/>
          <a:p>
            <a:r>
              <a:rPr lang="en-US"/>
              <a:t>Jenkins Overview and Features</a:t>
            </a:r>
          </a:p>
        </p:txBody>
      </p:sp>
    </p:spTree>
    <p:extLst>
      <p:ext uri="{BB962C8B-B14F-4D97-AF65-F5344CB8AC3E}">
        <p14:creationId xmlns:p14="http://schemas.microsoft.com/office/powerpoint/2010/main" val="24028492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27A6A-06C0-9535-3F9C-1D98CB5C9BC0}"/>
              </a:ext>
            </a:extLst>
          </p:cNvPr>
          <p:cNvSpPr>
            <a:spLocks noGrp="1"/>
          </p:cNvSpPr>
          <p:nvPr>
            <p:ph type="title"/>
          </p:nvPr>
        </p:nvSpPr>
        <p:spPr>
          <a:xfrm>
            <a:off x="612647" y="552478"/>
            <a:ext cx="6858000" cy="932688"/>
          </a:xfrm>
        </p:spPr>
        <p:txBody>
          <a:bodyPr anchor="b">
            <a:normAutofit/>
          </a:bodyPr>
          <a:lstStyle/>
          <a:p>
            <a:r>
              <a:rPr lang="en-US"/>
              <a:t>Introduction to Jenkins</a:t>
            </a:r>
          </a:p>
        </p:txBody>
      </p:sp>
      <p:sp>
        <p:nvSpPr>
          <p:cNvPr id="3" name="Content Placeholder 2">
            <a:extLst>
              <a:ext uri="{FF2B5EF4-FFF2-40B4-BE49-F238E27FC236}">
                <a16:creationId xmlns:a16="http://schemas.microsoft.com/office/drawing/2014/main" id="{B4181B9D-0059-1E81-ED87-C2844363DCD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Open-Source Automation Server</a:t>
            </a:r>
          </a:p>
          <a:p>
            <a:pPr marL="0" lvl="1" indent="0">
              <a:buFont typeface="Arial" panose="020B0604020202020204" pitchFamily="34" charset="0"/>
              <a:buNone/>
            </a:pPr>
            <a:r>
              <a:rPr lang="en-US" sz="1400"/>
              <a:t>Jenkins is a widely used open-source automation server that supports multiple operating systems.</a:t>
            </a:r>
          </a:p>
          <a:p>
            <a:pPr marL="0" indent="0">
              <a:spcBef>
                <a:spcPts val="2500"/>
              </a:spcBef>
              <a:buFont typeface="Arial" panose="020B0604020202020204" pitchFamily="34" charset="0"/>
              <a:buNone/>
            </a:pPr>
            <a:r>
              <a:rPr lang="en-US" sz="1400" b="1"/>
              <a:t>CI/CD Pipeline Implementation</a:t>
            </a:r>
          </a:p>
          <a:p>
            <a:pPr marL="0" lvl="1" indent="0">
              <a:buFont typeface="Arial" panose="020B0604020202020204" pitchFamily="34" charset="0"/>
              <a:buNone/>
            </a:pPr>
            <a:r>
              <a:rPr lang="en-US" sz="1400"/>
              <a:t>It enables implementation of continuous integration and continuous delivery pipelines effectively.</a:t>
            </a:r>
          </a:p>
          <a:p>
            <a:pPr marL="0" indent="0">
              <a:spcBef>
                <a:spcPts val="2500"/>
              </a:spcBef>
              <a:buFont typeface="Arial" panose="020B0604020202020204" pitchFamily="34" charset="0"/>
              <a:buNone/>
            </a:pPr>
            <a:r>
              <a:rPr lang="en-US" sz="1400" b="1"/>
              <a:t>Extensible Plugin Ecosystem</a:t>
            </a:r>
          </a:p>
          <a:p>
            <a:pPr marL="0" lvl="1" indent="0">
              <a:buFont typeface="Arial" panose="020B0604020202020204" pitchFamily="34" charset="0"/>
              <a:buNone/>
            </a:pPr>
            <a:r>
              <a:rPr lang="en-US" sz="1400"/>
              <a:t>Jenkins offers a rich plugin ecosystem allowing integration with various development tools and technologies.</a:t>
            </a:r>
          </a:p>
          <a:p>
            <a:pPr marL="0" indent="0">
              <a:spcBef>
                <a:spcPts val="2500"/>
              </a:spcBef>
              <a:buFont typeface="Arial" panose="020B0604020202020204" pitchFamily="34" charset="0"/>
              <a:buNone/>
            </a:pPr>
            <a:r>
              <a:rPr lang="en-US" sz="1400" b="1"/>
              <a:t>Deployment Flexibility</a:t>
            </a:r>
          </a:p>
          <a:p>
            <a:pPr marL="0" lvl="1" indent="0">
              <a:buFont typeface="Arial" panose="020B0604020202020204" pitchFamily="34" charset="0"/>
              <a:buNone/>
            </a:pPr>
            <a:r>
              <a:rPr lang="en-US" sz="1400"/>
              <a:t>Jenkins can be deployed on-premises or in cloud environments to scale and customize projects.</a:t>
            </a:r>
          </a:p>
        </p:txBody>
      </p:sp>
      <p:pic>
        <p:nvPicPr>
          <p:cNvPr id="5" name="Content Placeholder 4" descr="Server room interior in datacenter">
            <a:extLst>
              <a:ext uri="{FF2B5EF4-FFF2-40B4-BE49-F238E27FC236}">
                <a16:creationId xmlns:a16="http://schemas.microsoft.com/office/drawing/2014/main" id="{F121CDFD-18DA-4DB8-BD73-FAACD5862123}"/>
              </a:ext>
            </a:extLst>
          </p:cNvPr>
          <p:cNvPicPr>
            <a:picLocks noGrp="1" noChangeAspect="1"/>
          </p:cNvPicPr>
          <p:nvPr>
            <p:ph type="pic" sz="quarter" idx="13"/>
          </p:nvPr>
        </p:nvPicPr>
        <p:blipFill>
          <a:blip r:embed="rId3"/>
          <a:srcRect l="31852" r="34517"/>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25801923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F847F-AE05-43DD-9439-823CA78770F9}"/>
              </a:ext>
            </a:extLst>
          </p:cNvPr>
          <p:cNvSpPr>
            <a:spLocks noGrp="1"/>
          </p:cNvSpPr>
          <p:nvPr>
            <p:ph type="title"/>
          </p:nvPr>
        </p:nvSpPr>
        <p:spPr>
          <a:xfrm>
            <a:off x="612647" y="552478"/>
            <a:ext cx="6858000" cy="932688"/>
          </a:xfrm>
        </p:spPr>
        <p:txBody>
          <a:bodyPr anchor="b">
            <a:normAutofit/>
          </a:bodyPr>
          <a:lstStyle/>
          <a:p>
            <a:r>
              <a:rPr lang="en-US" sz="3300"/>
              <a:t>Features and Benefits of Jenkins</a:t>
            </a:r>
          </a:p>
        </p:txBody>
      </p:sp>
      <p:sp>
        <p:nvSpPr>
          <p:cNvPr id="3" name="Content Placeholder 2">
            <a:extLst>
              <a:ext uri="{FF2B5EF4-FFF2-40B4-BE49-F238E27FC236}">
                <a16:creationId xmlns:a16="http://schemas.microsoft.com/office/drawing/2014/main" id="{946F03CA-895C-5488-90D9-E2EF1405E26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Pipeline as Code</a:t>
            </a:r>
          </a:p>
          <a:p>
            <a:pPr marL="0" lvl="1" indent="0">
              <a:buFont typeface="Arial" panose="020B0604020202020204" pitchFamily="34" charset="0"/>
              <a:buNone/>
            </a:pPr>
            <a:r>
              <a:rPr lang="en-US" sz="1400"/>
              <a:t>Pipeline as Code allows defining build workflows and automation scripts for flexible CI/CD processes.</a:t>
            </a:r>
          </a:p>
          <a:p>
            <a:pPr marL="0" indent="0">
              <a:spcBef>
                <a:spcPts val="2500"/>
              </a:spcBef>
              <a:buFont typeface="Arial" panose="020B0604020202020204" pitchFamily="34" charset="0"/>
              <a:buNone/>
            </a:pPr>
            <a:r>
              <a:rPr lang="en-US" sz="1400" b="1"/>
              <a:t>Plugin Extensibility</a:t>
            </a:r>
          </a:p>
          <a:p>
            <a:pPr marL="0" lvl="1" indent="0">
              <a:buFont typeface="Arial" panose="020B0604020202020204" pitchFamily="34" charset="0"/>
              <a:buNone/>
            </a:pPr>
            <a:r>
              <a:rPr lang="en-US" sz="1400"/>
              <a:t>Jenkins supports extensibility through numerous plugins to integrate with popular tools and services.</a:t>
            </a:r>
          </a:p>
          <a:p>
            <a:pPr marL="0" indent="0">
              <a:spcBef>
                <a:spcPts val="2500"/>
              </a:spcBef>
              <a:buFont typeface="Arial" panose="020B0604020202020204" pitchFamily="34" charset="0"/>
              <a:buNone/>
            </a:pPr>
            <a:r>
              <a:rPr lang="en-US" sz="1400" b="1"/>
              <a:t>Distributed Build Architecture</a:t>
            </a:r>
          </a:p>
          <a:p>
            <a:pPr marL="0" lvl="1" indent="0">
              <a:buFont typeface="Arial" panose="020B0604020202020204" pitchFamily="34" charset="0"/>
              <a:buNone/>
            </a:pPr>
            <a:r>
              <a:rPr lang="en-US" sz="1400"/>
              <a:t>Distributed build architecture enables scalability by running builds on multiple agent machines.</a:t>
            </a:r>
          </a:p>
          <a:p>
            <a:pPr marL="0" indent="0">
              <a:spcBef>
                <a:spcPts val="2500"/>
              </a:spcBef>
              <a:buFont typeface="Arial" panose="020B0604020202020204" pitchFamily="34" charset="0"/>
              <a:buNone/>
            </a:pPr>
            <a:r>
              <a:rPr lang="en-US" sz="1400" b="1"/>
              <a:t>Benefits and Usability</a:t>
            </a:r>
          </a:p>
          <a:p>
            <a:pPr marL="0" lvl="1" indent="0">
              <a:buFont typeface="Arial" panose="020B0604020202020204" pitchFamily="34" charset="0"/>
              <a:buNone/>
            </a:pPr>
            <a:r>
              <a:rPr lang="en-US" sz="1400"/>
              <a:t>Jenkins enhances cost-effectiveness, issue detection, scalability, integration, and user-friendly operation.</a:t>
            </a:r>
          </a:p>
        </p:txBody>
      </p:sp>
      <p:pic>
        <p:nvPicPr>
          <p:cNvPr id="5" name="Content Placeholder 4" descr="fourth industrial revolution technology concept">
            <a:extLst>
              <a:ext uri="{FF2B5EF4-FFF2-40B4-BE49-F238E27FC236}">
                <a16:creationId xmlns:a16="http://schemas.microsoft.com/office/drawing/2014/main" id="{1779D531-0968-40E3-AE7D-3694DC338FB2}"/>
              </a:ext>
            </a:extLst>
          </p:cNvPr>
          <p:cNvPicPr>
            <a:picLocks noGrp="1" noChangeAspect="1"/>
          </p:cNvPicPr>
          <p:nvPr>
            <p:ph type="pic" sz="quarter" idx="13"/>
          </p:nvPr>
        </p:nvPicPr>
        <p:blipFill>
          <a:blip r:embed="rId3"/>
          <a:srcRect l="32993" r="33376"/>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27730860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83912-D933-871D-A606-C4956ACFD7DF}"/>
              </a:ext>
            </a:extLst>
          </p:cNvPr>
          <p:cNvSpPr>
            <a:spLocks noGrp="1"/>
          </p:cNvSpPr>
          <p:nvPr>
            <p:ph type="ctrTitle"/>
          </p:nvPr>
        </p:nvSpPr>
        <p:spPr>
          <a:xfrm>
            <a:off x="1522013" y="1282325"/>
            <a:ext cx="8893834" cy="3988550"/>
          </a:xfrm>
        </p:spPr>
        <p:txBody>
          <a:bodyPr anchor="ctr">
            <a:normAutofit/>
          </a:bodyPr>
          <a:lstStyle/>
          <a:p>
            <a:r>
              <a:rPr lang="en-US"/>
              <a:t>Jenkins Architecture and UI</a:t>
            </a:r>
          </a:p>
        </p:txBody>
      </p:sp>
    </p:spTree>
    <p:extLst>
      <p:ext uri="{BB962C8B-B14F-4D97-AF65-F5344CB8AC3E}">
        <p14:creationId xmlns:p14="http://schemas.microsoft.com/office/powerpoint/2010/main" val="8189383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47D58-C19D-4357-3610-709D5573898B}"/>
              </a:ext>
            </a:extLst>
          </p:cNvPr>
          <p:cNvSpPr>
            <a:spLocks noGrp="1"/>
          </p:cNvSpPr>
          <p:nvPr>
            <p:ph type="title"/>
          </p:nvPr>
        </p:nvSpPr>
        <p:spPr>
          <a:xfrm>
            <a:off x="612648" y="514649"/>
            <a:ext cx="10963655" cy="972373"/>
          </a:xfrm>
        </p:spPr>
        <p:txBody>
          <a:bodyPr anchor="b">
            <a:normAutofit/>
          </a:bodyPr>
          <a:lstStyle/>
          <a:p>
            <a:r>
              <a:rPr lang="en-US"/>
              <a:t>Architecture</a:t>
            </a:r>
          </a:p>
        </p:txBody>
      </p:sp>
      <p:graphicFrame>
        <p:nvGraphicFramePr>
          <p:cNvPr id="4" name="Content Placeholder 3">
            <a:extLst>
              <a:ext uri="{FF2B5EF4-FFF2-40B4-BE49-F238E27FC236}">
                <a16:creationId xmlns:a16="http://schemas.microsoft.com/office/drawing/2014/main" id="{47E0277B-A0D8-4CE4-9A49-40674295D769}"/>
              </a:ext>
            </a:extLst>
          </p:cNvPr>
          <p:cNvGraphicFramePr>
            <a:graphicFrameLocks noGrp="1"/>
          </p:cNvGraphicFramePr>
          <p:nvPr>
            <p:ph idx="1"/>
            <p:extLst>
              <p:ext uri="{D42A27DB-BD31-4B8C-83A1-F6EECF244321}">
                <p14:modId xmlns:p14="http://schemas.microsoft.com/office/powerpoint/2010/main" val="3043939249"/>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7" y="1629786"/>
          <a:ext cx="10963656" cy="4593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626408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1D31-50BB-2754-E80C-9518607C578D}"/>
              </a:ext>
            </a:extLst>
          </p:cNvPr>
          <p:cNvSpPr>
            <a:spLocks noGrp="1"/>
          </p:cNvSpPr>
          <p:nvPr>
            <p:ph type="title"/>
          </p:nvPr>
        </p:nvSpPr>
        <p:spPr>
          <a:xfrm>
            <a:off x="612648" y="706802"/>
            <a:ext cx="4672584" cy="1269482"/>
          </a:xfrm>
        </p:spPr>
        <p:txBody>
          <a:bodyPr anchor="t">
            <a:normAutofit/>
          </a:bodyPr>
          <a:lstStyle/>
          <a:p>
            <a:r>
              <a:rPr lang="en-US"/>
              <a:t>Exploring Jenkins UI</a:t>
            </a:r>
          </a:p>
        </p:txBody>
      </p:sp>
      <p:pic>
        <p:nvPicPr>
          <p:cNvPr id="5" name="Content Placeholder 4" descr="Digital financial graph">
            <a:extLst>
              <a:ext uri="{FF2B5EF4-FFF2-40B4-BE49-F238E27FC236}">
                <a16:creationId xmlns:a16="http://schemas.microsoft.com/office/drawing/2014/main" id="{4310D233-A284-4F81-B87A-FAD986F9D9A9}"/>
              </a:ext>
            </a:extLst>
          </p:cNvPr>
          <p:cNvPicPr>
            <a:picLocks noGrp="1" noChangeAspect="1"/>
          </p:cNvPicPr>
          <p:nvPr>
            <p:ph type="pic" sz="quarter" idx="15"/>
          </p:nvPr>
        </p:nvPicPr>
        <p:blipFill>
          <a:blip r:embed="rId3"/>
          <a:stretch/>
        </p:blipFill>
        <p:spPr>
          <a:xfrm>
            <a:off x="609599" y="2808212"/>
            <a:ext cx="4488792" cy="2524946"/>
          </a:xfrm>
          <a:prstGeom prst="rect">
            <a:avLst/>
          </a:prstGeom>
          <a:noFill/>
          <a:ln w="25400">
            <a:solidFill>
              <a:srgbClr val="000000"/>
            </a:solidFill>
          </a:ln>
        </p:spPr>
      </p:pic>
      <p:sp>
        <p:nvSpPr>
          <p:cNvPr id="3" name="Content Placeholder 2">
            <a:extLst>
              <a:ext uri="{FF2B5EF4-FFF2-40B4-BE49-F238E27FC236}">
                <a16:creationId xmlns:a16="http://schemas.microsoft.com/office/drawing/2014/main" id="{73DD48E7-CF96-CD88-2671-ADC78884961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sz="1400" b="1"/>
              <a:t>Dashboard Overview</a:t>
            </a:r>
          </a:p>
          <a:p>
            <a:pPr marL="0" lvl="1" indent="0">
              <a:buFont typeface="Arial" panose="020B0604020202020204" pitchFamily="34" charset="0"/>
              <a:buNone/>
            </a:pPr>
            <a:r>
              <a:rPr lang="en-US" sz="1400"/>
              <a:t>The Dashboard summarizes project statuses, providing a quick overview for users and administrators.</a:t>
            </a:r>
          </a:p>
          <a:p>
            <a:pPr marL="0" indent="0">
              <a:spcBef>
                <a:spcPts val="2500"/>
              </a:spcBef>
              <a:buFont typeface="Arial" panose="020B0604020202020204" pitchFamily="34" charset="0"/>
              <a:buNone/>
            </a:pPr>
            <a:r>
              <a:rPr lang="en-US" sz="1400" b="1"/>
              <a:t>Build History Tracking</a:t>
            </a:r>
          </a:p>
          <a:p>
            <a:pPr marL="0" lvl="1" indent="0">
              <a:buFont typeface="Arial" panose="020B0604020202020204" pitchFamily="34" charset="0"/>
              <a:buNone/>
            </a:pPr>
            <a:r>
              <a:rPr lang="en-US" sz="1400"/>
              <a:t>Build History enables tracking of executed jobs, helping users monitor build outcomes over time.</a:t>
            </a:r>
          </a:p>
          <a:p>
            <a:pPr marL="0" indent="0">
              <a:spcBef>
                <a:spcPts val="2500"/>
              </a:spcBef>
              <a:buFont typeface="Arial" panose="020B0604020202020204" pitchFamily="34" charset="0"/>
              <a:buNone/>
            </a:pPr>
            <a:r>
              <a:rPr lang="en-US" sz="1400" b="1"/>
              <a:t>Global Configuration</a:t>
            </a:r>
          </a:p>
          <a:p>
            <a:pPr marL="0" lvl="1" indent="0">
              <a:buFont typeface="Arial" panose="020B0604020202020204" pitchFamily="34" charset="0"/>
              <a:buNone/>
            </a:pPr>
            <a:r>
              <a:rPr lang="en-US" sz="1400"/>
              <a:t>Manage Jenkins allows setting global configurations, security options, and plugin management.</a:t>
            </a:r>
          </a:p>
          <a:p>
            <a:pPr marL="0" indent="0">
              <a:spcBef>
                <a:spcPts val="2500"/>
              </a:spcBef>
              <a:buFont typeface="Arial" panose="020B0604020202020204" pitchFamily="34" charset="0"/>
              <a:buNone/>
            </a:pPr>
            <a:r>
              <a:rPr lang="en-US" sz="1400" b="1"/>
              <a:t>User and Resource Insights</a:t>
            </a:r>
          </a:p>
          <a:p>
            <a:pPr marL="0" lvl="1" indent="0">
              <a:buFont typeface="Arial" panose="020B0604020202020204" pitchFamily="34" charset="0"/>
              <a:buNone/>
            </a:pPr>
            <a:r>
              <a:rPr lang="en-US" sz="1400"/>
              <a:t>Features like People, Build Queue, and Executor Status provide insights into user activity and resource usage.</a:t>
            </a:r>
          </a:p>
        </p:txBody>
      </p:sp>
    </p:spTree>
    <p:extLst>
      <p:ext uri="{BB962C8B-B14F-4D97-AF65-F5344CB8AC3E}">
        <p14:creationId xmlns:p14="http://schemas.microsoft.com/office/powerpoint/2010/main" val="24825946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DC9D-E20E-3939-431A-BEFC0F2428E6}"/>
              </a:ext>
            </a:extLst>
          </p:cNvPr>
          <p:cNvSpPr>
            <a:spLocks noGrp="1"/>
          </p:cNvSpPr>
          <p:nvPr>
            <p:ph type="ctrTitle"/>
          </p:nvPr>
        </p:nvSpPr>
        <p:spPr>
          <a:xfrm>
            <a:off x="1522013" y="1282325"/>
            <a:ext cx="8893834" cy="3988550"/>
          </a:xfrm>
        </p:spPr>
        <p:txBody>
          <a:bodyPr anchor="ctr">
            <a:normAutofit/>
          </a:bodyPr>
          <a:lstStyle/>
          <a:p>
            <a:r>
              <a:rPr lang="en-US"/>
              <a:t>Key Takeaways</a:t>
            </a:r>
          </a:p>
        </p:txBody>
      </p:sp>
    </p:spTree>
    <p:extLst>
      <p:ext uri="{BB962C8B-B14F-4D97-AF65-F5344CB8AC3E}">
        <p14:creationId xmlns:p14="http://schemas.microsoft.com/office/powerpoint/2010/main" val="6142789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8345A-0EB8-D342-A542-8EB5CB731AD9}"/>
              </a:ext>
            </a:extLst>
          </p:cNvPr>
          <p:cNvSpPr>
            <a:spLocks noGrp="1"/>
          </p:cNvSpPr>
          <p:nvPr>
            <p:ph type="title"/>
          </p:nvPr>
        </p:nvSpPr>
        <p:spPr>
          <a:xfrm>
            <a:off x="612648" y="706802"/>
            <a:ext cx="4672584" cy="1269482"/>
          </a:xfrm>
        </p:spPr>
        <p:txBody>
          <a:bodyPr anchor="t">
            <a:normAutofit/>
          </a:bodyPr>
          <a:lstStyle/>
          <a:p>
            <a:r>
              <a:rPr lang="en-US"/>
              <a:t>Summary of Concepts</a:t>
            </a:r>
          </a:p>
        </p:txBody>
      </p:sp>
      <p:pic>
        <p:nvPicPr>
          <p:cNvPr id="5" name="Content Placeholder 4"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2FCF0FB3-B3C3-4FB6-8FA5-7110DA7E6B76}"/>
              </a:ext>
            </a:extLst>
          </p:cNvPr>
          <p:cNvPicPr>
            <a:picLocks noGrp="1" noChangeAspect="1"/>
          </p:cNvPicPr>
          <p:nvPr>
            <p:ph type="pic" sz="quarter" idx="15"/>
          </p:nvPr>
        </p:nvPicPr>
        <p:blipFill>
          <a:blip r:embed="rId3"/>
          <a:stretch/>
        </p:blipFill>
        <p:spPr>
          <a:xfrm>
            <a:off x="609599" y="2387388"/>
            <a:ext cx="4488792" cy="3366594"/>
          </a:xfrm>
          <a:prstGeom prst="rect">
            <a:avLst/>
          </a:prstGeom>
          <a:noFill/>
          <a:ln w="25400">
            <a:solidFill>
              <a:srgbClr val="000000"/>
            </a:solidFill>
          </a:ln>
        </p:spPr>
      </p:pic>
      <p:sp>
        <p:nvSpPr>
          <p:cNvPr id="3" name="Content Placeholder 2">
            <a:extLst>
              <a:ext uri="{FF2B5EF4-FFF2-40B4-BE49-F238E27FC236}">
                <a16:creationId xmlns:a16="http://schemas.microsoft.com/office/drawing/2014/main" id="{A9EA962D-4248-A156-E4C7-A7F7A95DE3A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sz="1400" b="1"/>
              <a:t>Importance of CI/CD Practices</a:t>
            </a:r>
          </a:p>
          <a:p>
            <a:pPr marL="0" lvl="1" indent="0">
              <a:buFont typeface="Arial" panose="020B0604020202020204" pitchFamily="34" charset="0"/>
              <a:buNone/>
            </a:pPr>
            <a:r>
              <a:rPr lang="en-US" sz="1400"/>
              <a:t>CI/CD enables faster software delivery with improved quality and reduced risks through automation.</a:t>
            </a:r>
          </a:p>
          <a:p>
            <a:pPr marL="0" indent="0">
              <a:spcBef>
                <a:spcPts val="2500"/>
              </a:spcBef>
              <a:buFont typeface="Arial" panose="020B0604020202020204" pitchFamily="34" charset="0"/>
              <a:buNone/>
            </a:pPr>
            <a:r>
              <a:rPr lang="en-US" sz="1400" b="1"/>
              <a:t>Role of Jenkins Tool</a:t>
            </a:r>
          </a:p>
          <a:p>
            <a:pPr marL="0" lvl="1" indent="0">
              <a:buFont typeface="Arial" panose="020B0604020202020204" pitchFamily="34" charset="0"/>
              <a:buNone/>
            </a:pPr>
            <a:r>
              <a:rPr lang="en-US" sz="1400"/>
              <a:t>Jenkins offers flexibility, scalability, and integration to implement CI/CD practices effectively.</a:t>
            </a:r>
          </a:p>
          <a:p>
            <a:pPr marL="0" indent="0">
              <a:spcBef>
                <a:spcPts val="2500"/>
              </a:spcBef>
              <a:buFont typeface="Arial" panose="020B0604020202020204" pitchFamily="34" charset="0"/>
              <a:buNone/>
            </a:pPr>
            <a:r>
              <a:rPr lang="en-US" sz="1400" b="1"/>
              <a:t>Understanding CI/CD Workflow</a:t>
            </a:r>
          </a:p>
          <a:p>
            <a:pPr marL="0" lvl="1" indent="0">
              <a:buFont typeface="Arial" panose="020B0604020202020204" pitchFamily="34" charset="0"/>
              <a:buNone/>
            </a:pPr>
            <a:r>
              <a:rPr lang="en-US" sz="1400"/>
              <a:t>Knowing the workflow and Jenkins architecture helps teams streamline development and delivery.</a:t>
            </a:r>
          </a:p>
          <a:p>
            <a:pPr marL="0" indent="0">
              <a:spcBef>
                <a:spcPts val="2500"/>
              </a:spcBef>
              <a:buFont typeface="Arial" panose="020B0604020202020204" pitchFamily="34" charset="0"/>
              <a:buNone/>
            </a:pPr>
            <a:r>
              <a:rPr lang="en-US" sz="1400" b="1"/>
              <a:t>Optimizing Collaboration</a:t>
            </a:r>
          </a:p>
          <a:p>
            <a:pPr marL="0" lvl="1" indent="0">
              <a:buFont typeface="Arial" panose="020B0604020202020204" pitchFamily="34" charset="0"/>
              <a:buNone/>
            </a:pPr>
            <a:r>
              <a:rPr lang="en-US" sz="1400"/>
              <a:t>Jenkins features enhance resource management and collaboration between development and operations teams.</a:t>
            </a:r>
          </a:p>
        </p:txBody>
      </p:sp>
    </p:spTree>
    <p:extLst>
      <p:ext uri="{BB962C8B-B14F-4D97-AF65-F5344CB8AC3E}">
        <p14:creationId xmlns:p14="http://schemas.microsoft.com/office/powerpoint/2010/main" val="316650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lcot_Copilot Layouts_win32_LW_V5" id="{BB83E610-C1CA-49EC-A787-4EFEA8456B79}" vid="{40FB1116-6983-46AA-9CD7-BA42C7965D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C1B1D1-0368-4ED3-8004-0F946C56E5DB}">
  <ds:schemaRefs>
    <ds:schemaRef ds:uri="http://schemas.microsoft.com/sharepoint/v3"/>
    <ds:schemaRef ds:uri="http://schemas.microsoft.com/office/2006/documentManagement/types"/>
    <ds:schemaRef ds:uri="http://purl.org/dc/terms/"/>
    <ds:schemaRef ds:uri="71af3243-3dd4-4a8d-8c0d-dd76da1f02a5"/>
    <ds:schemaRef ds:uri="http://purl.org/dc/elements/1.1/"/>
    <ds:schemaRef ds:uri="http://purl.org/dc/dcmitype/"/>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230e9df3-be65-4c73-a93b-d1236ebd677e"/>
    <ds:schemaRef ds:uri="16c05727-aa75-4e4a-9b5f-8a80a1165891"/>
  </ds:schemaRefs>
</ds:datastoreItem>
</file>

<file path=customXml/itemProps2.xml><?xml version="1.0" encoding="utf-8"?>
<ds:datastoreItem xmlns:ds="http://schemas.openxmlformats.org/officeDocument/2006/customXml" ds:itemID="{1F3D192A-84D9-4592-8CD0-04B2096CE0AE}">
  <ds:schemaRefs>
    <ds:schemaRef ds:uri="http://schemas.microsoft.com/sharepoint/v3/contenttype/forms"/>
  </ds:schemaRefs>
</ds:datastoreItem>
</file>

<file path=customXml/itemProps3.xml><?xml version="1.0" encoding="utf-8"?>
<ds:datastoreItem xmlns:ds="http://schemas.openxmlformats.org/officeDocument/2006/customXml" ds:itemID="{ACDF21CE-F94D-4E7A-9B41-689023E47C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71</TotalTime>
  <Words>4</Words>
  <Application>Microsoft Office PowerPoint</Application>
  <PresentationFormat>Widescreen</PresentationFormat>
  <Paragraphs>2</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Chalcot</vt:lpstr>
      <vt:lpstr>CI/CD Pipeline with Jenkins - Condensed Overview</vt:lpstr>
      <vt:lpstr>Introduction and Learning Objectives</vt:lpstr>
      <vt:lpstr>Learning Objectives</vt:lpstr>
      <vt:lpstr>Understanding CI/CD Pipeline</vt:lpstr>
      <vt:lpstr>What is CI/CD Pipeline?</vt:lpstr>
      <vt:lpstr>Advantages of CI/CD</vt:lpstr>
      <vt:lpstr>CI/CD Workflow and Key Elements</vt:lpstr>
      <vt:lpstr>Workflow Stages</vt:lpstr>
      <vt:lpstr>Key Elements of CI/CD Pipeline</vt:lpstr>
      <vt:lpstr>Jenkins Overview and Features</vt:lpstr>
      <vt:lpstr>Introduction to Jenkins</vt:lpstr>
      <vt:lpstr>Features and Benefits of Jenkins</vt:lpstr>
      <vt:lpstr>Jenkins Architecture and UI</vt:lpstr>
      <vt:lpstr>Architecture</vt:lpstr>
      <vt:lpstr>Exploring Jenkins UI</vt:lpstr>
      <vt:lpstr>Key Takeaways</vt:lpstr>
      <vt:lpstr>Summary of Concepts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created xsi:type="dcterms:W3CDTF">2024-06-26T20:20:27Z</dcterms:created>
  <dcterms:modified xsi:type="dcterms:W3CDTF">2025-12-09T05:43:15Z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dad3be33-4108-4738-9e07-d8656a181486_Enabled">
    <vt:lpwstr>true</vt:lpwstr>
  </property>
  <property fmtid="{D5CDD505-2E9C-101B-9397-08002B2CF9AE}" pid="5" name="MSIP_Label_dad3be33-4108-4738-9e07-d8656a181486_SetDate">
    <vt:lpwstr>2025-12-09T05:43:09Z</vt:lpwstr>
  </property>
  <property fmtid="{D5CDD505-2E9C-101B-9397-08002B2CF9AE}" pid="6" name="MSIP_Label_dad3be33-4108-4738-9e07-d8656a181486_Method">
    <vt:lpwstr>Privileged</vt:lpwstr>
  </property>
  <property fmtid="{D5CDD505-2E9C-101B-9397-08002B2CF9AE}" pid="7" name="MSIP_Label_dad3be33-4108-4738-9e07-d8656a181486_Name">
    <vt:lpwstr>Public No Visual Label</vt:lpwstr>
  </property>
  <property fmtid="{D5CDD505-2E9C-101B-9397-08002B2CF9AE}" pid="8" name="MSIP_Label_dad3be33-4108-4738-9e07-d8656a181486_SiteId">
    <vt:lpwstr>945c199a-83a2-4e80-9f8c-5a91be5752dd</vt:lpwstr>
  </property>
  <property fmtid="{D5CDD505-2E9C-101B-9397-08002B2CF9AE}" pid="9" name="MSIP_Label_dad3be33-4108-4738-9e07-d8656a181486_ActionId">
    <vt:lpwstr>869e77a2-619f-496c-b213-f0c5fba6d1ce</vt:lpwstr>
  </property>
  <property fmtid="{D5CDD505-2E9C-101B-9397-08002B2CF9AE}" pid="10" name="MSIP_Label_dad3be33-4108-4738-9e07-d8656a181486_ContentBits">
    <vt:lpwstr>0</vt:lpwstr>
  </property>
  <property fmtid="{D5CDD505-2E9C-101B-9397-08002B2CF9AE}" pid="11" name="MSIP_Label_dad3be33-4108-4738-9e07-d8656a181486_Tag">
    <vt:lpwstr>10, 0, 1, 2</vt:lpwstr>
  </property>
</Properties>
</file>