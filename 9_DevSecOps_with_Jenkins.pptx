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2" r:id="rId4"/>
  </p:sldMasterIdLst>
  <p:notesMasterIdLst>
    <p:notesMasterId r:id="rId21"/>
  </p:notesMasterIdLst>
  <p:handoutMasterIdLst>
    <p:handoutMasterId r:id="rId22"/>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vSecOps with Jenkins" id="{5ADEA3E4-A661-4159-AB77-FB1AEC2CE853}">
          <p14:sldIdLst>
            <p14:sldId id="2561"/>
          </p14:sldIdLst>
        </p14:section>
        <p14:section name="Introduction to DevSecOps with Jenkins" id="{5DBB83DB-DCDB-45D3-BACE-A80A390E3A1E}">
          <p14:sldIdLst>
            <p14:sldId id="2562"/>
            <p14:sldId id="2563"/>
            <p14:sldId id="2564"/>
          </p14:sldIdLst>
        </p14:section>
        <p14:section name="Core Security Stages in DevSecOps" id="{06AD8C3A-D021-4FB7-8FCB-416D182E6C5C}">
          <p14:sldIdLst>
            <p14:sldId id="2565"/>
            <p14:sldId id="2566"/>
            <p14:sldId id="2567"/>
            <p14:sldId id="2568"/>
          </p14:sldIdLst>
        </p14:section>
        <p14:section name="DevSecOps Architecture and Tool Integration" id="{C343532C-B603-434D-9347-557ABF08FC2E}">
          <p14:sldIdLst>
            <p14:sldId id="2569"/>
            <p14:sldId id="2570"/>
            <p14:sldId id="2571"/>
          </p14:sldIdLst>
        </p14:section>
        <p14:section name="Case Study and Benefits" id="{D2F84608-3C92-44D3-A97C-956689523885}">
          <p14:sldIdLst>
            <p14:sldId id="2572"/>
            <p14:sldId id="2573"/>
            <p14:sldId id="2574"/>
          </p14:sldIdLst>
        </p14:section>
        <p14:section name="Conclusion and Key Takeaways" id="{61296BC5-A1A1-4B3B-B2D4-E5EE04A16A8B}">
          <p14:sldIdLst>
            <p14:sldId id="2575"/>
            <p14:sldId id="257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9941987A-41B7-49AC-EE6E-03F2D0BD95BA}" name="Daria Naidenov" initials="DN" userId="S::danaidenov@microsoft.com::ab38ab5f-bdf0-4774-ae5a-d2782abb2027" providerId="AD"/>
  <p188:author id="{05079B93-9652-6626-7181-414354FAD15D}" name="Sher Dionisio" initials="SD" userId="Sher Dionisio" providerId="None"/>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DBD9"/>
    <a:srgbClr val="FFE6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CDAFDD-1B02-4F96-92A2-3EB76D376E58}" v="18" dt="2025-12-09T06:26:30.0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62" autoAdjust="0"/>
    <p:restoredTop sz="94749"/>
  </p:normalViewPr>
  <p:slideViewPr>
    <p:cSldViewPr showGuides="1">
      <p:cViewPr>
        <p:scale>
          <a:sx n="100" d="100"/>
          <a:sy n="100" d="100"/>
        </p:scale>
        <p:origin x="-802" y="-389"/>
      </p:cViewPr>
      <p:guideLst>
        <p:guide orient="horz" pos="2160"/>
        <p:guide pos="3840"/>
      </p:guideLst>
    </p:cSldViewPr>
  </p:slideViewPr>
  <p:notesTextViewPr>
    <p:cViewPr>
      <p:scale>
        <a:sx n="1" d="1"/>
        <a:sy n="1" d="1"/>
      </p:scale>
      <p:origin x="0" y="0"/>
    </p:cViewPr>
  </p:notesTextViewPr>
  <p:sorterViewPr>
    <p:cViewPr>
      <p:scale>
        <a:sx n="1" d="1"/>
        <a:sy n="1" d="1"/>
      </p:scale>
      <p:origin x="0" y="-21892"/>
    </p:cViewPr>
  </p:sorterViewPr>
  <p:notesViewPr>
    <p:cSldViewPr>
      <p:cViewPr varScale="1">
        <p:scale>
          <a:sx n="87" d="100"/>
          <a:sy n="87" d="100"/>
        </p:scale>
        <p:origin x="700" y="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diagrams/_rels/data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C1CABC-62E3-4DC8-8B11-6BE92D5156F9}"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BDE9EAE8-D608-4CC8-AC53-3174D021B5C2}">
      <dgm:prSet/>
      <dgm:spPr/>
      <dgm:t>
        <a:bodyPr/>
        <a:lstStyle/>
        <a:p>
          <a:pPr>
            <a:lnSpc>
              <a:spcPct val="100000"/>
            </a:lnSpc>
            <a:defRPr b="1"/>
          </a:pPr>
          <a:r>
            <a:rPr lang="en-US"/>
            <a:t>Integrated Security Tools</a:t>
          </a:r>
        </a:p>
      </dgm:t>
    </dgm:pt>
    <dgm:pt modelId="{5F5AD261-9FC8-4627-99D1-1DA525678156}" type="parTrans" cxnId="{011AFD93-D445-4297-A542-00A68EBED1FD}">
      <dgm:prSet/>
      <dgm:spPr/>
      <dgm:t>
        <a:bodyPr/>
        <a:lstStyle/>
        <a:p>
          <a:endParaRPr lang="en-US"/>
        </a:p>
      </dgm:t>
    </dgm:pt>
    <dgm:pt modelId="{6BAC913C-7791-48E5-AE70-9F0B2D001DCB}" type="sibTrans" cxnId="{011AFD93-D445-4297-A542-00A68EBED1FD}">
      <dgm:prSet/>
      <dgm:spPr/>
      <dgm:t>
        <a:bodyPr/>
        <a:lstStyle/>
        <a:p>
          <a:pPr>
            <a:lnSpc>
              <a:spcPct val="100000"/>
            </a:lnSpc>
            <a:defRPr b="1"/>
          </a:pPr>
          <a:endParaRPr lang="en-US"/>
        </a:p>
      </dgm:t>
    </dgm:pt>
    <dgm:pt modelId="{C9A4744A-D370-4839-9B7F-3E761E6A4AD5}">
      <dgm:prSet/>
      <dgm:spPr/>
      <dgm:t>
        <a:bodyPr/>
        <a:lstStyle/>
        <a:p>
          <a:pPr>
            <a:lnSpc>
              <a:spcPct val="100000"/>
            </a:lnSpc>
          </a:pPr>
          <a:r>
            <a:rPr lang="en-US"/>
            <a:t>The pipeline integrates SAST, SCA, DAST, and RASP tools for comprehensive security coverage.</a:t>
          </a:r>
        </a:p>
      </dgm:t>
    </dgm:pt>
    <dgm:pt modelId="{B4425E41-EC85-4DC2-A5EF-8853680D53DB}" type="parTrans" cxnId="{59574E42-3F42-4871-B768-994EB1FEACD7}">
      <dgm:prSet/>
      <dgm:spPr/>
      <dgm:t>
        <a:bodyPr/>
        <a:lstStyle/>
        <a:p>
          <a:endParaRPr lang="en-US"/>
        </a:p>
      </dgm:t>
    </dgm:pt>
    <dgm:pt modelId="{68F9AA6E-3DE7-4108-BD35-D6F5BD7DB96B}" type="sibTrans" cxnId="{59574E42-3F42-4871-B768-994EB1FEACD7}">
      <dgm:prSet/>
      <dgm:spPr/>
      <dgm:t>
        <a:bodyPr/>
        <a:lstStyle/>
        <a:p>
          <a:endParaRPr lang="en-US"/>
        </a:p>
      </dgm:t>
    </dgm:pt>
    <dgm:pt modelId="{88E0203E-DBE0-4EE7-89E7-08CF2E9B9A84}">
      <dgm:prSet/>
      <dgm:spPr/>
      <dgm:t>
        <a:bodyPr/>
        <a:lstStyle/>
        <a:p>
          <a:pPr>
            <a:lnSpc>
              <a:spcPct val="100000"/>
            </a:lnSpc>
            <a:defRPr b="1"/>
          </a:pPr>
          <a:r>
            <a:rPr lang="en-US"/>
            <a:t>Jenkins Automation</a:t>
          </a:r>
        </a:p>
      </dgm:t>
    </dgm:pt>
    <dgm:pt modelId="{E4DE0FBE-C3C8-41F6-9F09-5B527C6C9039}" type="parTrans" cxnId="{203B0FD2-AC13-4333-B101-06E98D609A63}">
      <dgm:prSet/>
      <dgm:spPr/>
      <dgm:t>
        <a:bodyPr/>
        <a:lstStyle/>
        <a:p>
          <a:endParaRPr lang="en-US"/>
        </a:p>
      </dgm:t>
    </dgm:pt>
    <dgm:pt modelId="{2DAEECE3-C396-4DF5-8F29-8CB4AD34313D}" type="sibTrans" cxnId="{203B0FD2-AC13-4333-B101-06E98D609A63}">
      <dgm:prSet/>
      <dgm:spPr/>
      <dgm:t>
        <a:bodyPr/>
        <a:lstStyle/>
        <a:p>
          <a:pPr>
            <a:lnSpc>
              <a:spcPct val="100000"/>
            </a:lnSpc>
            <a:defRPr b="1"/>
          </a:pPr>
          <a:endParaRPr lang="en-US"/>
        </a:p>
      </dgm:t>
    </dgm:pt>
    <dgm:pt modelId="{958F432D-523D-4894-A944-A739A358D9EF}">
      <dgm:prSet/>
      <dgm:spPr/>
      <dgm:t>
        <a:bodyPr/>
        <a:lstStyle/>
        <a:p>
          <a:pPr>
            <a:lnSpc>
              <a:spcPct val="100000"/>
            </a:lnSpc>
          </a:pPr>
          <a:r>
            <a:rPr lang="en-US"/>
            <a:t>Jenkins orchestrates builds and security scans ensuring automated and consistent checks across stages.</a:t>
          </a:r>
        </a:p>
      </dgm:t>
    </dgm:pt>
    <dgm:pt modelId="{A02B0F52-3F2E-404A-88F0-379B20C93398}" type="parTrans" cxnId="{47C16FDE-CCD0-4303-9983-BBB67E63B003}">
      <dgm:prSet/>
      <dgm:spPr/>
      <dgm:t>
        <a:bodyPr/>
        <a:lstStyle/>
        <a:p>
          <a:endParaRPr lang="en-US"/>
        </a:p>
      </dgm:t>
    </dgm:pt>
    <dgm:pt modelId="{40AB38A1-1DB3-4094-A0BC-9E8DB6B894AA}" type="sibTrans" cxnId="{47C16FDE-CCD0-4303-9983-BBB67E63B003}">
      <dgm:prSet/>
      <dgm:spPr/>
      <dgm:t>
        <a:bodyPr/>
        <a:lstStyle/>
        <a:p>
          <a:endParaRPr lang="en-US"/>
        </a:p>
      </dgm:t>
    </dgm:pt>
    <dgm:pt modelId="{623D330E-D11F-4894-9B4B-44E60891733F}">
      <dgm:prSet/>
      <dgm:spPr/>
      <dgm:t>
        <a:bodyPr/>
        <a:lstStyle/>
        <a:p>
          <a:pPr>
            <a:lnSpc>
              <a:spcPct val="100000"/>
            </a:lnSpc>
            <a:defRPr b="1"/>
          </a:pPr>
          <a:r>
            <a:rPr lang="en-US"/>
            <a:t>Continuous Security Monitoring</a:t>
          </a:r>
        </a:p>
      </dgm:t>
    </dgm:pt>
    <dgm:pt modelId="{46FFAB76-CB71-4B83-AF6F-BFFB0F007809}" type="parTrans" cxnId="{6460F3F7-438A-45CF-9E27-9676D4FC7EC5}">
      <dgm:prSet/>
      <dgm:spPr/>
      <dgm:t>
        <a:bodyPr/>
        <a:lstStyle/>
        <a:p>
          <a:endParaRPr lang="en-US"/>
        </a:p>
      </dgm:t>
    </dgm:pt>
    <dgm:pt modelId="{E53A5005-CEAF-45DD-A892-91E6B92144F0}" type="sibTrans" cxnId="{6460F3F7-438A-45CF-9E27-9676D4FC7EC5}">
      <dgm:prSet/>
      <dgm:spPr/>
      <dgm:t>
        <a:bodyPr/>
        <a:lstStyle/>
        <a:p>
          <a:endParaRPr lang="en-US"/>
        </a:p>
      </dgm:t>
    </dgm:pt>
    <dgm:pt modelId="{ACFD9985-B903-4914-A6AB-5CBE94097E1B}">
      <dgm:prSet/>
      <dgm:spPr/>
      <dgm:t>
        <a:bodyPr/>
        <a:lstStyle/>
        <a:p>
          <a:pPr>
            <a:lnSpc>
              <a:spcPct val="100000"/>
            </a:lnSpc>
          </a:pPr>
          <a:r>
            <a:rPr lang="en-US"/>
            <a:t>The architecture promotes continuous monitoring, scalability, and compliance throughout the delivery process.</a:t>
          </a:r>
        </a:p>
      </dgm:t>
    </dgm:pt>
    <dgm:pt modelId="{9C1FD31C-E0A4-4106-8219-31BE12B51B1F}" type="parTrans" cxnId="{DE3009F2-1D9C-49ED-B8E9-9E909E84E117}">
      <dgm:prSet/>
      <dgm:spPr/>
      <dgm:t>
        <a:bodyPr/>
        <a:lstStyle/>
        <a:p>
          <a:endParaRPr lang="en-US"/>
        </a:p>
      </dgm:t>
    </dgm:pt>
    <dgm:pt modelId="{CF0C7C8D-8E89-4041-B5FF-C27221CF2B34}" type="sibTrans" cxnId="{DE3009F2-1D9C-49ED-B8E9-9E909E84E117}">
      <dgm:prSet/>
      <dgm:spPr/>
      <dgm:t>
        <a:bodyPr/>
        <a:lstStyle/>
        <a:p>
          <a:endParaRPr lang="en-US"/>
        </a:p>
      </dgm:t>
    </dgm:pt>
    <dgm:pt modelId="{AD1FD608-2021-4A95-92D6-73E957D9144A}" type="pres">
      <dgm:prSet presAssocID="{9AC1CABC-62E3-4DC8-8B11-6BE92D5156F9}" presName="Root" presStyleCnt="0">
        <dgm:presLayoutVars>
          <dgm:dir/>
          <dgm:resizeHandles val="exact"/>
        </dgm:presLayoutVars>
      </dgm:prSet>
      <dgm:spPr/>
    </dgm:pt>
    <dgm:pt modelId="{2C1D6134-CFC7-4030-AE6F-D94B10192F4E}" type="pres">
      <dgm:prSet presAssocID="{BDE9EAE8-D608-4CC8-AC53-3174D021B5C2}" presName="Composite" presStyleCnt="0"/>
      <dgm:spPr/>
    </dgm:pt>
    <dgm:pt modelId="{BE75D853-817F-4C8C-8606-775171136355}" type="pres">
      <dgm:prSet presAssocID="{BDE9EAE8-D608-4CC8-AC53-3174D021B5C2}"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8958" r="16040" b="-2"/>
          <a:stretch/>
        </a:blipFill>
      </dgm:spPr>
      <dgm:extLst>
        <a:ext uri="{E40237B7-FDA0-4F09-8148-C483321AD2D9}">
          <dgm14:cNvPr xmlns:dgm14="http://schemas.microsoft.com/office/drawing/2010/diagram" id="0" name="" descr="Abstract 3D illustration."/>
        </a:ext>
      </dgm:extLst>
    </dgm:pt>
    <dgm:pt modelId="{F0A72097-B3FF-476D-9418-BACC3B118944}" type="pres">
      <dgm:prSet presAssocID="{BDE9EAE8-D608-4CC8-AC53-3174D021B5C2}" presName="Subtitle" presStyleLbl="revTx" presStyleIdx="0" presStyleCnt="6">
        <dgm:presLayoutVars>
          <dgm:chMax val="0"/>
          <dgm:bulletEnabled/>
        </dgm:presLayoutVars>
      </dgm:prSet>
      <dgm:spPr/>
    </dgm:pt>
    <dgm:pt modelId="{44ADF7A6-6E6A-4EF5-A95E-322470A779AB}" type="pres">
      <dgm:prSet presAssocID="{BDE9EAE8-D608-4CC8-AC53-3174D021B5C2}" presName="Description" presStyleLbl="revTx" presStyleIdx="1" presStyleCnt="6">
        <dgm:presLayoutVars>
          <dgm:bulletEnabled/>
        </dgm:presLayoutVars>
      </dgm:prSet>
      <dgm:spPr/>
    </dgm:pt>
    <dgm:pt modelId="{D6D3ED96-9AF5-4A06-AAB7-E4B17BDF997F}" type="pres">
      <dgm:prSet presAssocID="{6BAC913C-7791-48E5-AE70-9F0B2D001DCB}" presName="sibTrans" presStyleLbl="sibTrans2D1" presStyleIdx="0" presStyleCnt="0"/>
      <dgm:spPr/>
    </dgm:pt>
    <dgm:pt modelId="{6DD3BA4B-40F0-40B9-9ECA-760A26FCEA75}" type="pres">
      <dgm:prSet presAssocID="{88E0203E-DBE0-4EE7-89E7-08CF2E9B9A84}" presName="Composite" presStyleCnt="0"/>
      <dgm:spPr/>
    </dgm:pt>
    <dgm:pt modelId="{991EE6EB-155A-4338-8961-C00BBAD80852}" type="pres">
      <dgm:prSet presAssocID="{88E0203E-DBE0-4EE7-89E7-08CF2E9B9A84}"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2106" r="12892" b="-2"/>
          <a:stretch/>
        </a:blipFill>
      </dgm:spPr>
      <dgm:extLst>
        <a:ext uri="{E40237B7-FDA0-4F09-8148-C483321AD2D9}">
          <dgm14:cNvPr xmlns:dgm14="http://schemas.microsoft.com/office/drawing/2010/diagram" id="0" name="" descr="Correct check box digital concept on the circuit board"/>
        </a:ext>
      </dgm:extLst>
    </dgm:pt>
    <dgm:pt modelId="{EDA13D5B-B2D2-450C-8DC9-4789919E9E34}" type="pres">
      <dgm:prSet presAssocID="{88E0203E-DBE0-4EE7-89E7-08CF2E9B9A84}" presName="Subtitle" presStyleLbl="revTx" presStyleIdx="2" presStyleCnt="6">
        <dgm:presLayoutVars>
          <dgm:chMax val="0"/>
          <dgm:bulletEnabled/>
        </dgm:presLayoutVars>
      </dgm:prSet>
      <dgm:spPr/>
    </dgm:pt>
    <dgm:pt modelId="{E79A5054-8252-44A3-8887-7B58E654638B}" type="pres">
      <dgm:prSet presAssocID="{88E0203E-DBE0-4EE7-89E7-08CF2E9B9A84}" presName="Description" presStyleLbl="revTx" presStyleIdx="3" presStyleCnt="6">
        <dgm:presLayoutVars>
          <dgm:bulletEnabled/>
        </dgm:presLayoutVars>
      </dgm:prSet>
      <dgm:spPr/>
    </dgm:pt>
    <dgm:pt modelId="{6853B0A5-A87E-497F-806F-1008B187CB55}" type="pres">
      <dgm:prSet presAssocID="{2DAEECE3-C396-4DF5-8F29-8CB4AD34313D}" presName="sibTrans" presStyleLbl="sibTrans2D1" presStyleIdx="0" presStyleCnt="0"/>
      <dgm:spPr/>
    </dgm:pt>
    <dgm:pt modelId="{48A1CA8B-45E4-4022-86D8-206BCBAA3558}" type="pres">
      <dgm:prSet presAssocID="{623D330E-D11F-4894-9B4B-44E60891733F}" presName="Composite" presStyleCnt="0"/>
      <dgm:spPr/>
    </dgm:pt>
    <dgm:pt modelId="{F6EBA965-0C98-4675-BD43-947E5AD0A486}" type="pres">
      <dgm:prSet presAssocID="{623D330E-D11F-4894-9B4B-44E60891733F}"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0498" r="26754" b="4"/>
          <a:stretch/>
        </a:blipFill>
      </dgm:spPr>
      <dgm:extLst>
        <a:ext uri="{E40237B7-FDA0-4F09-8148-C483321AD2D9}">
          <dgm14:cNvPr xmlns:dgm14="http://schemas.microsoft.com/office/drawing/2010/diagram" id="0" name="" descr="A computer futuristic digital program hud interface with a personal control system over a network, in which the computer uses the interface to interact with the user."/>
        </a:ext>
      </dgm:extLst>
    </dgm:pt>
    <dgm:pt modelId="{B598874B-B563-4EF1-AA0B-3754D220083A}" type="pres">
      <dgm:prSet presAssocID="{623D330E-D11F-4894-9B4B-44E60891733F}" presName="Subtitle" presStyleLbl="revTx" presStyleIdx="4" presStyleCnt="6">
        <dgm:presLayoutVars>
          <dgm:chMax val="0"/>
          <dgm:bulletEnabled/>
        </dgm:presLayoutVars>
      </dgm:prSet>
      <dgm:spPr/>
    </dgm:pt>
    <dgm:pt modelId="{4386638C-E947-4665-949C-37BF90A58E16}" type="pres">
      <dgm:prSet presAssocID="{623D330E-D11F-4894-9B4B-44E60891733F}" presName="Description" presStyleLbl="revTx" presStyleIdx="5" presStyleCnt="6">
        <dgm:presLayoutVars>
          <dgm:bulletEnabled/>
        </dgm:presLayoutVars>
      </dgm:prSet>
      <dgm:spPr/>
    </dgm:pt>
  </dgm:ptLst>
  <dgm:cxnLst>
    <dgm:cxn modelId="{AAD45D2C-28AE-416C-9305-AEA1F95EE723}" type="presOf" srcId="{623D330E-D11F-4894-9B4B-44E60891733F}" destId="{B598874B-B563-4EF1-AA0B-3754D220083A}" srcOrd="0" destOrd="0" presId="urn:microsoft.com/office/officeart/2024/3/layout/verticalVisualTextBlock1"/>
    <dgm:cxn modelId="{04EA6E3D-A580-4CAA-B431-A073BC1CED36}" type="presOf" srcId="{88E0203E-DBE0-4EE7-89E7-08CF2E9B9A84}" destId="{EDA13D5B-B2D2-450C-8DC9-4789919E9E34}" srcOrd="0" destOrd="0" presId="urn:microsoft.com/office/officeart/2024/3/layout/verticalVisualTextBlock1"/>
    <dgm:cxn modelId="{C14A755C-292B-45DB-B254-D61D6713DBE0}" type="presOf" srcId="{958F432D-523D-4894-A944-A739A358D9EF}" destId="{E79A5054-8252-44A3-8887-7B58E654638B}" srcOrd="0" destOrd="0" presId="urn:microsoft.com/office/officeart/2024/3/layout/verticalVisualTextBlock1"/>
    <dgm:cxn modelId="{E27E7E5F-3815-45DA-BCA7-97EEAB950113}" type="presOf" srcId="{BDE9EAE8-D608-4CC8-AC53-3174D021B5C2}" destId="{F0A72097-B3FF-476D-9418-BACC3B118944}" srcOrd="0" destOrd="0" presId="urn:microsoft.com/office/officeart/2024/3/layout/verticalVisualTextBlock1"/>
    <dgm:cxn modelId="{59574E42-3F42-4871-B768-994EB1FEACD7}" srcId="{BDE9EAE8-D608-4CC8-AC53-3174D021B5C2}" destId="{C9A4744A-D370-4839-9B7F-3E761E6A4AD5}" srcOrd="0" destOrd="0" parTransId="{B4425E41-EC85-4DC2-A5EF-8853680D53DB}" sibTransId="{68F9AA6E-3DE7-4108-BD35-D6F5BD7DB96B}"/>
    <dgm:cxn modelId="{75EEB345-8892-4686-80FE-A4DB2235C625}" type="presOf" srcId="{ACFD9985-B903-4914-A6AB-5CBE94097E1B}" destId="{4386638C-E947-4665-949C-37BF90A58E16}" srcOrd="0" destOrd="0" presId="urn:microsoft.com/office/officeart/2024/3/layout/verticalVisualTextBlock1"/>
    <dgm:cxn modelId="{F47FC047-63DE-4174-A669-B14C4F9BBE47}" type="presOf" srcId="{2DAEECE3-C396-4DF5-8F29-8CB4AD34313D}" destId="{6853B0A5-A87E-497F-806F-1008B187CB55}" srcOrd="0" destOrd="0" presId="urn:microsoft.com/office/officeart/2024/3/layout/verticalVisualTextBlock1"/>
    <dgm:cxn modelId="{011AFD93-D445-4297-A542-00A68EBED1FD}" srcId="{9AC1CABC-62E3-4DC8-8B11-6BE92D5156F9}" destId="{BDE9EAE8-D608-4CC8-AC53-3174D021B5C2}" srcOrd="0" destOrd="0" parTransId="{5F5AD261-9FC8-4627-99D1-1DA525678156}" sibTransId="{6BAC913C-7791-48E5-AE70-9F0B2D001DCB}"/>
    <dgm:cxn modelId="{3BC1B7BA-EE8E-40D3-BD8F-75F00D90BB9F}" type="presOf" srcId="{C9A4744A-D370-4839-9B7F-3E761E6A4AD5}" destId="{44ADF7A6-6E6A-4EF5-A95E-322470A779AB}" srcOrd="0" destOrd="0" presId="urn:microsoft.com/office/officeart/2024/3/layout/verticalVisualTextBlock1"/>
    <dgm:cxn modelId="{203B0FD2-AC13-4333-B101-06E98D609A63}" srcId="{9AC1CABC-62E3-4DC8-8B11-6BE92D5156F9}" destId="{88E0203E-DBE0-4EE7-89E7-08CF2E9B9A84}" srcOrd="1" destOrd="0" parTransId="{E4DE0FBE-C3C8-41F6-9F09-5B527C6C9039}" sibTransId="{2DAEECE3-C396-4DF5-8F29-8CB4AD34313D}"/>
    <dgm:cxn modelId="{F32B2ED6-3E88-4618-AED2-116E814BE355}" type="presOf" srcId="{6BAC913C-7791-48E5-AE70-9F0B2D001DCB}" destId="{D6D3ED96-9AF5-4A06-AAB7-E4B17BDF997F}" srcOrd="0" destOrd="0" presId="urn:microsoft.com/office/officeart/2024/3/layout/verticalVisualTextBlock1"/>
    <dgm:cxn modelId="{FC8818D7-64A5-4D49-818E-91DEFEA86E5C}" type="presOf" srcId="{9AC1CABC-62E3-4DC8-8B11-6BE92D5156F9}" destId="{AD1FD608-2021-4A95-92D6-73E957D9144A}" srcOrd="0" destOrd="0" presId="urn:microsoft.com/office/officeart/2024/3/layout/verticalVisualTextBlock1"/>
    <dgm:cxn modelId="{47C16FDE-CCD0-4303-9983-BBB67E63B003}" srcId="{88E0203E-DBE0-4EE7-89E7-08CF2E9B9A84}" destId="{958F432D-523D-4894-A944-A739A358D9EF}" srcOrd="0" destOrd="0" parTransId="{A02B0F52-3F2E-404A-88F0-379B20C93398}" sibTransId="{40AB38A1-1DB3-4094-A0BC-9E8DB6B894AA}"/>
    <dgm:cxn modelId="{DE3009F2-1D9C-49ED-B8E9-9E909E84E117}" srcId="{623D330E-D11F-4894-9B4B-44E60891733F}" destId="{ACFD9985-B903-4914-A6AB-5CBE94097E1B}" srcOrd="0" destOrd="0" parTransId="{9C1FD31C-E0A4-4106-8219-31BE12B51B1F}" sibTransId="{CF0C7C8D-8E89-4041-B5FF-C27221CF2B34}"/>
    <dgm:cxn modelId="{6460F3F7-438A-45CF-9E27-9676D4FC7EC5}" srcId="{9AC1CABC-62E3-4DC8-8B11-6BE92D5156F9}" destId="{623D330E-D11F-4894-9B4B-44E60891733F}" srcOrd="2" destOrd="0" parTransId="{46FFAB76-CB71-4B83-AF6F-BFFB0F007809}" sibTransId="{E53A5005-CEAF-45DD-A892-91E6B92144F0}"/>
    <dgm:cxn modelId="{172A5507-EA23-4D18-B9E8-E754D5D2382E}" type="presParOf" srcId="{AD1FD608-2021-4A95-92D6-73E957D9144A}" destId="{2C1D6134-CFC7-4030-AE6F-D94B10192F4E}" srcOrd="0" destOrd="0" presId="urn:microsoft.com/office/officeart/2024/3/layout/verticalVisualTextBlock1"/>
    <dgm:cxn modelId="{ABEF2F4E-27FD-44D0-BB3A-06E9A920B412}" type="presParOf" srcId="{2C1D6134-CFC7-4030-AE6F-D94B10192F4E}" destId="{BE75D853-817F-4C8C-8606-775171136355}" srcOrd="0" destOrd="0" presId="urn:microsoft.com/office/officeart/2024/3/layout/verticalVisualTextBlock1"/>
    <dgm:cxn modelId="{2DEA66F0-6A30-4C43-A422-7CFA646E2560}" type="presParOf" srcId="{2C1D6134-CFC7-4030-AE6F-D94B10192F4E}" destId="{F0A72097-B3FF-476D-9418-BACC3B118944}" srcOrd="1" destOrd="0" presId="urn:microsoft.com/office/officeart/2024/3/layout/verticalVisualTextBlock1"/>
    <dgm:cxn modelId="{59ECD92F-D025-4E16-87DC-EB302319FD80}" type="presParOf" srcId="{2C1D6134-CFC7-4030-AE6F-D94B10192F4E}" destId="{44ADF7A6-6E6A-4EF5-A95E-322470A779AB}" srcOrd="2" destOrd="0" presId="urn:microsoft.com/office/officeart/2024/3/layout/verticalVisualTextBlock1"/>
    <dgm:cxn modelId="{F5734213-F88C-4AC1-A246-BCEF8442A7F0}" type="presParOf" srcId="{AD1FD608-2021-4A95-92D6-73E957D9144A}" destId="{D6D3ED96-9AF5-4A06-AAB7-E4B17BDF997F}" srcOrd="1" destOrd="0" presId="urn:microsoft.com/office/officeart/2024/3/layout/verticalVisualTextBlock1"/>
    <dgm:cxn modelId="{AA5D4261-8FA6-47C5-B82E-43D7D2B3570D}" type="presParOf" srcId="{AD1FD608-2021-4A95-92D6-73E957D9144A}" destId="{6DD3BA4B-40F0-40B9-9ECA-760A26FCEA75}" srcOrd="2" destOrd="0" presId="urn:microsoft.com/office/officeart/2024/3/layout/verticalVisualTextBlock1"/>
    <dgm:cxn modelId="{336EB2C8-BDE0-41C6-B5B3-F45CAB033BB9}" type="presParOf" srcId="{6DD3BA4B-40F0-40B9-9ECA-760A26FCEA75}" destId="{991EE6EB-155A-4338-8961-C00BBAD80852}" srcOrd="0" destOrd="0" presId="urn:microsoft.com/office/officeart/2024/3/layout/verticalVisualTextBlock1"/>
    <dgm:cxn modelId="{CE0C45B3-E5E0-4DDF-B3A9-1400D14EE288}" type="presParOf" srcId="{6DD3BA4B-40F0-40B9-9ECA-760A26FCEA75}" destId="{EDA13D5B-B2D2-450C-8DC9-4789919E9E34}" srcOrd="1" destOrd="0" presId="urn:microsoft.com/office/officeart/2024/3/layout/verticalVisualTextBlock1"/>
    <dgm:cxn modelId="{C8D1F998-51CD-430F-9BEB-A2E1EC26EDD3}" type="presParOf" srcId="{6DD3BA4B-40F0-40B9-9ECA-760A26FCEA75}" destId="{E79A5054-8252-44A3-8887-7B58E654638B}" srcOrd="2" destOrd="0" presId="urn:microsoft.com/office/officeart/2024/3/layout/verticalVisualTextBlock1"/>
    <dgm:cxn modelId="{1619A53B-450B-4A82-B900-FE2F5AFFE573}" type="presParOf" srcId="{AD1FD608-2021-4A95-92D6-73E957D9144A}" destId="{6853B0A5-A87E-497F-806F-1008B187CB55}" srcOrd="3" destOrd="0" presId="urn:microsoft.com/office/officeart/2024/3/layout/verticalVisualTextBlock1"/>
    <dgm:cxn modelId="{0ED28C82-EE85-499E-963D-E36A9E3E712B}" type="presParOf" srcId="{AD1FD608-2021-4A95-92D6-73E957D9144A}" destId="{48A1CA8B-45E4-4022-86D8-206BCBAA3558}" srcOrd="4" destOrd="0" presId="urn:microsoft.com/office/officeart/2024/3/layout/verticalVisualTextBlock1"/>
    <dgm:cxn modelId="{51C2E508-9A6D-457E-B6CE-367FD9B89AA8}" type="presParOf" srcId="{48A1CA8B-45E4-4022-86D8-206BCBAA3558}" destId="{F6EBA965-0C98-4675-BD43-947E5AD0A486}" srcOrd="0" destOrd="0" presId="urn:microsoft.com/office/officeart/2024/3/layout/verticalVisualTextBlock1"/>
    <dgm:cxn modelId="{F1FA60A9-2D6D-45AB-AB3F-99322EDF5C88}" type="presParOf" srcId="{48A1CA8B-45E4-4022-86D8-206BCBAA3558}" destId="{B598874B-B563-4EF1-AA0B-3754D220083A}" srcOrd="1" destOrd="0" presId="urn:microsoft.com/office/officeart/2024/3/layout/verticalVisualTextBlock1"/>
    <dgm:cxn modelId="{9B073D27-FAAC-4250-8F74-53FADE7D1946}" type="presParOf" srcId="{48A1CA8B-45E4-4022-86D8-206BCBAA3558}" destId="{4386638C-E947-4665-949C-37BF90A58E16}"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75D853-817F-4C8C-8606-775171136355}">
      <dsp:nvSpPr>
        <dsp:cNvPr id="0" name=""/>
        <dsp:cNvSpPr/>
      </dsp:nvSpPr>
      <dsp:spPr>
        <a:xfrm>
          <a:off x="0" y="0"/>
          <a:ext cx="1496134" cy="1496134"/>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8958" r="16040" b="-2"/>
          <a:stretch/>
        </a:blipFill>
        <a:ln>
          <a:noFill/>
        </a:ln>
        <a:effectLst/>
      </dsp:spPr>
      <dsp:style>
        <a:lnRef idx="0">
          <a:scrgbClr r="0" g="0" b="0"/>
        </a:lnRef>
        <a:fillRef idx="3">
          <a:scrgbClr r="0" g="0" b="0"/>
        </a:fillRef>
        <a:effectRef idx="2">
          <a:scrgbClr r="0" g="0" b="0"/>
        </a:effectRef>
        <a:fontRef idx="minor">
          <a:schemeClr val="lt1"/>
        </a:fontRef>
      </dsp:style>
    </dsp:sp>
    <dsp:sp modelId="{F0A72097-B3FF-476D-9418-BACC3B118944}">
      <dsp:nvSpPr>
        <dsp:cNvPr id="0" name=""/>
        <dsp:cNvSpPr/>
      </dsp:nvSpPr>
      <dsp:spPr>
        <a:xfrm>
          <a:off x="1676134" y="0"/>
          <a:ext cx="9449067" cy="3764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Integrated Security Tools</a:t>
          </a:r>
        </a:p>
      </dsp:txBody>
      <dsp:txXfrm>
        <a:off x="1676134" y="0"/>
        <a:ext cx="9449067" cy="376489"/>
      </dsp:txXfrm>
    </dsp:sp>
    <dsp:sp modelId="{44ADF7A6-6E6A-4EF5-A95E-322470A779AB}">
      <dsp:nvSpPr>
        <dsp:cNvPr id="0" name=""/>
        <dsp:cNvSpPr/>
      </dsp:nvSpPr>
      <dsp:spPr>
        <a:xfrm>
          <a:off x="1676134" y="376489"/>
          <a:ext cx="9449067" cy="1119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pipeline integrates SAST, SCA, DAST, and RASP tools for comprehensive security coverage.</a:t>
          </a:r>
        </a:p>
      </dsp:txBody>
      <dsp:txXfrm>
        <a:off x="1676134" y="376489"/>
        <a:ext cx="9449067" cy="1119645"/>
      </dsp:txXfrm>
    </dsp:sp>
    <dsp:sp modelId="{991EE6EB-155A-4338-8961-C00BBAD80852}">
      <dsp:nvSpPr>
        <dsp:cNvPr id="0" name=""/>
        <dsp:cNvSpPr/>
      </dsp:nvSpPr>
      <dsp:spPr>
        <a:xfrm>
          <a:off x="0" y="1615825"/>
          <a:ext cx="1496134" cy="1496134"/>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2106" r="12892" b="-2"/>
          <a:stretch/>
        </a:blipFill>
        <a:ln>
          <a:noFill/>
        </a:ln>
        <a:effectLst/>
      </dsp:spPr>
      <dsp:style>
        <a:lnRef idx="0">
          <a:scrgbClr r="0" g="0" b="0"/>
        </a:lnRef>
        <a:fillRef idx="3">
          <a:scrgbClr r="0" g="0" b="0"/>
        </a:fillRef>
        <a:effectRef idx="2">
          <a:scrgbClr r="0" g="0" b="0"/>
        </a:effectRef>
        <a:fontRef idx="minor">
          <a:schemeClr val="lt1"/>
        </a:fontRef>
      </dsp:style>
    </dsp:sp>
    <dsp:sp modelId="{EDA13D5B-B2D2-450C-8DC9-4789919E9E34}">
      <dsp:nvSpPr>
        <dsp:cNvPr id="0" name=""/>
        <dsp:cNvSpPr/>
      </dsp:nvSpPr>
      <dsp:spPr>
        <a:xfrm>
          <a:off x="1676134" y="1615825"/>
          <a:ext cx="9449067" cy="3764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Jenkins Automation</a:t>
          </a:r>
        </a:p>
      </dsp:txBody>
      <dsp:txXfrm>
        <a:off x="1676134" y="1615825"/>
        <a:ext cx="9449067" cy="376489"/>
      </dsp:txXfrm>
    </dsp:sp>
    <dsp:sp modelId="{E79A5054-8252-44A3-8887-7B58E654638B}">
      <dsp:nvSpPr>
        <dsp:cNvPr id="0" name=""/>
        <dsp:cNvSpPr/>
      </dsp:nvSpPr>
      <dsp:spPr>
        <a:xfrm>
          <a:off x="1676134" y="1992314"/>
          <a:ext cx="9449067" cy="1119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Jenkins orchestrates builds and security scans ensuring automated and consistent checks across stages.</a:t>
          </a:r>
        </a:p>
      </dsp:txBody>
      <dsp:txXfrm>
        <a:off x="1676134" y="1992314"/>
        <a:ext cx="9449067" cy="1119645"/>
      </dsp:txXfrm>
    </dsp:sp>
    <dsp:sp modelId="{F6EBA965-0C98-4675-BD43-947E5AD0A486}">
      <dsp:nvSpPr>
        <dsp:cNvPr id="0" name=""/>
        <dsp:cNvSpPr/>
      </dsp:nvSpPr>
      <dsp:spPr>
        <a:xfrm>
          <a:off x="0" y="3231650"/>
          <a:ext cx="1496134" cy="1496134"/>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0498" r="26754" b="4"/>
          <a:stretch/>
        </a:blipFill>
        <a:ln>
          <a:noFill/>
        </a:ln>
        <a:effectLst/>
      </dsp:spPr>
      <dsp:style>
        <a:lnRef idx="0">
          <a:scrgbClr r="0" g="0" b="0"/>
        </a:lnRef>
        <a:fillRef idx="3">
          <a:scrgbClr r="0" g="0" b="0"/>
        </a:fillRef>
        <a:effectRef idx="2">
          <a:scrgbClr r="0" g="0" b="0"/>
        </a:effectRef>
        <a:fontRef idx="minor">
          <a:schemeClr val="lt1"/>
        </a:fontRef>
      </dsp:style>
    </dsp:sp>
    <dsp:sp modelId="{B598874B-B563-4EF1-AA0B-3754D220083A}">
      <dsp:nvSpPr>
        <dsp:cNvPr id="0" name=""/>
        <dsp:cNvSpPr/>
      </dsp:nvSpPr>
      <dsp:spPr>
        <a:xfrm>
          <a:off x="1676134" y="3231650"/>
          <a:ext cx="9449067" cy="3764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Continuous Security Monitoring</a:t>
          </a:r>
        </a:p>
      </dsp:txBody>
      <dsp:txXfrm>
        <a:off x="1676134" y="3231650"/>
        <a:ext cx="9449067" cy="376489"/>
      </dsp:txXfrm>
    </dsp:sp>
    <dsp:sp modelId="{4386638C-E947-4665-949C-37BF90A58E16}">
      <dsp:nvSpPr>
        <dsp:cNvPr id="0" name=""/>
        <dsp:cNvSpPr/>
      </dsp:nvSpPr>
      <dsp:spPr>
        <a:xfrm>
          <a:off x="1676134" y="3608139"/>
          <a:ext cx="9449067" cy="1119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architecture promotes continuous monitoring, scalability, and compliance throughout the delivery process.</a:t>
          </a:r>
        </a:p>
      </dsp:txBody>
      <dsp:txXfrm>
        <a:off x="1676134" y="3608139"/>
        <a:ext cx="9449067" cy="1119645"/>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12/8/2025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8023507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Learning Objectives, Overview of DevSecOps</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41422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By the end of this lesson, learners will understand how to integrate security practices into the CI/CD pipeline using Jenkins. The objectives include outlining the various stages of DevSecOps and their application in a secure software development lifecycle, applying static application security testing (SAST) techniques within Jenkins pipelines to identify vulnerabilities early, integrating software composition analysis (SCA) tools to automatically scan for vulnerabilities in third-party libraries, and constructing dynamic application security testing (DAST) setups to simulate real-world attack scenarios. Additionally, learners will explore runtime application self-protection (RASP) for real-time security monitoring and understand how these practices collectively enhance application security throughout development and deployment.</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32089749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DevSecOps is a methodology that integrates security into every phase of the software development lifecycle, ensuring vulnerabilities are identified and mitigated early. Unlike traditional approaches where security checks occur at the end, DevSecOps embeds security into continuous integration and delivery workflows. This proactive approach reduces risks, improves compliance, and accelerates delivery by automating security checks. Jenkins serves as a central automation server that enables seamless integration of security tools like Snyk for SAST and SCA, OWASP ZAP for DAST, and other plugins for secrets analysis and RASP. By leveraging Jenkins, organizations can enforce security policies, automate vulnerability scans, and maintain a secure pipeline without compromising speed or agility.</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7279423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Secrets Analysis, Static Application Security Testing (SAST), Dynamic Application Security Testing (DAST) and RASP</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26860319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Secrets analysis focuses on detecting sensitive information such as API keys, passwords, and tokens within code repositories. These secrets, if exposed, can lead to severe security breaches. Tools integrated with Jenkins can scan code before commits are pushed to remote repositories, ensuring credentials are not inadvertently exposed. Implementing secrets analysis early in the pipeline prevents unauthorized access and strengthens overall security posture. Common practices include using pre-commit hooks, automated scans during build stages, and leveraging plugins like git-secret to enforce compliance.</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3104812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SAST involves analyzing source code for vulnerabilities before compilation. Integrated with Jenkins, SAST tools scan for issues such as SQL injection, cross-site scripting (XSS), and insecure authentication practices. By embedding SAST into the CI/CD pipeline, developers receive immediate feedback on security flaws, enabling early remediation. This approach reduces costs associated with late-stage fixes and ensures compliance with security standards. Popular tools like Snyk provide actionable insights and integrate seamlessly with Jenkins to automate these checks during build stages.</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36717281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DAST simulates real-world attacks on running applications to identify runtime vulnerabilities such as input validation flaws and server misconfigurations. OWASP ZAP is a widely used DAST tool that integrates with Jenkins pipelines to automate penetration testing during deployment phases. RASP, on the other hand, provides real-time protection by monitoring application behavior during execution. It detects anomalies like broken authentication and malicious traffic without impacting performance. Together, DAST and RASP ensure comprehensive security coverage from development to production environments.</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9117079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DevSecOps Pipeline Architecture, Integrating Snyk and OWASP ZAP with Jenkins</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909013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typical DevSecOps pipeline using Jenkins integrates multiple security layers across stages. The architecture includes source code repositories linked to Jenkins, automated triggers for builds, and integrated tools for SAST, SCA, DAST, and RASP. For example, Snyk scans for vulnerabilities in dependencies, OWASP ZAP performs dynamic testing, and git-secret checks for exposed credentials. Jenkins orchestrates these tools, ensuring security checks are automated and consistent. This architecture promotes scalability, compliance, and continuous monitoring, making security an integral part of the delivery process.</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35201942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Snyk integration with Jenkins enables automated SAST and SCA scans during build stages. Developers can configure Snyk plugins, manage API tokens, and invoke security tasks within pipeline scripts. Similarly, OWASP ZAP can be integrated for DAST scans, providing vulnerability reports and penetration testing capabilities. These integrations allow organizations to enforce security policies, detect vulnerabilities early, and maintain compliance without manual intervention. Automating these processes ensures faster feedback loops and reduces the risk of deploying insecure applications.</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27605164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Case Study: Gainsight Implementation, Key Benefits of DevSecOps with Jenkins</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14851967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Gainsight, a leading customer success platform, faced challenges in balancing rapid development with robust security. By adopting Jenkins as the central hub for DevSecOps, they integrated security tools at every stage of development. This approach automated repetitive tasks, improved collaboration, and enhanced scalability through Infrastructure as Code. The outcome included a 95% scalable architecture, streamlined workflows, and strengthened security posture. This case highlights how Jenkins can serve as the epicenter of DevSecOps, enabling organizations to innovate securely and efficiently.</a:t>
            </a:r>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39896885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Implementing DevSecOps with Jenkins offers numerous benefits, including early vulnerability detection, automated compliance checks, and reduced risk of breaches. Continuous security integration ensures that vulnerabilities in code, dependencies, and runtime environments are addressed promptly. Automation minimizes manual effort, accelerates delivery, and enhances collaboration between development and security teams. Additionally, integrating tools like Snyk and OWASP ZAP provides comprehensive coverage, from static analysis to dynamic testing, ensuring robust application security throughout the lifecycle.</a:t>
            </a:r>
          </a:p>
        </p:txBody>
      </p:sp>
      <p:sp>
        <p:nvSpPr>
          <p:cNvPr id="4" name="Slide Number Placeholder 3"/>
          <p:cNvSpPr>
            <a:spLocks noGrp="1"/>
          </p:cNvSpPr>
          <p:nvPr>
            <p:ph type="sldNum" sz="quarter" idx="5"/>
          </p:nvPr>
        </p:nvSpPr>
        <p:spPr/>
        <p:txBody>
          <a:bodyPr/>
          <a:lstStyle/>
          <a:p>
            <a:fld id="{38EFF46E-6B43-41F9-9272-B566D03A251C}" type="slidenum">
              <a:rPr lang="en-US" smtClean="0"/>
              <a:t>14</a:t>
            </a:fld>
            <a:endParaRPr lang="en-US"/>
          </a:p>
        </p:txBody>
      </p:sp>
    </p:spTree>
    <p:extLst>
      <p:ext uri="{BB962C8B-B14F-4D97-AF65-F5344CB8AC3E}">
        <p14:creationId xmlns:p14="http://schemas.microsoft.com/office/powerpoint/2010/main" val="84195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of Key Concepts</a:t>
            </a:r>
          </a:p>
        </p:txBody>
      </p:sp>
      <p:sp>
        <p:nvSpPr>
          <p:cNvPr id="4" name="Slide Number Placeholder 3"/>
          <p:cNvSpPr>
            <a:spLocks noGrp="1"/>
          </p:cNvSpPr>
          <p:nvPr>
            <p:ph type="sldNum" sz="quarter" idx="5"/>
          </p:nvPr>
        </p:nvSpPr>
        <p:spPr/>
        <p:txBody>
          <a:bodyPr/>
          <a:lstStyle/>
          <a:p>
            <a:fld id="{38EFF46E-6B43-41F9-9272-B566D03A251C}" type="slidenum">
              <a:rPr lang="en-US" smtClean="0"/>
              <a:t>15</a:t>
            </a:fld>
            <a:endParaRPr lang="en-US"/>
          </a:p>
        </p:txBody>
      </p:sp>
    </p:spTree>
    <p:extLst>
      <p:ext uri="{BB962C8B-B14F-4D97-AF65-F5344CB8AC3E}">
        <p14:creationId xmlns:p14="http://schemas.microsoft.com/office/powerpoint/2010/main" val="21548482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DevSecOps with Jenkins embeds security into CI/CD pipelines, ensuring proactive vulnerability management. Key practices include secrets analysis, SAST, SCA, DAST, and RASP, supported by tools like Snyk and OWASP ZAP. Jenkins acts as the automation backbone, enabling seamless integration of these tools and enforcing security policies across development stages. By adopting DevSecOps, organizations can achieve faster delivery, improved compliance, and enhanced resilience against cyber threats.</a:t>
            </a:r>
          </a:p>
        </p:txBody>
      </p:sp>
      <p:sp>
        <p:nvSpPr>
          <p:cNvPr id="4" name="Slide Number Placeholder 3"/>
          <p:cNvSpPr>
            <a:spLocks noGrp="1"/>
          </p:cNvSpPr>
          <p:nvPr>
            <p:ph type="sldNum" sz="quarter" idx="5"/>
          </p:nvPr>
        </p:nvSpPr>
        <p:spPr/>
        <p:txBody>
          <a:bodyPr/>
          <a:lstStyle/>
          <a:p>
            <a:fld id="{38EFF46E-6B43-41F9-9272-B566D03A251C}" type="slidenum">
              <a:rPr lang="en-US" smtClean="0"/>
              <a:t>16</a:t>
            </a:fld>
            <a:endParaRPr lang="en-US"/>
          </a:p>
        </p:txBody>
      </p:sp>
    </p:spTree>
    <p:extLst>
      <p:ext uri="{BB962C8B-B14F-4D97-AF65-F5344CB8AC3E}">
        <p14:creationId xmlns:p14="http://schemas.microsoft.com/office/powerpoint/2010/main" val="1362255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77005" y="1016955"/>
            <a:ext cx="9140954" cy="3346590"/>
          </a:xfrm>
          <a:prstGeom prst="rect">
            <a:avLst/>
          </a:prstGeom>
        </p:spPr>
        <p:txBody>
          <a:bodyPr vert="horz" lIns="91440" tIns="45720" rIns="91440" bIns="45720" rtlCol="0" anchor="t">
            <a:normAutofit/>
          </a:bodyPr>
          <a:lstStyle>
            <a:lvl1pPr>
              <a:defRPr lang="en-US" sz="7200" cap="all" baseline="0" dirty="0">
                <a:solidFill>
                  <a:schemeClr val="bg1"/>
                </a:solidFill>
                <a:latin typeface="+mj-lt"/>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2963" y="4869030"/>
            <a:ext cx="7152030" cy="987254"/>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82023" cy="365760"/>
          </a:xfrm>
          <a:prstGeom prst="rect">
            <a:avLst/>
          </a:prstGeom>
        </p:spPr>
        <p:txBody>
          <a:bodyPr/>
          <a:lstStyle>
            <a:lvl1pPr>
              <a:defRPr>
                <a:solidFill>
                  <a:schemeClr val="bg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77000"/>
            <a:ext cx="1885955" cy="381000"/>
          </a:xfrm>
          <a:prstGeom prst="rect">
            <a:avLst/>
          </a:prstGeom>
        </p:spPr>
        <p:txBody>
          <a:bodyPr/>
          <a:lstStyle>
            <a:lvl1pPr>
              <a:defRPr>
                <a:solidFill>
                  <a:schemeClr val="bg1"/>
                </a:solidFill>
              </a:defRPr>
            </a:lvl1pPr>
          </a:lstStyle>
          <a:p>
            <a:fld id="{795E4919-E033-41C8-AEE2-17504250F7D3}" type="datetime1">
              <a:rPr lang="en-US" smtClean="0"/>
              <a:t>12/8/2025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1" cy="365761"/>
          </a:xfrm>
          <a:prstGeom prst="rect">
            <a:avLst/>
          </a:prstGeom>
        </p:spPr>
        <p:txBody>
          <a:bodyPr/>
          <a:lstStyle>
            <a:lvl1pPr>
              <a:defRPr>
                <a:solidFill>
                  <a:schemeClr val="bg1"/>
                </a:solidFill>
              </a:defRPr>
            </a:lvl1pPr>
          </a:lstStyle>
          <a:p>
            <a:fld id="{AEAA3239-9EA4-4A65-A281-97F994456D9F}" type="slidenum">
              <a:rPr lang="en-US" smtClean="0"/>
              <a:pPr/>
              <a:t>‹#›</a:t>
            </a:fld>
            <a:endParaRPr lang="en-US"/>
          </a:p>
        </p:txBody>
      </p:sp>
      <p:sp>
        <p:nvSpPr>
          <p:cNvPr id="7" name="Rectangle 6">
            <a:extLst>
              <a:ext uri="{FF2B5EF4-FFF2-40B4-BE49-F238E27FC236}">
                <a16:creationId xmlns:a16="http://schemas.microsoft.com/office/drawing/2014/main" id="{6631FF2A-9DA0-DC5C-0C53-91FDE15093DD}"/>
              </a:ext>
            </a:extLst>
          </p:cNvPr>
          <p:cNvSpPr/>
          <p:nvPr userDrawn="1"/>
        </p:nvSpPr>
        <p:spPr>
          <a:xfrm>
            <a:off x="9110040" y="6155911"/>
            <a:ext cx="308195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CA4208E-B529-0934-86E0-24278D43C68A}"/>
              </a:ext>
            </a:extLst>
          </p:cNvPr>
          <p:cNvSpPr/>
          <p:nvPr userDrawn="1"/>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26579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746759"/>
          </a:xfrm>
          <a:prstGeom prst="rect">
            <a:avLst/>
          </a:prstGeom>
        </p:spPr>
        <p:txBody>
          <a:bodyPr anchor="t">
            <a:normAutofit/>
          </a:bodyPr>
          <a:lstStyle>
            <a:lvl1pPr>
              <a:defRPr sz="3600" cap="all" baseline="0"/>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3398" y="1748474"/>
            <a:ext cx="11125202" cy="47285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E5526932-58BC-3B05-A619-8FE2BA7973DD}"/>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8">
            <a:extLst>
              <a:ext uri="{FF2B5EF4-FFF2-40B4-BE49-F238E27FC236}">
                <a16:creationId xmlns:a16="http://schemas.microsoft.com/office/drawing/2014/main" id="{E4751EC6-9764-CDDF-E8BC-793AD483E0A9}"/>
              </a:ext>
            </a:extLst>
          </p:cNvPr>
          <p:cNvSpPr>
            <a:spLocks noGrp="1"/>
          </p:cNvSpPr>
          <p:nvPr>
            <p:ph type="ftr" sz="quarter" idx="11"/>
          </p:nvPr>
        </p:nvSpPr>
        <p:spPr/>
        <p:txBody>
          <a:bodyPr/>
          <a:lstStyle/>
          <a:p>
            <a:r>
              <a:rPr lang="en-US"/>
              <a:t>Presentation title</a:t>
            </a:r>
            <a:endParaRPr lang="en-US" dirty="0"/>
          </a:p>
        </p:txBody>
      </p:sp>
      <p:sp>
        <p:nvSpPr>
          <p:cNvPr id="8" name="Date Placeholder 7">
            <a:extLst>
              <a:ext uri="{FF2B5EF4-FFF2-40B4-BE49-F238E27FC236}">
                <a16:creationId xmlns:a16="http://schemas.microsoft.com/office/drawing/2014/main" id="{DA395EC9-5212-9F09-E9FA-0AB62AFB6D99}"/>
              </a:ext>
            </a:extLst>
          </p:cNvPr>
          <p:cNvSpPr>
            <a:spLocks noGrp="1"/>
          </p:cNvSpPr>
          <p:nvPr>
            <p:ph type="dt" sz="half" idx="10"/>
          </p:nvPr>
        </p:nvSpPr>
        <p:spPr/>
        <p:txBody>
          <a:bodyPr/>
          <a:lstStyle/>
          <a:p>
            <a:fld id="{35F68458-1A7A-4A29-A16B-4424C6D3B5E6}" type="datetime1">
              <a:rPr lang="en-US" smtClean="0"/>
              <a:pPr/>
              <a:t>12/8/2025</a:t>
            </a:fld>
            <a:endParaRPr lang="en-US" dirty="0"/>
          </a:p>
        </p:txBody>
      </p:sp>
      <p:sp>
        <p:nvSpPr>
          <p:cNvPr id="10" name="Slide Number Placeholder 9">
            <a:extLst>
              <a:ext uri="{FF2B5EF4-FFF2-40B4-BE49-F238E27FC236}">
                <a16:creationId xmlns:a16="http://schemas.microsoft.com/office/drawing/2014/main" id="{286E48EB-E81D-8C6A-DBE6-738017E5A734}"/>
              </a:ext>
            </a:extLst>
          </p:cNvPr>
          <p:cNvSpPr>
            <a:spLocks noGrp="1"/>
          </p:cNvSpPr>
          <p:nvPr>
            <p:ph type="sldNum" sz="quarter" idx="12"/>
          </p:nvPr>
        </p:nvSpPr>
        <p:spPr/>
        <p:txBody>
          <a:body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968099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399" y="1016955"/>
            <a:ext cx="10081590" cy="4107810"/>
          </a:xfrm>
          <a:prstGeom prst="rect">
            <a:avLst/>
          </a:prstGeom>
        </p:spPr>
        <p:txBody>
          <a:bodyPr vert="horz" lIns="91440" tIns="45720" rIns="91440" bIns="45720" rtlCol="0" anchor="t">
            <a:normAutofit/>
          </a:bodyPr>
          <a:lstStyle>
            <a:lvl1pPr>
              <a:defRPr lang="en-US" sz="7200" cap="all" baseline="0" dirty="0"/>
            </a:lvl1pPr>
          </a:lstStyle>
          <a:p>
            <a:pPr lvl="0"/>
            <a:r>
              <a:rPr lang="en-US" dirty="0"/>
              <a:t>Click to edit Master title style</a:t>
            </a:r>
          </a:p>
        </p:txBody>
      </p:sp>
      <p:sp>
        <p:nvSpPr>
          <p:cNvPr id="7" name="Subtitle 2">
            <a:extLst>
              <a:ext uri="{FF2B5EF4-FFF2-40B4-BE49-F238E27FC236}">
                <a16:creationId xmlns:a16="http://schemas.microsoft.com/office/drawing/2014/main" id="{2930CEB7-507A-2133-3BE2-B0991FE7D41C}"/>
              </a:ext>
            </a:extLst>
          </p:cNvPr>
          <p:cNvSpPr>
            <a:spLocks noGrp="1"/>
          </p:cNvSpPr>
          <p:nvPr>
            <p:ph type="subTitle" idx="1"/>
          </p:nvPr>
        </p:nvSpPr>
        <p:spPr>
          <a:xfrm>
            <a:off x="533400" y="5512106"/>
            <a:ext cx="8077200" cy="799533"/>
          </a:xfrm>
          <a:prstGeom prst="rect">
            <a:avLst/>
          </a:prstGeom>
        </p:spPr>
        <p:txBody>
          <a:bodyPr vert="horz" lIns="91440" tIns="45720" rIns="91440" bIns="45720" rtlCol="0" anchor="b">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1"/>
            <a:ext cx="8582024" cy="365760"/>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38" y="6492240"/>
            <a:ext cx="1885950" cy="365760"/>
          </a:xfrm>
          <a:prstGeom prst="rect">
            <a:avLst/>
          </a:prstGeom>
        </p:spPr>
        <p:txBody>
          <a:bodyPr/>
          <a:lstStyle/>
          <a:p>
            <a:fld id="{E154CBDD-12B5-42B3-8744-E368527C5234}" type="datetime1">
              <a:rPr lang="en-US" smtClean="0"/>
              <a:t>12/8/2025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9" y="6492241"/>
            <a:ext cx="657222" cy="365760"/>
          </a:xfrm>
          <a:prstGeom prst="rect">
            <a:avLst/>
          </a:prstGeom>
        </p:spPr>
        <p:txBody>
          <a:bodyPr/>
          <a:lstStyle/>
          <a:p>
            <a:fld id="{AEAA3239-9EA4-4A65-A281-97F994456D9F}" type="slidenum">
              <a:rPr lang="en-US" smtClean="0"/>
              <a:t>‹#›</a:t>
            </a:fld>
            <a:endParaRPr lang="en-US" dirty="0"/>
          </a:p>
        </p:txBody>
      </p:sp>
      <p:sp>
        <p:nvSpPr>
          <p:cNvPr id="33" name="Rectangle 32">
            <a:extLst>
              <a:ext uri="{FF2B5EF4-FFF2-40B4-BE49-F238E27FC236}">
                <a16:creationId xmlns:a16="http://schemas.microsoft.com/office/drawing/2014/main" id="{53165057-EFFF-A71A-8F8B-BE52F9862DDA}"/>
              </a:ext>
            </a:extLst>
          </p:cNvPr>
          <p:cNvSpPr/>
          <p:nvPr userDrawn="1"/>
        </p:nvSpPr>
        <p:spPr>
          <a:xfrm>
            <a:off x="63403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628131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D84BC10-B3F5-D240-EE9E-FD483EA0C28D}"/>
              </a:ext>
            </a:extLst>
          </p:cNvPr>
          <p:cNvSpPr>
            <a:spLocks noGrp="1"/>
          </p:cNvSpPr>
          <p:nvPr>
            <p:ph type="title"/>
          </p:nvPr>
        </p:nvSpPr>
        <p:spPr>
          <a:xfrm>
            <a:off x="3462963" y="2971799"/>
            <a:ext cx="8229600" cy="3414423"/>
          </a:xfrm>
        </p:spPr>
        <p:txBody>
          <a:bodyPr anchor="b">
            <a:normAutofit/>
          </a:bodyPr>
          <a:lstStyle>
            <a:lvl1pPr>
              <a:defRPr sz="7200" cap="all" baseline="0"/>
            </a:lvl1pPr>
          </a:lstStyle>
          <a:p>
            <a:r>
              <a:rPr lang="en-US" dirty="0"/>
              <a:t>Click to edit Master title style</a:t>
            </a:r>
          </a:p>
        </p:txBody>
      </p:sp>
      <p:sp>
        <p:nvSpPr>
          <p:cNvPr id="12" name="Subtitle 2">
            <a:extLst>
              <a:ext uri="{FF2B5EF4-FFF2-40B4-BE49-F238E27FC236}">
                <a16:creationId xmlns:a16="http://schemas.microsoft.com/office/drawing/2014/main" id="{6DDFAAAD-A24C-B422-BCF6-2575C836C476}"/>
              </a:ext>
            </a:extLst>
          </p:cNvPr>
          <p:cNvSpPr>
            <a:spLocks noGrp="1"/>
          </p:cNvSpPr>
          <p:nvPr>
            <p:ph type="subTitle" idx="1"/>
          </p:nvPr>
        </p:nvSpPr>
        <p:spPr>
          <a:xfrm>
            <a:off x="533400" y="1016955"/>
            <a:ext cx="7924797" cy="1128714"/>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8576636" cy="381001"/>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25" y="6476999"/>
            <a:ext cx="1885957" cy="381001"/>
          </a:xfrm>
          <a:prstGeom prst="rect">
            <a:avLst/>
          </a:prstGeom>
        </p:spPr>
        <p:txBody>
          <a:bodyPr/>
          <a:lstStyle/>
          <a:p>
            <a:fld id="{087CC088-4090-4963-BC4C-B0CE10E22E2D}" type="datetime1">
              <a:rPr lang="en-US" smtClean="0"/>
              <a:t>12/8/2025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4" y="6477000"/>
            <a:ext cx="657226" cy="381001"/>
          </a:xfrm>
          <a:prstGeom prst="rect">
            <a:avLst/>
          </a:prstGeom>
        </p:spPr>
        <p:txBody>
          <a:bodyPr/>
          <a:lstStyle/>
          <a:p>
            <a:fld id="{AEAA3239-9EA4-4A65-A281-97F994456D9F}" type="slidenum">
              <a:rPr lang="en-US" smtClean="0"/>
              <a:t>‹#›</a:t>
            </a:fld>
            <a:endParaRPr lang="en-US" dirty="0"/>
          </a:p>
        </p:txBody>
      </p:sp>
      <p:sp>
        <p:nvSpPr>
          <p:cNvPr id="7" name="Rectangle 6">
            <a:extLst>
              <a:ext uri="{FF2B5EF4-FFF2-40B4-BE49-F238E27FC236}">
                <a16:creationId xmlns:a16="http://schemas.microsoft.com/office/drawing/2014/main" id="{7D5DF1A9-E718-252B-7EF1-E97806A4003A}"/>
              </a:ext>
            </a:extLst>
          </p:cNvPr>
          <p:cNvSpPr/>
          <p:nvPr userDrawn="1"/>
        </p:nvSpPr>
        <p:spPr>
          <a:xfrm>
            <a:off x="634034" y="568300"/>
            <a:ext cx="11557965"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084035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4572000"/>
            <a:ext cx="11125201" cy="1112520"/>
          </a:xfrm>
          <a:prstGeom prst="rect">
            <a:avLst/>
          </a:prstGeom>
        </p:spPr>
        <p:txBody>
          <a:bodyPr vert="horz" lIns="91440" tIns="45720" rIns="91440" bIns="45720" rtlCol="0" anchor="b">
            <a:noAutofit/>
          </a:bodyPr>
          <a:lstStyle>
            <a:lvl1pPr>
              <a:defRPr lang="en-US" sz="7200" cap="all" baseline="0" dirty="0">
                <a:solidFill>
                  <a:schemeClr val="tx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0" y="5715000"/>
            <a:ext cx="11125201" cy="53340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3981764"/>
          </a:xfrm>
          <a:prstGeom prst="rect">
            <a:avLst/>
          </a:prstGeom>
          <a:blipFill dpi="0" rotWithShape="1">
            <a:blip r:embed="rId2">
              <a:alphaModFix amt="60000"/>
            </a:blip>
            <a:srcRect/>
            <a:stretch>
              <a:fillRect t="-419" b="-419"/>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533399" y="6477000"/>
            <a:ext cx="8576637" cy="381001"/>
          </a:xfrm>
          <a:prstGeom prst="rect">
            <a:avLst/>
          </a:prstGeom>
        </p:spPr>
        <p:txBody>
          <a:bodyPr/>
          <a:lstStyle>
            <a:lvl1pPr>
              <a:defRPr>
                <a:solidFill>
                  <a:schemeClr val="tx2"/>
                </a:solidFill>
              </a:defRPr>
            </a:lvl1pPr>
          </a:lstStyle>
          <a:p>
            <a:r>
              <a:rPr lang="en-US"/>
              <a:t>Presentation title</a:t>
            </a:r>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110036" y="6476999"/>
            <a:ext cx="1880548" cy="381001"/>
          </a:xfrm>
          <a:prstGeom prst="rect">
            <a:avLst/>
          </a:prstGeom>
        </p:spPr>
        <p:txBody>
          <a:bodyPr/>
          <a:lstStyle>
            <a:lvl1pPr>
              <a:defRPr>
                <a:solidFill>
                  <a:schemeClr val="tx2"/>
                </a:solidFill>
              </a:defRPr>
            </a:lvl1pPr>
          </a:lstStyle>
          <a:p>
            <a:fld id="{6F2562D4-D383-4177-95F1-F65B47D1CEF7}" type="datetime1">
              <a:rPr lang="en-US" smtClean="0"/>
              <a:t>12/8/2025</a:t>
            </a:fld>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0995976" y="6477000"/>
            <a:ext cx="662624"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786385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bg1"/>
        </a:solidFill>
        <a:effectLst/>
      </p:bgPr>
    </p:bg>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9C059A73-AC6C-7029-5CFB-0E0B30AD317B}"/>
              </a:ext>
            </a:extLst>
          </p:cNvPr>
          <p:cNvSpPr/>
          <p:nvPr/>
        </p:nvSpPr>
        <p:spPr>
          <a:xfrm>
            <a:off x="6843095" y="0"/>
            <a:ext cx="534890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24093" y="1016955"/>
            <a:ext cx="4434507" cy="3726810"/>
          </a:xfrm>
          <a:prstGeom prst="rect">
            <a:avLst/>
          </a:prstGeom>
        </p:spPr>
        <p:txBody>
          <a:bodyPr vert="horz" lIns="91440" tIns="45720" rIns="91440" bIns="45720" rtlCol="0" anchor="b">
            <a:normAutofit/>
          </a:bodyPr>
          <a:lstStyle>
            <a:lvl1pPr>
              <a:defRPr lang="en-US" sz="5000" cap="all" baseline="0" dirty="0">
                <a:solidFill>
                  <a:schemeClr val="bg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31247" y="5157623"/>
            <a:ext cx="4434506" cy="1090777"/>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8" name="Picture Placeholder 7">
            <a:extLst>
              <a:ext uri="{FF2B5EF4-FFF2-40B4-BE49-F238E27FC236}">
                <a16:creationId xmlns:a16="http://schemas.microsoft.com/office/drawing/2014/main" id="{46973B1C-74EE-7F51-CF89-E132D793F5B5}"/>
              </a:ext>
            </a:extLst>
          </p:cNvPr>
          <p:cNvSpPr>
            <a:spLocks noGrp="1"/>
          </p:cNvSpPr>
          <p:nvPr>
            <p:ph type="pic" sz="quarter" idx="14" hasCustomPrompt="1"/>
          </p:nvPr>
        </p:nvSpPr>
        <p:spPr>
          <a:xfrm>
            <a:off x="0" y="0"/>
            <a:ext cx="6843095" cy="6858000"/>
          </a:xfrm>
          <a:custGeom>
            <a:avLst/>
            <a:gdLst>
              <a:gd name="connsiteX0" fmla="*/ 0 w 6843095"/>
              <a:gd name="connsiteY0" fmla="*/ 629614 h 6858000"/>
              <a:gd name="connsiteX1" fmla="*/ 6843095 w 6843095"/>
              <a:gd name="connsiteY1" fmla="*/ 629614 h 6858000"/>
              <a:gd name="connsiteX2" fmla="*/ 6843095 w 6843095"/>
              <a:gd name="connsiteY2" fmla="*/ 6858000 h 6858000"/>
              <a:gd name="connsiteX3" fmla="*/ 0 w 6843095"/>
              <a:gd name="connsiteY3" fmla="*/ 6858000 h 6858000"/>
              <a:gd name="connsiteX4" fmla="*/ 0 w 6843095"/>
              <a:gd name="connsiteY4" fmla="*/ 0 h 6858000"/>
              <a:gd name="connsiteX5" fmla="*/ 6843095 w 6843095"/>
              <a:gd name="connsiteY5" fmla="*/ 0 h 6858000"/>
              <a:gd name="connsiteX6" fmla="*/ 6843095 w 6843095"/>
              <a:gd name="connsiteY6" fmla="*/ 565606 h 6858000"/>
              <a:gd name="connsiteX7" fmla="*/ 0 w 6843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43095" h="6858000">
                <a:moveTo>
                  <a:pt x="0" y="629614"/>
                </a:moveTo>
                <a:lnTo>
                  <a:pt x="6843095" y="629614"/>
                </a:lnTo>
                <a:lnTo>
                  <a:pt x="6843095" y="6858000"/>
                </a:lnTo>
                <a:lnTo>
                  <a:pt x="0" y="6858000"/>
                </a:lnTo>
                <a:close/>
                <a:moveTo>
                  <a:pt x="0" y="0"/>
                </a:moveTo>
                <a:lnTo>
                  <a:pt x="6843095" y="0"/>
                </a:lnTo>
                <a:lnTo>
                  <a:pt x="6843095"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224093" y="6477000"/>
            <a:ext cx="2828917" cy="381000"/>
          </a:xfrm>
          <a:prstGeom prst="rect">
            <a:avLst/>
          </a:prstGeom>
        </p:spPr>
        <p:txBody>
          <a:bodyPr/>
          <a:lstStyle>
            <a:lvl1pPr>
              <a:defRPr>
                <a:solidFill>
                  <a:schemeClr val="bg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398" y="6477000"/>
            <a:ext cx="937594" cy="381000"/>
          </a:xfrm>
          <a:prstGeom prst="rect">
            <a:avLst/>
          </a:prstGeom>
        </p:spPr>
        <p:txBody>
          <a:bodyPr/>
          <a:lstStyle>
            <a:lvl1pPr>
              <a:defRPr>
                <a:solidFill>
                  <a:schemeClr val="bg1"/>
                </a:solidFill>
                <a:effectLst/>
              </a:defRPr>
            </a:lvl1pPr>
          </a:lstStyle>
          <a:p>
            <a:fld id="{553FCE35-EF6C-4066-94B9-FDC76A5D930F}" type="datetime1">
              <a:rPr lang="en-US" smtClean="0"/>
              <a:t>12/8/2025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4" y="6492876"/>
            <a:ext cx="657226" cy="365125"/>
          </a:xfrm>
          <a:prstGeom prst="rect">
            <a:avLst/>
          </a:prstGeom>
        </p:spPr>
        <p:txBody>
          <a:bodyPr/>
          <a:lstStyle>
            <a:lvl1pPr>
              <a:defRPr>
                <a:solidFill>
                  <a:schemeClr val="bg1"/>
                </a:solidFill>
              </a:defRPr>
            </a:lvl1pPr>
          </a:lstStyle>
          <a:p>
            <a:fld id="{AEAA3239-9EA4-4A65-A281-97F994456D9F}" type="slidenum">
              <a:rPr lang="en-US" smtClean="0"/>
              <a:pPr/>
              <a:t>‹#›</a:t>
            </a:fld>
            <a:endParaRPr lang="en-US" dirty="0"/>
          </a:p>
        </p:txBody>
      </p:sp>
      <p:sp>
        <p:nvSpPr>
          <p:cNvPr id="38" name="Rectangle 37">
            <a:extLst>
              <a:ext uri="{FF2B5EF4-FFF2-40B4-BE49-F238E27FC236}">
                <a16:creationId xmlns:a16="http://schemas.microsoft.com/office/drawing/2014/main" id="{632554D8-9DAA-D834-ABC8-240BBF9CA28F}"/>
              </a:ext>
            </a:extLst>
          </p:cNvPr>
          <p:cNvSpPr/>
          <p:nvPr/>
        </p:nvSpPr>
        <p:spPr>
          <a:xfrm>
            <a:off x="6843096" y="565606"/>
            <a:ext cx="4811394"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93006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86071" y="1016955"/>
            <a:ext cx="3872530" cy="3726811"/>
          </a:xfrm>
          <a:prstGeom prst="rect">
            <a:avLst/>
          </a:prstGeom>
        </p:spPr>
        <p:txBody>
          <a:bodyPr vert="horz" lIns="91440" tIns="45720" rIns="91440" bIns="45720" rtlCol="0" anchor="t">
            <a:normAutofit/>
          </a:bodyPr>
          <a:lstStyle>
            <a:lvl1pPr>
              <a:defRPr lang="en-US" sz="5000" cap="all" baseline="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86071" y="5134926"/>
            <a:ext cx="3868420" cy="1113474"/>
          </a:xfrm>
          <a:prstGeom prst="rect">
            <a:avLst/>
          </a:prstGeom>
        </p:spPr>
        <p:txBody>
          <a:bodyPr vert="horz" lIns="91440" tIns="45720" rIns="91440" bIns="45720" rtlCol="0" anchor="b">
            <a:normAutofit/>
          </a:bodyPr>
          <a:lstStyle>
            <a:lvl1pPr marL="0" indent="0">
              <a:buNone/>
              <a:defRPr lang="en-US" sz="2000" b="1" i="0" dirty="0">
                <a:solidFill>
                  <a:schemeClr val="tx2"/>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77BE7EAD-CCCA-EA7C-0263-265AA3E43C5E}"/>
              </a:ext>
            </a:extLst>
          </p:cNvPr>
          <p:cNvSpPr>
            <a:spLocks noGrp="1"/>
          </p:cNvSpPr>
          <p:nvPr>
            <p:ph type="pic" sz="quarter" idx="14" hasCustomPrompt="1"/>
          </p:nvPr>
        </p:nvSpPr>
        <p:spPr>
          <a:xfrm>
            <a:off x="0" y="0"/>
            <a:ext cx="7224095" cy="6858000"/>
          </a:xfrm>
          <a:custGeom>
            <a:avLst/>
            <a:gdLst>
              <a:gd name="connsiteX0" fmla="*/ 0 w 7224095"/>
              <a:gd name="connsiteY0" fmla="*/ 629614 h 6858000"/>
              <a:gd name="connsiteX1" fmla="*/ 7224095 w 7224095"/>
              <a:gd name="connsiteY1" fmla="*/ 629614 h 6858000"/>
              <a:gd name="connsiteX2" fmla="*/ 7224095 w 7224095"/>
              <a:gd name="connsiteY2" fmla="*/ 6858000 h 6858000"/>
              <a:gd name="connsiteX3" fmla="*/ 0 w 7224095"/>
              <a:gd name="connsiteY3" fmla="*/ 6858000 h 6858000"/>
              <a:gd name="connsiteX4" fmla="*/ 0 w 7224095"/>
              <a:gd name="connsiteY4" fmla="*/ 0 h 6858000"/>
              <a:gd name="connsiteX5" fmla="*/ 7224095 w 7224095"/>
              <a:gd name="connsiteY5" fmla="*/ 0 h 6858000"/>
              <a:gd name="connsiteX6" fmla="*/ 7224095 w 7224095"/>
              <a:gd name="connsiteY6" fmla="*/ 565606 h 6858000"/>
              <a:gd name="connsiteX7" fmla="*/ 0 w 7224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24095" h="6858000">
                <a:moveTo>
                  <a:pt x="0" y="629614"/>
                </a:moveTo>
                <a:lnTo>
                  <a:pt x="7224095" y="629614"/>
                </a:lnTo>
                <a:lnTo>
                  <a:pt x="7224095" y="6858000"/>
                </a:lnTo>
                <a:lnTo>
                  <a:pt x="0" y="6858000"/>
                </a:lnTo>
                <a:close/>
                <a:moveTo>
                  <a:pt x="0" y="0"/>
                </a:moveTo>
                <a:lnTo>
                  <a:pt x="7224095" y="0"/>
                </a:lnTo>
                <a:lnTo>
                  <a:pt x="7224095"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167937" y="6476999"/>
            <a:ext cx="1895847" cy="381001"/>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2" y="6476999"/>
            <a:ext cx="937594" cy="381001"/>
          </a:xfrm>
          <a:prstGeom prst="rect">
            <a:avLst/>
          </a:prstGeom>
        </p:spPr>
        <p:txBody>
          <a:bodyPr/>
          <a:lstStyle>
            <a:lvl1pPr>
              <a:defRPr>
                <a:solidFill>
                  <a:schemeClr val="tx2"/>
                </a:solidFill>
                <a:effectLst/>
              </a:defRPr>
            </a:lvl1pPr>
          </a:lstStyle>
          <a:p>
            <a:fld id="{99C7A302-1799-4123-960A-AC3BB0278DAE}" type="datetime1">
              <a:rPr lang="en-US" smtClean="0"/>
              <a:t>12/8/2025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77000"/>
            <a:ext cx="657221"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9" name="Rectangle 8">
            <a:extLst>
              <a:ext uri="{FF2B5EF4-FFF2-40B4-BE49-F238E27FC236}">
                <a16:creationId xmlns:a16="http://schemas.microsoft.com/office/drawing/2014/main" id="{F879DE85-4541-95AA-B871-7CBAD2BA1550}"/>
              </a:ext>
            </a:extLst>
          </p:cNvPr>
          <p:cNvSpPr/>
          <p:nvPr userDrawn="1"/>
        </p:nvSpPr>
        <p:spPr>
          <a:xfrm>
            <a:off x="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76912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1016955"/>
            <a:ext cx="4429126" cy="3331896"/>
          </a:xfrm>
          <a:prstGeom prst="rect">
            <a:avLst/>
          </a:prstGeom>
        </p:spPr>
        <p:txBody>
          <a:bodyPr vert="horz" lIns="91440" tIns="45720" rIns="91440" bIns="45720" rtlCol="0" anchor="t">
            <a:normAutofit/>
          </a:bodyPr>
          <a:lstStyle>
            <a:lvl1pPr>
              <a:defRPr lang="en-US" sz="5000" cap="all" baseline="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0" y="4846320"/>
            <a:ext cx="3174160" cy="1465319"/>
          </a:xfrm>
          <a:prstGeom prst="rect">
            <a:avLst/>
          </a:prstGeom>
        </p:spPr>
        <p:txBody>
          <a:bodyPr vert="horz" lIns="91440" tIns="45720" rIns="91440" bIns="45720" rtlCol="0" anchor="b">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33400" y="6492240"/>
            <a:ext cx="2548562" cy="365760"/>
          </a:xfrm>
          <a:prstGeom prst="rect">
            <a:avLst/>
          </a:prstGeom>
        </p:spPr>
        <p:txBody>
          <a:bodyPr/>
          <a:lstStyle/>
          <a:p>
            <a:r>
              <a:rPr lang="en-US"/>
              <a:t>Presentation title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076577" y="6492240"/>
            <a:ext cx="689944" cy="365760"/>
          </a:xfrm>
          <a:prstGeom prst="rect">
            <a:avLst/>
          </a:prstGeom>
        </p:spPr>
        <p:txBody>
          <a:bodyPr/>
          <a:lstStyle/>
          <a:p>
            <a:fld id="{190C6F8C-60CC-4202-91FF-CD1CCD20CDA6}" type="datetime1">
              <a:rPr lang="en-US" smtClean="0"/>
              <a:t>12/8/2025</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1906" y="6492240"/>
            <a:ext cx="628645" cy="365760"/>
          </a:xfrm>
          <a:prstGeom prst="rect">
            <a:avLst/>
          </a:prstGeom>
        </p:spPr>
        <p:txBody>
          <a:bodyPr/>
          <a:lstStyle/>
          <a:p>
            <a:fld id="{AEAA3239-9EA4-4A65-A281-97F994456D9F}" type="slidenum">
              <a:rPr lang="en-US" smtClean="0"/>
              <a:t>‹#›</a:t>
            </a:fld>
            <a:endParaRPr lang="en-US" dirty="0"/>
          </a:p>
        </p:txBody>
      </p:sp>
      <p:sp>
        <p:nvSpPr>
          <p:cNvPr id="35" name="Picture Placeholder 34">
            <a:extLst>
              <a:ext uri="{FF2B5EF4-FFF2-40B4-BE49-F238E27FC236}">
                <a16:creationId xmlns:a16="http://schemas.microsoft.com/office/drawing/2014/main" id="{A08E6492-6236-5992-A07D-5116336E8427}"/>
              </a:ext>
            </a:extLst>
          </p:cNvPr>
          <p:cNvSpPr>
            <a:spLocks noGrp="1"/>
          </p:cNvSpPr>
          <p:nvPr>
            <p:ph type="pic" sz="quarter" idx="13" hasCustomPrompt="1"/>
          </p:nvPr>
        </p:nvSpPr>
        <p:spPr>
          <a:xfrm>
            <a:off x="5348910" y="0"/>
            <a:ext cx="6843089" cy="6858000"/>
          </a:xfrm>
          <a:custGeom>
            <a:avLst/>
            <a:gdLst>
              <a:gd name="connsiteX0" fmla="*/ 0 w 6843089"/>
              <a:gd name="connsiteY0" fmla="*/ 629614 h 6858000"/>
              <a:gd name="connsiteX1" fmla="*/ 6843089 w 6843089"/>
              <a:gd name="connsiteY1" fmla="*/ 629614 h 6858000"/>
              <a:gd name="connsiteX2" fmla="*/ 6843089 w 6843089"/>
              <a:gd name="connsiteY2" fmla="*/ 6858000 h 6858000"/>
              <a:gd name="connsiteX3" fmla="*/ 0 w 6843089"/>
              <a:gd name="connsiteY3" fmla="*/ 6858000 h 6858000"/>
              <a:gd name="connsiteX4" fmla="*/ 0 w 6843089"/>
              <a:gd name="connsiteY4" fmla="*/ 0 h 6858000"/>
              <a:gd name="connsiteX5" fmla="*/ 6843089 w 6843089"/>
              <a:gd name="connsiteY5" fmla="*/ 0 h 6858000"/>
              <a:gd name="connsiteX6" fmla="*/ 6843089 w 6843089"/>
              <a:gd name="connsiteY6" fmla="*/ 565606 h 6858000"/>
              <a:gd name="connsiteX7" fmla="*/ 0 w 6843089"/>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43089" h="6858000">
                <a:moveTo>
                  <a:pt x="0" y="629614"/>
                </a:moveTo>
                <a:lnTo>
                  <a:pt x="6843089" y="629614"/>
                </a:lnTo>
                <a:lnTo>
                  <a:pt x="6843089" y="6858000"/>
                </a:lnTo>
                <a:lnTo>
                  <a:pt x="0" y="6858000"/>
                </a:lnTo>
                <a:close/>
                <a:moveTo>
                  <a:pt x="0" y="0"/>
                </a:moveTo>
                <a:lnTo>
                  <a:pt x="6843089" y="0"/>
                </a:lnTo>
                <a:lnTo>
                  <a:pt x="6843089"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6" name="Rectangle 35">
            <a:extLst>
              <a:ext uri="{FF2B5EF4-FFF2-40B4-BE49-F238E27FC236}">
                <a16:creationId xmlns:a16="http://schemas.microsoft.com/office/drawing/2014/main" id="{AB9E1B0C-9687-1C2C-7103-072A38CFE3B8}"/>
              </a:ext>
            </a:extLst>
          </p:cNvPr>
          <p:cNvSpPr/>
          <p:nvPr/>
        </p:nvSpPr>
        <p:spPr>
          <a:xfrm>
            <a:off x="634030" y="565606"/>
            <a:ext cx="1155797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06639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79AA538-6584-1335-947D-99C9A0CA5A3D}"/>
              </a:ext>
            </a:extLst>
          </p:cNvPr>
          <p:cNvSpPr>
            <a:spLocks noGrp="1"/>
          </p:cNvSpPr>
          <p:nvPr>
            <p:ph type="title"/>
          </p:nvPr>
        </p:nvSpPr>
        <p:spPr>
          <a:xfrm>
            <a:off x="2128220" y="2689229"/>
            <a:ext cx="5101253" cy="3711571"/>
          </a:xfrm>
        </p:spPr>
        <p:txBody>
          <a:bodyPr anchor="b">
            <a:noAutofit/>
          </a:bodyPr>
          <a:lstStyle>
            <a:lvl1pPr>
              <a:defRPr sz="7200" cap="all" baseline="0"/>
            </a:lvl1pPr>
          </a:lstStyle>
          <a:p>
            <a:r>
              <a:rPr lang="en-US" dirty="0"/>
              <a:t>Click to edit Master title style</a:t>
            </a:r>
          </a:p>
        </p:txBody>
      </p:sp>
      <p:sp>
        <p:nvSpPr>
          <p:cNvPr id="11" name="Subtitle 2">
            <a:extLst>
              <a:ext uri="{FF2B5EF4-FFF2-40B4-BE49-F238E27FC236}">
                <a16:creationId xmlns:a16="http://schemas.microsoft.com/office/drawing/2014/main" id="{0136D812-C006-B109-4529-F43530D92A6E}"/>
              </a:ext>
            </a:extLst>
          </p:cNvPr>
          <p:cNvSpPr>
            <a:spLocks noGrp="1"/>
          </p:cNvSpPr>
          <p:nvPr>
            <p:ph type="subTitle" idx="1"/>
          </p:nvPr>
        </p:nvSpPr>
        <p:spPr>
          <a:xfrm>
            <a:off x="533400" y="1016957"/>
            <a:ext cx="6685515" cy="73152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4815506" cy="381001"/>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343525" y="6476999"/>
            <a:ext cx="1212771" cy="381001"/>
          </a:xfrm>
          <a:prstGeom prst="rect">
            <a:avLst/>
          </a:prstGeom>
        </p:spPr>
        <p:txBody>
          <a:bodyPr/>
          <a:lstStyle/>
          <a:p>
            <a:fld id="{00DF5560-89AD-437A-9E84-F44AEC0D58FA}" type="datetime1">
              <a:rPr lang="en-US" smtClean="0"/>
              <a:t>12/8/2025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561689" y="6477000"/>
            <a:ext cx="657226" cy="381001"/>
          </a:xfrm>
          <a:prstGeom prst="rect">
            <a:avLst/>
          </a:prstGeom>
        </p:spPr>
        <p:txBody>
          <a:bodyPr/>
          <a:lstStyle/>
          <a:p>
            <a:fld id="{AEAA3239-9EA4-4A65-A281-97F994456D9F}" type="slidenum">
              <a:rPr lang="en-US" smtClean="0"/>
              <a:t>‹#›</a:t>
            </a:fld>
            <a:endParaRPr lang="en-US" dirty="0"/>
          </a:p>
        </p:txBody>
      </p:sp>
      <p:sp>
        <p:nvSpPr>
          <p:cNvPr id="38" name="Picture Placeholder 37">
            <a:extLst>
              <a:ext uri="{FF2B5EF4-FFF2-40B4-BE49-F238E27FC236}">
                <a16:creationId xmlns:a16="http://schemas.microsoft.com/office/drawing/2014/main" id="{64E68E40-D2D1-8DA8-1BBA-34E89F479DF7}"/>
              </a:ext>
            </a:extLst>
          </p:cNvPr>
          <p:cNvSpPr>
            <a:spLocks noGrp="1"/>
          </p:cNvSpPr>
          <p:nvPr>
            <p:ph type="pic" sz="quarter" idx="13" hasCustomPrompt="1"/>
          </p:nvPr>
        </p:nvSpPr>
        <p:spPr>
          <a:xfrm>
            <a:off x="7786070" y="-2"/>
            <a:ext cx="4405930" cy="6858001"/>
          </a:xfrm>
          <a:custGeom>
            <a:avLst/>
            <a:gdLst>
              <a:gd name="connsiteX0" fmla="*/ 0 w 4405930"/>
              <a:gd name="connsiteY0" fmla="*/ 0 h 6858001"/>
              <a:gd name="connsiteX1" fmla="*/ 4405930 w 4405930"/>
              <a:gd name="connsiteY1" fmla="*/ 0 h 6858001"/>
              <a:gd name="connsiteX2" fmla="*/ 4405930 w 4405930"/>
              <a:gd name="connsiteY2" fmla="*/ 6858001 h 6858001"/>
              <a:gd name="connsiteX3" fmla="*/ 0 w 4405930"/>
              <a:gd name="connsiteY3" fmla="*/ 6858001 h 6858001"/>
              <a:gd name="connsiteX4" fmla="*/ 0 w 4405930"/>
              <a:gd name="connsiteY4" fmla="*/ 632310 h 6858001"/>
              <a:gd name="connsiteX5" fmla="*/ 4405929 w 4405930"/>
              <a:gd name="connsiteY5" fmla="*/ 632310 h 6858001"/>
              <a:gd name="connsiteX6" fmla="*/ 4405929 w 4405930"/>
              <a:gd name="connsiteY6" fmla="*/ 568302 h 6858001"/>
              <a:gd name="connsiteX7" fmla="*/ 0 w 4405930"/>
              <a:gd name="connsiteY7" fmla="*/ 568302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5930" h="6858001">
                <a:moveTo>
                  <a:pt x="0" y="0"/>
                </a:moveTo>
                <a:lnTo>
                  <a:pt x="4405930" y="0"/>
                </a:lnTo>
                <a:lnTo>
                  <a:pt x="4405930" y="6858001"/>
                </a:lnTo>
                <a:lnTo>
                  <a:pt x="0" y="6858001"/>
                </a:lnTo>
                <a:lnTo>
                  <a:pt x="0" y="632310"/>
                </a:lnTo>
                <a:lnTo>
                  <a:pt x="4405929" y="632310"/>
                </a:lnTo>
                <a:lnTo>
                  <a:pt x="4405929" y="568302"/>
                </a:lnTo>
                <a:lnTo>
                  <a:pt x="0" y="568302"/>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9" name="Rectangle 38">
            <a:extLst>
              <a:ext uri="{FF2B5EF4-FFF2-40B4-BE49-F238E27FC236}">
                <a16:creationId xmlns:a16="http://schemas.microsoft.com/office/drawing/2014/main" id="{031C6569-302F-A491-577D-85BBD3AFD160}"/>
              </a:ext>
            </a:extLst>
          </p:cNvPr>
          <p:cNvSpPr/>
          <p:nvPr/>
        </p:nvSpPr>
        <p:spPr>
          <a:xfrm>
            <a:off x="634034" y="568300"/>
            <a:ext cx="11557965"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2959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with Picture 6">
    <p:bg>
      <p:bgPr>
        <a:solidFill>
          <a:schemeClr val="bg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528339C4-3F0B-4FDE-331F-F8029E9A43FE}"/>
              </a:ext>
            </a:extLst>
          </p:cNvPr>
          <p:cNvSpPr/>
          <p:nvPr/>
        </p:nvSpPr>
        <p:spPr>
          <a:xfrm>
            <a:off x="0" y="0"/>
            <a:ext cx="778606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0BC36425-FDF2-F5CF-6A47-6FF03D432E73}"/>
              </a:ext>
            </a:extLst>
          </p:cNvPr>
          <p:cNvSpPr>
            <a:spLocks noGrp="1"/>
          </p:cNvSpPr>
          <p:nvPr>
            <p:ph type="title"/>
          </p:nvPr>
        </p:nvSpPr>
        <p:spPr>
          <a:xfrm>
            <a:off x="1571624" y="1016955"/>
            <a:ext cx="5657849" cy="2980050"/>
          </a:xfrm>
        </p:spPr>
        <p:txBody>
          <a:bodyPr>
            <a:noAutofit/>
          </a:bodyPr>
          <a:lstStyle>
            <a:lvl1pPr>
              <a:defRPr sz="7200" cap="all" baseline="0">
                <a:solidFill>
                  <a:schemeClr val="bg1"/>
                </a:solidFill>
              </a:defRPr>
            </a:lvl1pPr>
          </a:lstStyle>
          <a:p>
            <a:r>
              <a:rPr lang="en-US" dirty="0"/>
              <a:t>Click to edit Master title style</a:t>
            </a:r>
          </a:p>
        </p:txBody>
      </p:sp>
      <p:sp>
        <p:nvSpPr>
          <p:cNvPr id="13" name="Subtitle 2">
            <a:extLst>
              <a:ext uri="{FF2B5EF4-FFF2-40B4-BE49-F238E27FC236}">
                <a16:creationId xmlns:a16="http://schemas.microsoft.com/office/drawing/2014/main" id="{2100EADD-FAC0-B5A1-CE0F-C7DBBBB19153}"/>
              </a:ext>
            </a:extLst>
          </p:cNvPr>
          <p:cNvSpPr>
            <a:spLocks noGrp="1"/>
          </p:cNvSpPr>
          <p:nvPr>
            <p:ph type="subTitle" idx="1"/>
          </p:nvPr>
        </p:nvSpPr>
        <p:spPr>
          <a:xfrm>
            <a:off x="3457574" y="5013960"/>
            <a:ext cx="3761341" cy="842323"/>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4815506" cy="381001"/>
          </a:xfrm>
          <a:prstGeom prst="rect">
            <a:avLst/>
          </a:prstGeom>
        </p:spPr>
        <p:txBody>
          <a:bodyPr/>
          <a:lstStyle>
            <a:lvl1pPr>
              <a:defRPr>
                <a:solidFill>
                  <a:schemeClr val="bg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343525" y="6476999"/>
            <a:ext cx="1212771" cy="381001"/>
          </a:xfrm>
          <a:prstGeom prst="rect">
            <a:avLst/>
          </a:prstGeom>
        </p:spPr>
        <p:txBody>
          <a:bodyPr/>
          <a:lstStyle>
            <a:lvl1pPr>
              <a:defRPr>
                <a:solidFill>
                  <a:schemeClr val="bg1"/>
                </a:solidFill>
              </a:defRPr>
            </a:lvl1pPr>
          </a:lstStyle>
          <a:p>
            <a:fld id="{71FB5146-A057-4912-9A0A-2FE6D6C56141}" type="datetime1">
              <a:rPr lang="en-US" smtClean="0"/>
              <a:t>12/8/2025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561689" y="6477000"/>
            <a:ext cx="657226" cy="381001"/>
          </a:xfrm>
          <a:prstGeom prst="rect">
            <a:avLst/>
          </a:prstGeom>
        </p:spPr>
        <p:txBody>
          <a:bodyPr/>
          <a:lstStyle>
            <a:lvl1pPr>
              <a:defRPr>
                <a:solidFill>
                  <a:schemeClr val="bg1"/>
                </a:solidFill>
              </a:defRPr>
            </a:lvl1pPr>
          </a:lstStyle>
          <a:p>
            <a:fld id="{AEAA3239-9EA4-4A65-A281-97F994456D9F}" type="slidenum">
              <a:rPr lang="en-US" smtClean="0"/>
              <a:pPr/>
              <a:t>‹#›</a:t>
            </a:fld>
            <a:endParaRPr lang="en-US" dirty="0"/>
          </a:p>
        </p:txBody>
      </p:sp>
      <p:sp>
        <p:nvSpPr>
          <p:cNvPr id="44" name="Picture Placeholder 43">
            <a:extLst>
              <a:ext uri="{FF2B5EF4-FFF2-40B4-BE49-F238E27FC236}">
                <a16:creationId xmlns:a16="http://schemas.microsoft.com/office/drawing/2014/main" id="{B02236DF-7EF5-6F1F-81E2-5FBB5F770DDA}"/>
              </a:ext>
            </a:extLst>
          </p:cNvPr>
          <p:cNvSpPr>
            <a:spLocks noGrp="1"/>
          </p:cNvSpPr>
          <p:nvPr>
            <p:ph type="pic" sz="quarter" idx="13" hasCustomPrompt="1"/>
          </p:nvPr>
        </p:nvSpPr>
        <p:spPr>
          <a:xfrm>
            <a:off x="7786070" y="0"/>
            <a:ext cx="4405930" cy="6858000"/>
          </a:xfrm>
          <a:custGeom>
            <a:avLst/>
            <a:gdLst>
              <a:gd name="connsiteX0" fmla="*/ 0 w 4405930"/>
              <a:gd name="connsiteY0" fmla="*/ 0 h 6858000"/>
              <a:gd name="connsiteX1" fmla="*/ 4405930 w 4405930"/>
              <a:gd name="connsiteY1" fmla="*/ 0 h 6858000"/>
              <a:gd name="connsiteX2" fmla="*/ 4405930 w 4405930"/>
              <a:gd name="connsiteY2" fmla="*/ 6858000 h 6858000"/>
              <a:gd name="connsiteX3" fmla="*/ 0 w 4405930"/>
              <a:gd name="connsiteY3" fmla="*/ 6858000 h 6858000"/>
              <a:gd name="connsiteX4" fmla="*/ 0 w 4405930"/>
              <a:gd name="connsiteY4" fmla="*/ 6223002 h 6858000"/>
              <a:gd name="connsiteX5" fmla="*/ 4405929 w 4405930"/>
              <a:gd name="connsiteY5" fmla="*/ 6223002 h 6858000"/>
              <a:gd name="connsiteX6" fmla="*/ 4405929 w 4405930"/>
              <a:gd name="connsiteY6" fmla="*/ 6158994 h 6858000"/>
              <a:gd name="connsiteX7" fmla="*/ 0 w 4405930"/>
              <a:gd name="connsiteY7" fmla="*/ 6158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5930" h="6858000">
                <a:moveTo>
                  <a:pt x="0" y="0"/>
                </a:moveTo>
                <a:lnTo>
                  <a:pt x="4405930" y="0"/>
                </a:lnTo>
                <a:lnTo>
                  <a:pt x="4405930" y="6858000"/>
                </a:lnTo>
                <a:lnTo>
                  <a:pt x="0" y="6858000"/>
                </a:lnTo>
                <a:lnTo>
                  <a:pt x="0" y="6223002"/>
                </a:lnTo>
                <a:lnTo>
                  <a:pt x="4405929" y="6223002"/>
                </a:lnTo>
                <a:lnTo>
                  <a:pt x="4405929" y="6158994"/>
                </a:lnTo>
                <a:lnTo>
                  <a:pt x="0" y="6158994"/>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8" name="Freeform 7">
            <a:extLst>
              <a:ext uri="{FF2B5EF4-FFF2-40B4-BE49-F238E27FC236}">
                <a16:creationId xmlns:a16="http://schemas.microsoft.com/office/drawing/2014/main" id="{1ED591FA-7D43-29EE-BFC3-BBC766B4EE45}"/>
              </a:ext>
            </a:extLst>
          </p:cNvPr>
          <p:cNvSpPr/>
          <p:nvPr userDrawn="1"/>
        </p:nvSpPr>
        <p:spPr>
          <a:xfrm>
            <a:off x="3457574" y="6158994"/>
            <a:ext cx="4328495"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1378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Picture 7">
    <p:bg>
      <p:bgPr>
        <a:solidFill>
          <a:schemeClr val="tx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AC4AA71-4D00-C504-86D1-E003D9A4DEDF}"/>
              </a:ext>
            </a:extLst>
          </p:cNvPr>
          <p:cNvSpPr>
            <a:spLocks noGrp="1"/>
          </p:cNvSpPr>
          <p:nvPr>
            <p:ph type="title"/>
          </p:nvPr>
        </p:nvSpPr>
        <p:spPr>
          <a:xfrm>
            <a:off x="1447800" y="3623950"/>
            <a:ext cx="7275859" cy="2395850"/>
          </a:xfrm>
        </p:spPr>
        <p:txBody>
          <a:bodyPr anchor="b">
            <a:noAutofit/>
          </a:bodyPr>
          <a:lstStyle>
            <a:lvl1pPr>
              <a:defRPr sz="7200" cap="all" baseline="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9110042" y="4728526"/>
            <a:ext cx="2548557" cy="1127758"/>
          </a:xfrm>
          <a:prstGeom prst="rect">
            <a:avLst/>
          </a:prstGeom>
        </p:spPr>
        <p:txBody>
          <a:bodyPr anchor="b">
            <a:normAutofit/>
          </a:bodyPr>
          <a:lstStyle>
            <a:lvl1pPr marL="0" indent="0" algn="r">
              <a:buNone/>
              <a:defRPr sz="2000" b="1"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5" name="Picture Placeholder 34">
            <a:extLst>
              <a:ext uri="{FF2B5EF4-FFF2-40B4-BE49-F238E27FC236}">
                <a16:creationId xmlns:a16="http://schemas.microsoft.com/office/drawing/2014/main" id="{B9064727-BADB-A389-B86C-8631998C0849}"/>
              </a:ext>
            </a:extLst>
          </p:cNvPr>
          <p:cNvSpPr>
            <a:spLocks noGrp="1"/>
          </p:cNvSpPr>
          <p:nvPr>
            <p:ph type="pic" sz="quarter" idx="13" hasCustomPrompt="1"/>
          </p:nvPr>
        </p:nvSpPr>
        <p:spPr>
          <a:xfrm>
            <a:off x="1571624" y="-1"/>
            <a:ext cx="10620375" cy="324295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8576636" cy="381001"/>
          </a:xfrm>
          <a:prstGeom prst="rect">
            <a:avLst/>
          </a:prstGeom>
        </p:spPr>
        <p:txBody>
          <a:bodyPr/>
          <a:lstStyle>
            <a:lvl1pPr>
              <a:defRPr>
                <a:solidFill>
                  <a:schemeClr val="bg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37" y="6476999"/>
            <a:ext cx="1885950" cy="381001"/>
          </a:xfrm>
          <a:prstGeom prst="rect">
            <a:avLst/>
          </a:prstGeom>
        </p:spPr>
        <p:txBody>
          <a:bodyPr/>
          <a:lstStyle>
            <a:lvl1pPr>
              <a:defRPr>
                <a:solidFill>
                  <a:schemeClr val="bg1"/>
                </a:solidFill>
              </a:defRPr>
            </a:lvl1pPr>
          </a:lstStyle>
          <a:p>
            <a:fld id="{63F95F04-801A-4580-BC26-D705AEBD4783}" type="datetime1">
              <a:rPr lang="en-US" smtClean="0"/>
              <a:t>12/8/2025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9" y="6477000"/>
            <a:ext cx="657226" cy="381001"/>
          </a:xfrm>
          <a:prstGeom prst="rect">
            <a:avLst/>
          </a:prstGeom>
        </p:spPr>
        <p:txBody>
          <a:bodyPr/>
          <a:lstStyle>
            <a:lvl1pPr>
              <a:defRPr>
                <a:solidFill>
                  <a:schemeClr val="bg1"/>
                </a:solidFill>
              </a:defRPr>
            </a:lvl1pPr>
          </a:lstStyle>
          <a:p>
            <a:fld id="{AEAA3239-9EA4-4A65-A281-97F994456D9F}" type="slidenum">
              <a:rPr lang="en-US" smtClean="0"/>
              <a:pPr/>
              <a:t>‹#›</a:t>
            </a:fld>
            <a:endParaRPr lang="en-US" dirty="0"/>
          </a:p>
        </p:txBody>
      </p:sp>
      <p:sp>
        <p:nvSpPr>
          <p:cNvPr id="10" name="Freeform 9">
            <a:extLst>
              <a:ext uri="{FF2B5EF4-FFF2-40B4-BE49-F238E27FC236}">
                <a16:creationId xmlns:a16="http://schemas.microsoft.com/office/drawing/2014/main" id="{8DFF3827-CD62-4A14-DFBC-0250A91ECBC5}"/>
              </a:ext>
            </a:extLst>
          </p:cNvPr>
          <p:cNvSpPr/>
          <p:nvPr/>
        </p:nvSpPr>
        <p:spPr>
          <a:xfrm>
            <a:off x="9110042" y="6167560"/>
            <a:ext cx="3085896"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35">
            <a:extLst>
              <a:ext uri="{FF2B5EF4-FFF2-40B4-BE49-F238E27FC236}">
                <a16:creationId xmlns:a16="http://schemas.microsoft.com/office/drawing/2014/main" id="{B46863E6-656C-574C-DA91-23C8D30CE998}"/>
              </a:ext>
            </a:extLst>
          </p:cNvPr>
          <p:cNvSpPr/>
          <p:nvPr/>
        </p:nvSpPr>
        <p:spPr>
          <a:xfrm>
            <a:off x="1571623" y="6167558"/>
            <a:ext cx="754379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3577537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1143000"/>
            <a:ext cx="8576636" cy="5271008"/>
          </a:xfrm>
          <a:prstGeom prst="rect">
            <a:avLst/>
          </a:prstGeom>
        </p:spPr>
        <p:txBody>
          <a:bodyPr vert="horz" lIns="91440" tIns="45720" rIns="91440" bIns="45720" rtlCol="0" anchor="b">
            <a:normAutofit/>
          </a:bodyPr>
          <a:lstStyle>
            <a:lvl1pPr>
              <a:defRPr lang="en-US" sz="7200" cap="all" baseline="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76636" cy="365760"/>
          </a:xfrm>
          <a:prstGeom prst="rect">
            <a:avLst/>
          </a:prstGeom>
        </p:spPr>
        <p:txBody>
          <a:bodyPr/>
          <a:lstStyle>
            <a:lvl1pPr>
              <a:defRPr>
                <a:solidFill>
                  <a:schemeClr val="bg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92240"/>
            <a:ext cx="1891337" cy="365760"/>
          </a:xfrm>
          <a:prstGeom prst="rect">
            <a:avLst/>
          </a:prstGeom>
        </p:spPr>
        <p:txBody>
          <a:bodyPr/>
          <a:lstStyle>
            <a:lvl1pPr>
              <a:defRPr>
                <a:solidFill>
                  <a:schemeClr val="bg2"/>
                </a:solidFill>
              </a:defRPr>
            </a:lvl1pPr>
          </a:lstStyle>
          <a:p>
            <a:fld id="{34E88643-CA1F-4663-8C06-BD5ECF50899D}" type="datetime1">
              <a:rPr lang="en-US" smtClean="0"/>
              <a:t>12/8/2025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2" cy="365760"/>
          </a:xfrm>
          <a:prstGeom prst="rect">
            <a:avLst/>
          </a:prstGeom>
        </p:spPr>
        <p:txBody>
          <a:bodyPr/>
          <a:lstStyle>
            <a:lvl1pPr>
              <a:defRPr>
                <a:solidFill>
                  <a:schemeClr val="bg2"/>
                </a:solidFill>
              </a:defRPr>
            </a:lvl1pPr>
          </a:lstStyle>
          <a:p>
            <a:fld id="{AEAA3239-9EA4-4A65-A281-97F994456D9F}" type="slidenum">
              <a:rPr lang="en-US" smtClean="0"/>
              <a:pPr/>
              <a:t>‹#›</a:t>
            </a:fld>
            <a:endParaRPr lang="en-US" dirty="0"/>
          </a:p>
        </p:txBody>
      </p:sp>
      <p:sp>
        <p:nvSpPr>
          <p:cNvPr id="32" name="Rectangle 31">
            <a:extLst>
              <a:ext uri="{FF2B5EF4-FFF2-40B4-BE49-F238E27FC236}">
                <a16:creationId xmlns:a16="http://schemas.microsoft.com/office/drawing/2014/main" id="{15F1B314-6B95-45EC-8168-CEA297F1BD40}"/>
              </a:ext>
            </a:extLst>
          </p:cNvPr>
          <p:cNvSpPr/>
          <p:nvPr/>
        </p:nvSpPr>
        <p:spPr>
          <a:xfrm>
            <a:off x="634029" y="570037"/>
            <a:ext cx="8476007" cy="615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4E8A7FA-CBEB-E74B-AC79-5D830DAFC993}"/>
              </a:ext>
            </a:extLst>
          </p:cNvPr>
          <p:cNvSpPr/>
          <p:nvPr/>
        </p:nvSpPr>
        <p:spPr>
          <a:xfrm>
            <a:off x="9110036" y="570037"/>
            <a:ext cx="3081964" cy="6154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318152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BAE97C67-C2EB-5515-0FDC-A535220C9DF0}"/>
              </a:ext>
            </a:extLst>
          </p:cNvPr>
          <p:cNvSpPr/>
          <p:nvPr/>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533399" y="1016955"/>
            <a:ext cx="8195646" cy="1127758"/>
          </a:xfrm>
          <a:prstGeom prst="rect">
            <a:avLst/>
          </a:prstGeom>
        </p:spPr>
        <p:txBody>
          <a:bodyPr anchor="t">
            <a:normAutofit/>
          </a:bodyPr>
          <a:lstStyle>
            <a:lvl1pPr>
              <a:defRPr sz="7200" cap="all" baseline="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3399" y="2510472"/>
            <a:ext cx="8190496" cy="3966527"/>
          </a:xfrm>
          <a:prstGeom prst="rect">
            <a:avLst/>
          </a:prstGeom>
        </p:spPr>
        <p:txBody>
          <a:bodyPr>
            <a:normAutofit/>
          </a:bodyPr>
          <a:lstStyle>
            <a:lvl1pPr marL="457200" indent="-457200">
              <a:lnSpc>
                <a:spcPct val="150000"/>
              </a:lnSpc>
              <a:spcBef>
                <a:spcPts val="0"/>
              </a:spcBef>
              <a:buFont typeface="+mj-lt"/>
              <a:buAutoNum type="arabicPeriod"/>
              <a:defRPr sz="2000"/>
            </a:lvl1pPr>
            <a:lvl2pPr marL="685800" indent="-4572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marL="1257300" indent="-342900">
              <a:lnSpc>
                <a:spcPct val="150000"/>
              </a:lnSpc>
              <a:spcBef>
                <a:spcPts val="0"/>
              </a:spcBef>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92241"/>
            <a:ext cx="5758481" cy="365760"/>
          </a:xfrm>
          <a:prstGeom prst="rect">
            <a:avLst/>
          </a:prstGeo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291885" y="6492240"/>
            <a:ext cx="1763999" cy="365760"/>
          </a:xfrm>
          <a:prstGeom prst="rect">
            <a:avLst/>
          </a:prstGeom>
        </p:spPr>
        <p:txBody>
          <a:bodyPr/>
          <a:lstStyle>
            <a:lvl1pPr>
              <a:defRPr>
                <a:solidFill>
                  <a:schemeClr val="tx2"/>
                </a:solidFill>
              </a:defRPr>
            </a:lvl1pPr>
          </a:lstStyle>
          <a:p>
            <a:fld id="{CB73E6FC-8E19-48D4-B829-246931AD4AF3}" type="datetime1">
              <a:rPr lang="en-US" smtClean="0"/>
              <a:t>12/8/2025</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061271" y="6492241"/>
            <a:ext cx="662624"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4" name="Rectangle 33">
            <a:extLst>
              <a:ext uri="{FF2B5EF4-FFF2-40B4-BE49-F238E27FC236}">
                <a16:creationId xmlns:a16="http://schemas.microsoft.com/office/drawing/2014/main" id="{E58CA726-6257-4F3F-9296-A3CF5DCA19DB}"/>
              </a:ext>
            </a:extLst>
          </p:cNvPr>
          <p:cNvSpPr/>
          <p:nvPr/>
        </p:nvSpPr>
        <p:spPr>
          <a:xfrm>
            <a:off x="634029" y="2144714"/>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4569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571616" y="1016955"/>
            <a:ext cx="10086983" cy="1127758"/>
          </a:xfrm>
          <a:prstGeom prst="rect">
            <a:avLst/>
          </a:prstGeom>
        </p:spPr>
        <p:txBody>
          <a:bodyPr anchor="t">
            <a:normAutofit/>
          </a:bodyPr>
          <a:lstStyle>
            <a:lvl1pPr>
              <a:defRPr sz="7200" cap="all" baseline="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3457574" y="2510472"/>
            <a:ext cx="8201025" cy="3345813"/>
          </a:xfrm>
          <a:prstGeom prst="rect">
            <a:avLst/>
          </a:prstGeom>
        </p:spPr>
        <p:txBody>
          <a:bodyPr anchor="b">
            <a:normAutofit/>
          </a:bodyPr>
          <a:lstStyle>
            <a:lvl1pPr marL="457200" indent="-4572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1pPr>
            <a:lvl2pPr marL="685800" indent="-4572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2pPr>
            <a:lvl3pPr marL="8001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3pPr>
            <a:lvl4pPr marL="10287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4pPr>
            <a:lvl5pPr marL="12573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77000"/>
            <a:ext cx="8582024" cy="381001"/>
          </a:xfrm>
          <a:prstGeom prst="rect">
            <a:avLst/>
          </a:prstGeo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120810" y="6477000"/>
            <a:ext cx="1880569" cy="381001"/>
          </a:xfrm>
          <a:prstGeom prst="rect">
            <a:avLst/>
          </a:prstGeom>
        </p:spPr>
        <p:txBody>
          <a:bodyPr/>
          <a:lstStyle>
            <a:lvl1pPr>
              <a:defRPr>
                <a:solidFill>
                  <a:schemeClr val="tx2"/>
                </a:solidFill>
              </a:defRPr>
            </a:lvl1pPr>
          </a:lstStyle>
          <a:p>
            <a:fld id="{D00CEFBA-160C-4799-BD15-C032D631B769}" type="datetime1">
              <a:rPr lang="en-US" smtClean="0"/>
              <a:t>12/8/2025</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01379" y="6477000"/>
            <a:ext cx="668011"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6" name="Rectangle 5">
            <a:extLst>
              <a:ext uri="{FF2B5EF4-FFF2-40B4-BE49-F238E27FC236}">
                <a16:creationId xmlns:a16="http://schemas.microsoft.com/office/drawing/2014/main" id="{3ED80240-B3FF-301A-7873-10FB09246CCA}"/>
              </a:ext>
            </a:extLst>
          </p:cNvPr>
          <p:cNvSpPr/>
          <p:nvPr userDrawn="1"/>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14D47D0-4154-EDAC-8824-1648A190B7A6}"/>
              </a:ext>
            </a:extLst>
          </p:cNvPr>
          <p:cNvSpPr/>
          <p:nvPr userDrawn="1"/>
        </p:nvSpPr>
        <p:spPr>
          <a:xfrm>
            <a:off x="3467745" y="6155911"/>
            <a:ext cx="564228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10734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C713386-53DE-AEBA-6318-6C7146DE2270}"/>
              </a:ext>
            </a:extLst>
          </p:cNvPr>
          <p:cNvSpPr>
            <a:spLocks noGrp="1"/>
          </p:cNvSpPr>
          <p:nvPr>
            <p:ph type="title" hasCustomPrompt="1"/>
          </p:nvPr>
        </p:nvSpPr>
        <p:spPr>
          <a:xfrm>
            <a:off x="5343517" y="1386842"/>
            <a:ext cx="6315083" cy="1127758"/>
          </a:xfrm>
        </p:spPr>
        <p:txBody>
          <a:bodyPr>
            <a:normAutofit/>
          </a:bodyPr>
          <a:lstStyle>
            <a:lvl1pPr>
              <a:defRPr sz="7200" cap="all" baseline="0"/>
            </a:lvl1pPr>
          </a:lstStyle>
          <a:p>
            <a:r>
              <a:rPr lang="en-US" dirty="0"/>
              <a:t>AGENDA</a:t>
            </a:r>
          </a:p>
        </p:txBody>
      </p:sp>
      <p:sp>
        <p:nvSpPr>
          <p:cNvPr id="39" name="Picture Placeholder 38">
            <a:extLst>
              <a:ext uri="{FF2B5EF4-FFF2-40B4-BE49-F238E27FC236}">
                <a16:creationId xmlns:a16="http://schemas.microsoft.com/office/drawing/2014/main" id="{0440984A-B82C-18F1-2933-6DF295884CE0}"/>
              </a:ext>
            </a:extLst>
          </p:cNvPr>
          <p:cNvSpPr>
            <a:spLocks noGrp="1"/>
          </p:cNvSpPr>
          <p:nvPr>
            <p:ph type="pic" sz="quarter" idx="14" hasCustomPrompt="1"/>
          </p:nvPr>
        </p:nvSpPr>
        <p:spPr>
          <a:xfrm>
            <a:off x="0" y="0"/>
            <a:ext cx="4400554" cy="6858000"/>
          </a:xfrm>
          <a:blipFill>
            <a:blip r:embed="rId2">
              <a:alphaModFix amt="60000"/>
            </a:blip>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43518" y="2886089"/>
            <a:ext cx="6315082" cy="3336911"/>
          </a:xfrm>
          <a:prstGeom prst="rect">
            <a:avLst/>
          </a:prstGeom>
        </p:spPr>
        <p:txBody>
          <a:bodyPr>
            <a:normAutofit/>
          </a:bodyPr>
          <a:lstStyle>
            <a:lvl1pPr marL="457200" indent="-457200">
              <a:lnSpc>
                <a:spcPct val="150000"/>
              </a:lnSpc>
              <a:spcBef>
                <a:spcPts val="0"/>
              </a:spcBef>
              <a:buFont typeface="+mj-lt"/>
              <a:buAutoNum type="arabicPeriod"/>
              <a:defRPr sz="2000"/>
            </a:lvl1pPr>
            <a:lvl2pPr marL="571500" indent="-3429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a:lnSpc>
                <a:spcPct val="150000"/>
              </a:lnSpc>
              <a:spcBef>
                <a:spcPts val="0"/>
              </a:spcBef>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43518" y="6477000"/>
            <a:ext cx="3771905" cy="381001"/>
          </a:xfrm>
          <a:prstGeom prst="rect">
            <a:avLst/>
          </a:prstGeom>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120821" y="6477000"/>
            <a:ext cx="1875160" cy="381001"/>
          </a:xfrm>
          <a:prstGeom prst="rect">
            <a:avLst/>
          </a:prstGeom>
        </p:spPr>
        <p:txBody>
          <a:bodyPr/>
          <a:lstStyle/>
          <a:p>
            <a:fld id="{20AF2805-09FE-4E19-BD3D-273F9C4FB4DD}" type="datetime1">
              <a:rPr lang="en-US" smtClean="0"/>
              <a:t>12/8/2025</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5986" y="6477000"/>
            <a:ext cx="662614" cy="381001"/>
          </a:xfrm>
          <a:prstGeom prst="rect">
            <a:avLst/>
          </a:prstGeom>
        </p:spPr>
        <p:txBody>
          <a:bodyPr/>
          <a:lstStyle/>
          <a:p>
            <a:fld id="{AEAA3239-9EA4-4A65-A281-97F994456D9F}" type="slidenum">
              <a:rPr lang="en-US" smtClean="0"/>
              <a:t>‹#›</a:t>
            </a:fld>
            <a:endParaRPr lang="en-US" dirty="0"/>
          </a:p>
        </p:txBody>
      </p:sp>
      <p:sp>
        <p:nvSpPr>
          <p:cNvPr id="34" name="Rectangle 33">
            <a:extLst>
              <a:ext uri="{FF2B5EF4-FFF2-40B4-BE49-F238E27FC236}">
                <a16:creationId xmlns:a16="http://schemas.microsoft.com/office/drawing/2014/main" id="{98E5CA23-2176-4B29-AB27-EDD9AC417271}"/>
              </a:ext>
            </a:extLst>
          </p:cNvPr>
          <p:cNvSpPr/>
          <p:nvPr/>
        </p:nvSpPr>
        <p:spPr>
          <a:xfrm>
            <a:off x="4400554" y="2496190"/>
            <a:ext cx="7791446"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85971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56B3EE4-062C-F433-E634-3A18DC144881}"/>
              </a:ext>
            </a:extLst>
          </p:cNvPr>
          <p:cNvSpPr>
            <a:spLocks noGrp="1"/>
          </p:cNvSpPr>
          <p:nvPr>
            <p:ph type="title"/>
          </p:nvPr>
        </p:nvSpPr>
        <p:spPr>
          <a:xfrm>
            <a:off x="533399" y="1016955"/>
            <a:ext cx="8190252" cy="1064665"/>
          </a:xfrm>
        </p:spPr>
        <p:txBody>
          <a:bodyPr/>
          <a:lstStyle>
            <a:lvl1pPr>
              <a:defRPr cap="all" baseline="0"/>
            </a:lvl1pPr>
          </a:lstStyle>
          <a:p>
            <a:r>
              <a:rPr lang="en-US" dirty="0"/>
              <a:t>Click to edit Master title style</a:t>
            </a:r>
          </a:p>
        </p:txBody>
      </p:sp>
      <p:sp>
        <p:nvSpPr>
          <p:cNvPr id="33" name="Rectangle 32">
            <a:extLst>
              <a:ext uri="{FF2B5EF4-FFF2-40B4-BE49-F238E27FC236}">
                <a16:creationId xmlns:a16="http://schemas.microsoft.com/office/drawing/2014/main" id="{47E7D5E3-074F-6FA6-6315-6EB342D2C2D0}"/>
              </a:ext>
            </a:extLst>
          </p:cNvPr>
          <p:cNvSpPr/>
          <p:nvPr userDrawn="1"/>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A2BF4CD-78B4-D70F-8781-6C00B2CEA066}"/>
              </a:ext>
            </a:extLst>
          </p:cNvPr>
          <p:cNvSpPr/>
          <p:nvPr/>
        </p:nvSpPr>
        <p:spPr>
          <a:xfrm>
            <a:off x="634029" y="2144714"/>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11">
            <a:extLst>
              <a:ext uri="{FF2B5EF4-FFF2-40B4-BE49-F238E27FC236}">
                <a16:creationId xmlns:a16="http://schemas.microsoft.com/office/drawing/2014/main" id="{8447EC38-FC2B-37AD-5285-1B51B7FA258B}"/>
              </a:ext>
            </a:extLst>
          </p:cNvPr>
          <p:cNvSpPr>
            <a:spLocks noGrp="1"/>
          </p:cNvSpPr>
          <p:nvPr>
            <p:ph sz="quarter" idx="14"/>
          </p:nvPr>
        </p:nvSpPr>
        <p:spPr>
          <a:xfrm>
            <a:off x="533400" y="2495232"/>
            <a:ext cx="4659313" cy="1644650"/>
          </a:xfrm>
        </p:spPr>
        <p:txBody>
          <a:bodyPr>
            <a:normAutofit/>
          </a:bodyPr>
          <a:lstStyle>
            <a:lvl1pPr marL="0" indent="0">
              <a:spcBef>
                <a:spcPts val="0"/>
              </a:spcBef>
              <a:buNone/>
              <a:defRPr sz="1400"/>
            </a:lvl1pPr>
            <a:lvl2pPr marL="228600" indent="0">
              <a:spcBef>
                <a:spcPts val="0"/>
              </a:spcBef>
              <a:buNone/>
              <a:defRPr sz="1400"/>
            </a:lvl2pPr>
            <a:lvl3pPr marL="457200" indent="0">
              <a:spcBef>
                <a:spcPts val="0"/>
              </a:spcBef>
              <a:buNone/>
              <a:defRPr sz="1400"/>
            </a:lvl3pPr>
            <a:lvl4pPr marL="685800" indent="0">
              <a:spcBef>
                <a:spcPts val="0"/>
              </a:spcBef>
              <a:buNone/>
              <a:defRPr sz="1400"/>
            </a:lvl4pPr>
            <a:lvl5pPr marL="914400" indent="0">
              <a:spcBef>
                <a:spcPts val="0"/>
              </a:spcBef>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6304302" cy="381001"/>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843095" y="6477000"/>
            <a:ext cx="1223330" cy="381001"/>
          </a:xfrm>
          <a:prstGeom prst="rect">
            <a:avLst/>
          </a:prstGeom>
        </p:spPr>
        <p:txBody>
          <a:bodyPr/>
          <a:lstStyle>
            <a:lvl1pPr>
              <a:defRPr>
                <a:solidFill>
                  <a:schemeClr val="tx2"/>
                </a:solidFill>
              </a:defRPr>
            </a:lvl1pPr>
          </a:lstStyle>
          <a:p>
            <a:fld id="{91916611-30DD-4F0D-BDC3-078E01EB801A}" type="datetime1">
              <a:rPr lang="en-US" smtClean="0"/>
              <a:t>12/8/2025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066425" y="6477000"/>
            <a:ext cx="657226"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9" name="Freeform 8">
            <a:extLst>
              <a:ext uri="{FF2B5EF4-FFF2-40B4-BE49-F238E27FC236}">
                <a16:creationId xmlns:a16="http://schemas.microsoft.com/office/drawing/2014/main" id="{37ECC57E-F626-26BF-F554-362A80454818}"/>
              </a:ext>
            </a:extLst>
          </p:cNvPr>
          <p:cNvSpPr/>
          <p:nvPr userDrawn="1"/>
        </p:nvSpPr>
        <p:spPr>
          <a:xfrm>
            <a:off x="9110042" y="2144714"/>
            <a:ext cx="3085896"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501960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93859" cy="3456894"/>
          </a:xfrm>
          <a:prstGeom prst="rect">
            <a:avLst/>
          </a:prstGeom>
        </p:spPr>
        <p:txBody>
          <a:bodyPr anchor="t">
            <a:normAutofit/>
          </a:bodyPr>
          <a:lstStyle>
            <a:lvl1pPr>
              <a:defRPr sz="3600" cap="all" baseline="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962527" y="1016955"/>
            <a:ext cx="6696073" cy="34612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5849E5F1-9C7C-41DD-B083-40CE4B6B6609}" type="datetime1">
              <a:rPr lang="en-US" smtClean="0"/>
              <a:t>12/8/2025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995976" y="6477000"/>
            <a:ext cx="662624" cy="381001"/>
          </a:xfrm>
          <a:prstGeom prst="rect">
            <a:avLst/>
          </a:prstGeom>
        </p:spPr>
        <p:txBody>
          <a:bodyPr/>
          <a:lstStyle/>
          <a:p>
            <a:fld id="{AEAA3239-9EA4-4A65-A281-97F994456D9F}" type="slidenum">
              <a:rPr lang="en-US" smtClean="0"/>
              <a:t>‹#›</a:t>
            </a:fld>
            <a:endParaRPr lang="en-US" dirty="0"/>
          </a:p>
        </p:txBody>
      </p:sp>
      <p:sp>
        <p:nvSpPr>
          <p:cNvPr id="3" name="Rectangle 2">
            <a:extLst>
              <a:ext uri="{FF2B5EF4-FFF2-40B4-BE49-F238E27FC236}">
                <a16:creationId xmlns:a16="http://schemas.microsoft.com/office/drawing/2014/main" id="{318A2D93-E48C-9CE8-FF5E-7230586A29D9}"/>
              </a:ext>
            </a:extLst>
          </p:cNvPr>
          <p:cNvSpPr/>
          <p:nvPr userDrawn="1"/>
        </p:nvSpPr>
        <p:spPr>
          <a:xfrm>
            <a:off x="4019552" y="570037"/>
            <a:ext cx="8172448" cy="595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3FA3421-FB3F-747A-9D40-EB149BBDD6FA}"/>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53066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1539" cy="4083580"/>
          </a:xfrm>
          <a:prstGeom prst="rect">
            <a:avLst/>
          </a:prstGeom>
        </p:spPr>
        <p:txBody>
          <a:bodyPr anchor="t">
            <a:normAutofit/>
          </a:bodyPr>
          <a:lstStyle>
            <a:lvl1pPr>
              <a:defRPr sz="3600" cap="all" baseline="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62526" y="1016955"/>
            <a:ext cx="6696073" cy="408357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1E532691-8605-4D75-9B37-0F29951CF35A}" type="datetime1">
              <a:rPr lang="en-US" smtClean="0"/>
              <a:t>12/8/2025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AEAA3239-9EA4-4A65-A281-97F994456D9F}" type="slidenum">
              <a:rPr lang="en-US" smtClean="0"/>
              <a:t>‹#›</a:t>
            </a:fld>
            <a:endParaRPr lang="en-US" dirty="0"/>
          </a:p>
        </p:txBody>
      </p:sp>
      <p:sp>
        <p:nvSpPr>
          <p:cNvPr id="34" name="Rectangle 33">
            <a:extLst>
              <a:ext uri="{FF2B5EF4-FFF2-40B4-BE49-F238E27FC236}">
                <a16:creationId xmlns:a16="http://schemas.microsoft.com/office/drawing/2014/main" id="{9AE531BB-71E1-57EF-0879-5979B0C95458}"/>
              </a:ext>
            </a:extLst>
          </p:cNvPr>
          <p:cNvSpPr/>
          <p:nvPr userDrawn="1"/>
        </p:nvSpPr>
        <p:spPr>
          <a:xfrm>
            <a:off x="4024938" y="570037"/>
            <a:ext cx="8167062"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31FD272-0797-A5C1-BAB9-E68F518B8158}"/>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86174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6147" cy="4940661"/>
          </a:xfrm>
          <a:prstGeom prst="rect">
            <a:avLst/>
          </a:prstGeom>
        </p:spPr>
        <p:txBody>
          <a:bodyPr anchor="t">
            <a:normAutofit/>
          </a:bodyPr>
          <a:lstStyle>
            <a:lvl1pPr>
              <a:defRPr sz="3600" cap="all" baseline="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62526" y="1016955"/>
            <a:ext cx="6696074" cy="494066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CE22925B-E537-4894-A5C9-5FB557DF6FFB}" type="datetime1">
              <a:rPr lang="en-US" smtClean="0"/>
              <a:t>12/8/2025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AEAA3239-9EA4-4A65-A281-97F994456D9F}" type="slidenum">
              <a:rPr lang="en-US" smtClean="0"/>
              <a:t>‹#›</a:t>
            </a:fld>
            <a:endParaRPr lang="en-US" dirty="0"/>
          </a:p>
        </p:txBody>
      </p:sp>
      <p:sp>
        <p:nvSpPr>
          <p:cNvPr id="3" name="Rectangle 2">
            <a:extLst>
              <a:ext uri="{FF2B5EF4-FFF2-40B4-BE49-F238E27FC236}">
                <a16:creationId xmlns:a16="http://schemas.microsoft.com/office/drawing/2014/main" id="{E5C1B67F-B248-B2D5-AE0D-B9A93FFB6061}"/>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98DF7F2-59F5-C597-5370-B00D427EA660}"/>
              </a:ext>
            </a:extLst>
          </p:cNvPr>
          <p:cNvSpPr/>
          <p:nvPr userDrawn="1"/>
        </p:nvSpPr>
        <p:spPr>
          <a:xfrm>
            <a:off x="4019547" y="570037"/>
            <a:ext cx="8172453"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72801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86153" cy="2721451"/>
          </a:xfrm>
          <a:prstGeom prst="rect">
            <a:avLst/>
          </a:prstGeom>
        </p:spPr>
        <p:txBody>
          <a:bodyPr anchor="t">
            <a:normAutofit/>
          </a:bodyPr>
          <a:lstStyle>
            <a:lvl1pPr>
              <a:defRPr sz="3600" cap="all" baseline="0">
                <a:latin typeface="+mj-lt"/>
              </a:defRPr>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962526" y="1016955"/>
            <a:ext cx="6696074" cy="54905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AF504E6F-5E20-457A-A4D7-010D88E2AB6A}" type="datetime1">
              <a:rPr lang="en-US" smtClean="0"/>
              <a:t>12/8/2025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AEAA3239-9EA4-4A65-A281-97F994456D9F}" type="slidenum">
              <a:rPr lang="en-US" smtClean="0"/>
              <a:t>‹#›</a:t>
            </a:fld>
            <a:endParaRPr lang="en-US" dirty="0"/>
          </a:p>
        </p:txBody>
      </p:sp>
      <p:sp>
        <p:nvSpPr>
          <p:cNvPr id="7" name="Rectangle 6">
            <a:extLst>
              <a:ext uri="{FF2B5EF4-FFF2-40B4-BE49-F238E27FC236}">
                <a16:creationId xmlns:a16="http://schemas.microsoft.com/office/drawing/2014/main" id="{CB922775-D819-CE59-81DF-9A22F9309472}"/>
              </a:ext>
            </a:extLst>
          </p:cNvPr>
          <p:cNvSpPr/>
          <p:nvPr/>
        </p:nvSpPr>
        <p:spPr>
          <a:xfrm>
            <a:off x="4017310" y="565607"/>
            <a:ext cx="817469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1D59CA-78A2-7B8F-A9C7-E86B47BEAE5E}"/>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68715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3" y="1016956"/>
            <a:ext cx="6696076" cy="731520"/>
          </a:xfrm>
          <a:prstGeom prst="rect">
            <a:avLst/>
          </a:prstGeom>
        </p:spPr>
        <p:txBody>
          <a:bodyPr anchor="t"/>
          <a:lstStyle>
            <a:lvl1pPr>
              <a:defRPr cap="all" baseline="0"/>
            </a:lvl1pPr>
          </a:lstStyle>
          <a:p>
            <a:r>
              <a:rPr lang="en-US" dirty="0"/>
              <a:t>Click to edit Master title style</a:t>
            </a:r>
          </a:p>
        </p:txBody>
      </p:sp>
      <p:sp>
        <p:nvSpPr>
          <p:cNvPr id="38" name="Picture Placeholder 37">
            <a:extLst>
              <a:ext uri="{FF2B5EF4-FFF2-40B4-BE49-F238E27FC236}">
                <a16:creationId xmlns:a16="http://schemas.microsoft.com/office/drawing/2014/main" id="{99EF452C-FB1E-E93B-DCC5-1D98DE017953}"/>
              </a:ext>
            </a:extLst>
          </p:cNvPr>
          <p:cNvSpPr>
            <a:spLocks noGrp="1"/>
          </p:cNvSpPr>
          <p:nvPr>
            <p:ph type="pic" sz="quarter" idx="13" hasCustomPrompt="1"/>
          </p:nvPr>
        </p:nvSpPr>
        <p:spPr>
          <a:xfrm>
            <a:off x="0"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3" y="2145668"/>
            <a:ext cx="6689892" cy="41183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964103" y="6477000"/>
            <a:ext cx="4707905" cy="381000"/>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672013" y="6477000"/>
            <a:ext cx="1329365" cy="381000"/>
          </a:xfrm>
          <a:prstGeom prst="rect">
            <a:avLst/>
          </a:prstGeom>
        </p:spPr>
        <p:txBody>
          <a:bodyPr/>
          <a:lstStyle>
            <a:lvl1pPr>
              <a:defRPr>
                <a:solidFill>
                  <a:schemeClr val="tx2"/>
                </a:solidFill>
              </a:defRPr>
            </a:lvl1pPr>
          </a:lstStyle>
          <a:p>
            <a:fld id="{1533F4C8-FF6A-458A-9544-1F0DF90A3B6B}" type="datetime1">
              <a:rPr lang="en-US" smtClean="0"/>
              <a:t>12/8/2025</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01379" y="6477000"/>
            <a:ext cx="657221"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 name="Freeform 2">
            <a:extLst>
              <a:ext uri="{FF2B5EF4-FFF2-40B4-BE49-F238E27FC236}">
                <a16:creationId xmlns:a16="http://schemas.microsoft.com/office/drawing/2014/main" id="{EC16BEA9-7D3A-E34B-4442-F0BFB853F3F8}"/>
              </a:ext>
            </a:extLst>
          </p:cNvPr>
          <p:cNvSpPr/>
          <p:nvPr userDrawn="1"/>
        </p:nvSpPr>
        <p:spPr>
          <a:xfrm>
            <a:off x="4408228"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Rectangle 4">
            <a:extLst>
              <a:ext uri="{FF2B5EF4-FFF2-40B4-BE49-F238E27FC236}">
                <a16:creationId xmlns:a16="http://schemas.microsoft.com/office/drawing/2014/main" id="{A3462211-E1BA-E90A-00F8-E717C7293E42}"/>
              </a:ext>
            </a:extLst>
          </p:cNvPr>
          <p:cNvSpPr/>
          <p:nvPr userDrawn="1"/>
        </p:nvSpPr>
        <p:spPr>
          <a:xfrm>
            <a:off x="-2282"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77886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6309821" cy="731520"/>
          </a:xfrm>
          <a:prstGeom prst="rect">
            <a:avLst/>
          </a:prstGeom>
        </p:spPr>
        <p:txBody>
          <a:bodyPr anchor="t"/>
          <a:lstStyle>
            <a:lvl1pPr>
              <a:defRPr cap="all" baseline="0"/>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0" y="2145668"/>
            <a:ext cx="6309695" cy="405843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533400" y="6477000"/>
            <a:ext cx="4809999" cy="381000"/>
          </a:xfrm>
          <a:prstGeom prst="rect">
            <a:avLst/>
          </a:prstGeom>
        </p:spPr>
        <p:txBody>
          <a:bodyPr/>
          <a:lstStyle>
            <a:lvl1pPr>
              <a:defRPr>
                <a:solidFill>
                  <a:schemeClr val="tx2"/>
                </a:solidFill>
              </a:defRPr>
            </a:lvl1pPr>
          </a:lstStyle>
          <a:p>
            <a:r>
              <a:rPr lang="en-US"/>
              <a:t>Presentation title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5343525" y="6492875"/>
            <a:ext cx="1033596" cy="381001"/>
          </a:xfrm>
          <a:prstGeom prst="rect">
            <a:avLst/>
          </a:prstGeom>
        </p:spPr>
        <p:txBody>
          <a:bodyPr/>
          <a:lstStyle>
            <a:lvl1pPr>
              <a:defRPr>
                <a:solidFill>
                  <a:schemeClr val="tx2"/>
                </a:solidFill>
              </a:defRPr>
            </a:lvl1pPr>
          </a:lstStyle>
          <a:p>
            <a:fld id="{A036458B-3648-49BD-A4D6-0F9088BB7776}" type="datetime1">
              <a:rPr lang="en-US" smtClean="0"/>
              <a:t>12/8/2025</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413888" y="6476999"/>
            <a:ext cx="429207"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 name="Picture Placeholder 2">
            <a:extLst>
              <a:ext uri="{FF2B5EF4-FFF2-40B4-BE49-F238E27FC236}">
                <a16:creationId xmlns:a16="http://schemas.microsoft.com/office/drawing/2014/main" id="{F5064846-7F19-1A60-FFA5-393438EE39E9}"/>
              </a:ext>
            </a:extLst>
          </p:cNvPr>
          <p:cNvSpPr>
            <a:spLocks noGrp="1"/>
          </p:cNvSpPr>
          <p:nvPr>
            <p:ph type="pic" sz="quarter" idx="13" hasCustomPrompt="1"/>
          </p:nvPr>
        </p:nvSpPr>
        <p:spPr>
          <a:xfrm>
            <a:off x="7791446"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6" name="Rectangle 5">
            <a:extLst>
              <a:ext uri="{FF2B5EF4-FFF2-40B4-BE49-F238E27FC236}">
                <a16:creationId xmlns:a16="http://schemas.microsoft.com/office/drawing/2014/main" id="{B87C63CE-38F9-6D67-7C23-42944811492E}"/>
              </a:ext>
            </a:extLst>
          </p:cNvPr>
          <p:cNvSpPr/>
          <p:nvPr userDrawn="1"/>
        </p:nvSpPr>
        <p:spPr>
          <a:xfrm>
            <a:off x="7789164"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a:extLst>
              <a:ext uri="{FF2B5EF4-FFF2-40B4-BE49-F238E27FC236}">
                <a16:creationId xmlns:a16="http://schemas.microsoft.com/office/drawing/2014/main" id="{E209D7E2-AB21-4057-B204-85F36DA5484C}"/>
              </a:ext>
            </a:extLst>
          </p:cNvPr>
          <p:cNvSpPr/>
          <p:nvPr userDrawn="1"/>
        </p:nvSpPr>
        <p:spPr>
          <a:xfrm>
            <a:off x="645959"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3610413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3" y="1016955"/>
            <a:ext cx="7026437" cy="731520"/>
          </a:xfrm>
          <a:prstGeom prst="rect">
            <a:avLst/>
          </a:prstGeom>
        </p:spPr>
        <p:txBody>
          <a:bodyPr anchor="t"/>
          <a:lstStyle>
            <a:lvl1pPr>
              <a:defRPr cap="all" baseline="0"/>
            </a:lvl1pPr>
          </a:lstStyle>
          <a:p>
            <a:r>
              <a:rPr lang="en-US" dirty="0"/>
              <a:t>Click to edit Master title style</a:t>
            </a:r>
          </a:p>
        </p:txBody>
      </p:sp>
      <p:sp>
        <p:nvSpPr>
          <p:cNvPr id="38" name="Picture Placeholder 37">
            <a:extLst>
              <a:ext uri="{FF2B5EF4-FFF2-40B4-BE49-F238E27FC236}">
                <a16:creationId xmlns:a16="http://schemas.microsoft.com/office/drawing/2014/main" id="{87476243-EB8F-9EFF-F789-0088ABBB0FBF}"/>
              </a:ext>
            </a:extLst>
          </p:cNvPr>
          <p:cNvSpPr>
            <a:spLocks noGrp="1"/>
          </p:cNvSpPr>
          <p:nvPr>
            <p:ph type="pic" sz="quarter" idx="13" hasCustomPrompt="1"/>
          </p:nvPr>
        </p:nvSpPr>
        <p:spPr>
          <a:xfrm>
            <a:off x="0"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2145668"/>
            <a:ext cx="7026432" cy="407733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7" y="6477000"/>
            <a:ext cx="5426231" cy="381000"/>
          </a:xfrm>
          <a:prstGeom prst="rect">
            <a:avLst/>
          </a:prstGeo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10058404" y="6477000"/>
            <a:ext cx="942970" cy="381000"/>
          </a:xfrm>
          <a:prstGeom prst="rect">
            <a:avLst/>
          </a:prstGeom>
        </p:spPr>
        <p:txBody>
          <a:bodyPr/>
          <a:lstStyle>
            <a:lvl1pPr>
              <a:defRPr>
                <a:solidFill>
                  <a:schemeClr val="tx2"/>
                </a:solidFill>
              </a:defRPr>
            </a:lvl1pPr>
          </a:lstStyle>
          <a:p>
            <a:fld id="{2A1E8540-4D23-42CD-8A63-F2EAD91093A7}" type="datetime1">
              <a:rPr lang="en-US" smtClean="0"/>
              <a:t>12/8/2025</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01374" y="6477000"/>
            <a:ext cx="657226"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5" name="Freeform 4">
            <a:extLst>
              <a:ext uri="{FF2B5EF4-FFF2-40B4-BE49-F238E27FC236}">
                <a16:creationId xmlns:a16="http://schemas.microsoft.com/office/drawing/2014/main" id="{ECF4FA5C-D406-8202-9143-DAEA62C5C872}"/>
              </a:ext>
            </a:extLst>
          </p:cNvPr>
          <p:cNvSpPr/>
          <p:nvPr userDrawn="1"/>
        </p:nvSpPr>
        <p:spPr>
          <a:xfrm>
            <a:off x="0"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5">
            <a:extLst>
              <a:ext uri="{FF2B5EF4-FFF2-40B4-BE49-F238E27FC236}">
                <a16:creationId xmlns:a16="http://schemas.microsoft.com/office/drawing/2014/main" id="{082645EB-0315-BBF0-B28C-6A31158DE8D1}"/>
              </a:ext>
            </a:extLst>
          </p:cNvPr>
          <p:cNvSpPr/>
          <p:nvPr userDrawn="1"/>
        </p:nvSpPr>
        <p:spPr>
          <a:xfrm>
            <a:off x="3997235"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100571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6858000" cy="731519"/>
          </a:xfrm>
          <a:prstGeom prst="rect">
            <a:avLst/>
          </a:prstGeom>
        </p:spPr>
        <p:txBody>
          <a:bodyPr anchor="t"/>
          <a:lstStyle>
            <a:lvl1pPr>
              <a:defRPr cap="all" baseline="0"/>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1" y="2145668"/>
            <a:ext cx="6858000" cy="409352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1" y="6464300"/>
            <a:ext cx="5366715" cy="399514"/>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900115" y="6464300"/>
            <a:ext cx="929303" cy="399514"/>
          </a:xfrm>
          <a:prstGeom prst="rect">
            <a:avLst/>
          </a:prstGeom>
        </p:spPr>
        <p:txBody>
          <a:bodyPr/>
          <a:lstStyle>
            <a:lvl1pPr>
              <a:defRPr>
                <a:solidFill>
                  <a:schemeClr val="tx2"/>
                </a:solidFill>
              </a:defRPr>
            </a:lvl1pPr>
          </a:lstStyle>
          <a:p>
            <a:fld id="{73B456EB-19FD-4A38-8010-F86DE924658C}" type="datetime1">
              <a:rPr lang="en-US" smtClean="0"/>
              <a:t>12/8/2025</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6829424" y="6464300"/>
            <a:ext cx="561977" cy="399514"/>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6" name="Picture Placeholder 5">
            <a:extLst>
              <a:ext uri="{FF2B5EF4-FFF2-40B4-BE49-F238E27FC236}">
                <a16:creationId xmlns:a16="http://schemas.microsoft.com/office/drawing/2014/main" id="{070CE66A-15FE-D8FB-D711-D3BB0755F0D1}"/>
              </a:ext>
            </a:extLst>
          </p:cNvPr>
          <p:cNvSpPr>
            <a:spLocks noGrp="1"/>
          </p:cNvSpPr>
          <p:nvPr>
            <p:ph type="pic" sz="quarter" idx="18" hasCustomPrompt="1"/>
          </p:nvPr>
        </p:nvSpPr>
        <p:spPr>
          <a:xfrm>
            <a:off x="8193866"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E19B021D-A5A3-D515-C491-988160E0708C}"/>
              </a:ext>
            </a:extLst>
          </p:cNvPr>
          <p:cNvSpPr/>
          <p:nvPr userDrawn="1"/>
        </p:nvSpPr>
        <p:spPr>
          <a:xfrm>
            <a:off x="8172447"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F6879252-7B61-583A-CF4D-92BF27416ADC}"/>
              </a:ext>
            </a:extLst>
          </p:cNvPr>
          <p:cNvSpPr/>
          <p:nvPr userDrawn="1"/>
        </p:nvSpPr>
        <p:spPr>
          <a:xfrm>
            <a:off x="633137"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514554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9478" y="1016955"/>
            <a:ext cx="4429122" cy="1328932"/>
          </a:xfrm>
          <a:prstGeom prst="rect">
            <a:avLst/>
          </a:prstGeom>
        </p:spPr>
        <p:txBody>
          <a:bodyPr anchor="b">
            <a:normAutofit/>
          </a:bodyPr>
          <a:lstStyle>
            <a:lvl1pPr>
              <a:defRPr sz="3600" cap="all" baseline="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6383"/>
            <a:ext cx="6492240"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9478" y="2495233"/>
            <a:ext cx="4429121" cy="372776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229479" y="6477000"/>
            <a:ext cx="2828920" cy="381000"/>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4" y="6477000"/>
            <a:ext cx="942976" cy="381000"/>
          </a:xfrm>
          <a:prstGeom prst="rect">
            <a:avLst/>
          </a:prstGeom>
        </p:spPr>
        <p:txBody>
          <a:bodyPr/>
          <a:lstStyle>
            <a:lvl1pPr>
              <a:defRPr>
                <a:solidFill>
                  <a:schemeClr val="tx2"/>
                </a:solidFill>
                <a:effectLst/>
              </a:defRPr>
            </a:lvl1pPr>
          </a:lstStyle>
          <a:p>
            <a:fld id="{82FD4696-74E2-4970-BC78-F6CE4130DF59}" type="datetime1">
              <a:rPr lang="en-US" smtClean="0"/>
              <a:t>12/8/2025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9" y="6477000"/>
            <a:ext cx="657221"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63" name="Freeform 62">
            <a:extLst>
              <a:ext uri="{FF2B5EF4-FFF2-40B4-BE49-F238E27FC236}">
                <a16:creationId xmlns:a16="http://schemas.microsoft.com/office/drawing/2014/main" id="{7A28C34C-6E29-8131-3040-4DAF8132CA12}"/>
              </a:ext>
            </a:extLst>
          </p:cNvPr>
          <p:cNvSpPr/>
          <p:nvPr/>
        </p:nvSpPr>
        <p:spPr>
          <a:xfrm>
            <a:off x="6487084"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18898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4573438" cy="1328932"/>
          </a:xfrm>
          <a:prstGeom prst="rect">
            <a:avLst/>
          </a:prstGeom>
        </p:spPr>
        <p:txBody>
          <a:bodyPr anchor="t">
            <a:noAutofit/>
          </a:bodyPr>
          <a:lstStyle>
            <a:lvl1pPr>
              <a:defRPr sz="3600" cap="all" baseline="0">
                <a:solidFill>
                  <a:schemeClr val="tx2"/>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33401" y="2495232"/>
            <a:ext cx="4573438"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2921550" cy="381000"/>
          </a:xfrm>
          <a:prstGeom prst="rect">
            <a:avLst/>
          </a:prstGeom>
        </p:spPr>
        <p:txBody>
          <a:bodyPr/>
          <a:lstStyle>
            <a:lvl1pPr>
              <a:defRPr>
                <a:solidFill>
                  <a:schemeClr val="tx2"/>
                </a:solidFill>
                <a:effectLst/>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54946" y="6477000"/>
            <a:ext cx="1100995" cy="381000"/>
          </a:xfrm>
          <a:prstGeom prst="rect">
            <a:avLst/>
          </a:prstGeom>
        </p:spPr>
        <p:txBody>
          <a:bodyPr/>
          <a:lstStyle>
            <a:lvl1pPr>
              <a:defRPr>
                <a:solidFill>
                  <a:schemeClr val="tx2"/>
                </a:solidFill>
              </a:defRPr>
            </a:lvl1pPr>
          </a:lstStyle>
          <a:p>
            <a:fld id="{71ADCD4E-3EB5-4828-8896-DAF01418F813}" type="datetime1">
              <a:rPr lang="en-US" smtClean="0"/>
              <a:t>12/8/2025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553312" y="6477000"/>
            <a:ext cx="552253" cy="381000"/>
          </a:xfrm>
          <a:prstGeom prst="rect">
            <a:avLst/>
          </a:prstGeom>
        </p:spPr>
        <p:txBody>
          <a:bodyPr/>
          <a:lstStyle>
            <a:lvl1pPr>
              <a:defRPr>
                <a:solidFill>
                  <a:schemeClr val="tx2"/>
                </a:solidFill>
                <a:effectLst/>
              </a:defRPr>
            </a:lvl1pPr>
          </a:lstStyle>
          <a:p>
            <a:fld id="{AEAA3239-9EA4-4A65-A281-97F994456D9F}"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103B3571-8BEB-7B5F-5141-60BE7E4F2B98}"/>
              </a:ext>
            </a:extLst>
          </p:cNvPr>
          <p:cNvSpPr/>
          <p:nvPr userDrawn="1"/>
        </p:nvSpPr>
        <p:spPr>
          <a:xfrm>
            <a:off x="631405"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959615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2" y="1016955"/>
            <a:ext cx="3445937" cy="1328932"/>
          </a:xfrm>
          <a:prstGeom prst="rect">
            <a:avLst/>
          </a:prstGeom>
        </p:spPr>
        <p:txBody>
          <a:bodyPr anchor="t">
            <a:normAutofit/>
          </a:bodyPr>
          <a:lstStyle>
            <a:lvl1pPr>
              <a:defRPr sz="3600" cap="all" baseline="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5" name="Content Placeholder 7">
            <a:extLst>
              <a:ext uri="{FF2B5EF4-FFF2-40B4-BE49-F238E27FC236}">
                <a16:creationId xmlns:a16="http://schemas.microsoft.com/office/drawing/2014/main" id="{8851C855-D5E5-B064-989B-863B11B75D0B}"/>
              </a:ext>
            </a:extLst>
          </p:cNvPr>
          <p:cNvSpPr>
            <a:spLocks noGrp="1"/>
          </p:cNvSpPr>
          <p:nvPr>
            <p:ph sz="quarter" idx="18"/>
          </p:nvPr>
        </p:nvSpPr>
        <p:spPr>
          <a:xfrm>
            <a:off x="8212663" y="2495232"/>
            <a:ext cx="3445936" cy="372776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477000"/>
            <a:ext cx="2012061" cy="381000"/>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477000"/>
            <a:ext cx="922372" cy="381000"/>
          </a:xfrm>
          <a:prstGeom prst="rect">
            <a:avLst/>
          </a:prstGeom>
        </p:spPr>
        <p:txBody>
          <a:bodyPr/>
          <a:lstStyle>
            <a:lvl1pPr>
              <a:defRPr>
                <a:solidFill>
                  <a:schemeClr val="tx2"/>
                </a:solidFill>
              </a:defRPr>
            </a:lvl1pPr>
          </a:lstStyle>
          <a:p>
            <a:fld id="{A620E8D4-9784-4902-913C-374378762F57}" type="datetime1">
              <a:rPr lang="en-US" smtClean="0"/>
              <a:t>12/8/2025</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477000"/>
            <a:ext cx="511504"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6" name="Freeform 5">
            <a:extLst>
              <a:ext uri="{FF2B5EF4-FFF2-40B4-BE49-F238E27FC236}">
                <a16:creationId xmlns:a16="http://schemas.microsoft.com/office/drawing/2014/main" id="{7B50E9EA-081E-416A-00DA-0B2838C4BC29}"/>
              </a:ext>
            </a:extLst>
          </p:cNvPr>
          <p:cNvSpPr/>
          <p:nvPr/>
        </p:nvSpPr>
        <p:spPr>
          <a:xfrm>
            <a:off x="7584144" y="570989"/>
            <a:ext cx="4074456" cy="64011"/>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8350037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275" y="1016955"/>
            <a:ext cx="3445936" cy="1328932"/>
          </a:xfrm>
          <a:prstGeom prst="rect">
            <a:avLst/>
          </a:prstGeom>
        </p:spPr>
        <p:txBody>
          <a:bodyPr anchor="t">
            <a:normAutofit/>
          </a:bodyPr>
          <a:lstStyle>
            <a:lvl1pPr>
              <a:defRPr sz="3600" cap="all" baseline="0">
                <a:solidFill>
                  <a:schemeClr val="tx2"/>
                </a:solidFill>
              </a:defRPr>
            </a:lvl1pPr>
          </a:lstStyle>
          <a:p>
            <a:r>
              <a:rPr lang="en-US" dirty="0"/>
              <a:t>Click to edit Master title style</a:t>
            </a:r>
          </a:p>
        </p:txBody>
      </p:sp>
      <p:sp>
        <p:nvSpPr>
          <p:cNvPr id="6" name="Content Placeholder 7">
            <a:extLst>
              <a:ext uri="{FF2B5EF4-FFF2-40B4-BE49-F238E27FC236}">
                <a16:creationId xmlns:a16="http://schemas.microsoft.com/office/drawing/2014/main" id="{7056A831-274A-4E01-51DC-29FC50834A4F}"/>
              </a:ext>
            </a:extLst>
          </p:cNvPr>
          <p:cNvSpPr>
            <a:spLocks noGrp="1"/>
          </p:cNvSpPr>
          <p:nvPr>
            <p:ph sz="quarter" idx="18"/>
          </p:nvPr>
        </p:nvSpPr>
        <p:spPr>
          <a:xfrm>
            <a:off x="533400" y="2495232"/>
            <a:ext cx="3445936"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533400" y="6477000"/>
            <a:ext cx="2076777" cy="381000"/>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610177" y="6477000"/>
            <a:ext cx="949766" cy="381000"/>
          </a:xfrm>
          <a:prstGeom prst="rect">
            <a:avLst/>
          </a:prstGeom>
        </p:spPr>
        <p:txBody>
          <a:bodyPr/>
          <a:lstStyle>
            <a:lvl1pPr>
              <a:defRPr>
                <a:solidFill>
                  <a:schemeClr val="tx2"/>
                </a:solidFill>
              </a:defRPr>
            </a:lvl1pPr>
          </a:lstStyle>
          <a:p>
            <a:fld id="{A48BB81F-FF8D-4CDB-8C81-6D8C7DBC8B8C}" type="datetime1">
              <a:rPr lang="en-US" smtClean="0"/>
              <a:t>12/8/2025</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559943" y="6477000"/>
            <a:ext cx="429207"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7" name="Picture Placeholder 10">
            <a:extLst>
              <a:ext uri="{FF2B5EF4-FFF2-40B4-BE49-F238E27FC236}">
                <a16:creationId xmlns:a16="http://schemas.microsoft.com/office/drawing/2014/main" id="{0BBEF0D8-DF37-CB82-D6FC-4B18E864B26C}"/>
              </a:ext>
            </a:extLst>
          </p:cNvPr>
          <p:cNvSpPr>
            <a:spLocks noGrp="1"/>
          </p:cNvSpPr>
          <p:nvPr>
            <p:ph type="pic" sz="quarter" idx="13" hasCustomPrompt="1"/>
          </p:nvPr>
        </p:nvSpPr>
        <p:spPr>
          <a:xfrm>
            <a:off x="4602979"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8DC2254B-5D42-9D5B-16C8-9FAF562F458A}"/>
              </a:ext>
            </a:extLst>
          </p:cNvPr>
          <p:cNvSpPr/>
          <p:nvPr userDrawn="1"/>
        </p:nvSpPr>
        <p:spPr>
          <a:xfrm>
            <a:off x="615697" y="570989"/>
            <a:ext cx="3987282" cy="64012"/>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365066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1016955"/>
            <a:ext cx="2770539" cy="1875475"/>
          </a:xfrm>
          <a:prstGeom prst="rect">
            <a:avLst/>
          </a:prstGeom>
        </p:spPr>
        <p:txBody>
          <a:bodyPr anchor="t"/>
          <a:lstStyle>
            <a:lvl1pPr>
              <a:defRPr cap="all" baseline="0">
                <a:solidFill>
                  <a:schemeClr val="tx2"/>
                </a:solidFill>
              </a:defRPr>
            </a:lvl1pPr>
          </a:lstStyle>
          <a:p>
            <a:r>
              <a:rPr lang="en-US" dirty="0"/>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769544" cy="28449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477000"/>
            <a:ext cx="1404460" cy="381000"/>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477000"/>
            <a:ext cx="708857" cy="381000"/>
          </a:xfrm>
          <a:prstGeom prst="rect">
            <a:avLst/>
          </a:prstGeom>
        </p:spPr>
        <p:txBody>
          <a:bodyPr/>
          <a:lstStyle>
            <a:lvl1pPr>
              <a:defRPr>
                <a:solidFill>
                  <a:schemeClr val="tx2"/>
                </a:solidFill>
                <a:effectLst/>
              </a:defRPr>
            </a:lvl1pPr>
          </a:lstStyle>
          <a:p>
            <a:fld id="{CD491FD6-320B-4F77-8F99-6D2F5BCDF640}" type="datetime1">
              <a:rPr lang="en-US" smtClean="0"/>
              <a:t>12/8/2025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80" y="6477000"/>
            <a:ext cx="657220"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 name="Freeform 2">
            <a:extLst>
              <a:ext uri="{FF2B5EF4-FFF2-40B4-BE49-F238E27FC236}">
                <a16:creationId xmlns:a16="http://schemas.microsoft.com/office/drawing/2014/main" id="{3AEE3D4D-61F7-E7A0-0EB4-DE705A2CAF60}"/>
              </a:ext>
            </a:extLst>
          </p:cNvPr>
          <p:cNvSpPr/>
          <p:nvPr userDrawn="1"/>
        </p:nvSpPr>
        <p:spPr>
          <a:xfrm>
            <a:off x="8326322" y="570989"/>
            <a:ext cx="3332277"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6090979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2781551" cy="1858941"/>
          </a:xfrm>
          <a:prstGeom prst="rect">
            <a:avLst/>
          </a:prstGeom>
        </p:spPr>
        <p:txBody>
          <a:bodyPr anchor="t"/>
          <a:lstStyle>
            <a:lvl1pPr>
              <a:defRPr cap="all" baseline="0">
                <a:solidFill>
                  <a:schemeClr val="tx2"/>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34574" y="3011335"/>
            <a:ext cx="2775463" cy="26562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1486757" cy="381000"/>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020157" y="6477000"/>
            <a:ext cx="793862" cy="381000"/>
          </a:xfrm>
          <a:prstGeom prst="rect">
            <a:avLst/>
          </a:prstGeom>
        </p:spPr>
        <p:txBody>
          <a:bodyPr/>
          <a:lstStyle>
            <a:lvl1pPr>
              <a:defRPr>
                <a:solidFill>
                  <a:schemeClr val="tx2"/>
                </a:solidFill>
                <a:effectLst/>
              </a:defRPr>
            </a:lvl1pPr>
          </a:lstStyle>
          <a:p>
            <a:fld id="{864B6C62-EAB8-4FD5-A3F3-DE2355691BC8}" type="datetime1">
              <a:rPr lang="en-US" smtClean="0"/>
              <a:t>12/8/2025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819401" y="6477000"/>
            <a:ext cx="490636"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6" name="Picture Placeholder 9">
            <a:extLst>
              <a:ext uri="{FF2B5EF4-FFF2-40B4-BE49-F238E27FC236}">
                <a16:creationId xmlns:a16="http://schemas.microsoft.com/office/drawing/2014/main" id="{ED5D7D43-775B-F6E3-C000-80A73E78190A}"/>
              </a:ext>
            </a:extLst>
          </p:cNvPr>
          <p:cNvSpPr>
            <a:spLocks noGrp="1"/>
          </p:cNvSpPr>
          <p:nvPr>
            <p:ph type="pic" sz="quarter" idx="13" hasCustomPrompt="1"/>
          </p:nvPr>
        </p:nvSpPr>
        <p:spPr>
          <a:xfrm>
            <a:off x="3860295"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7" name="Freeform 36">
            <a:extLst>
              <a:ext uri="{FF2B5EF4-FFF2-40B4-BE49-F238E27FC236}">
                <a16:creationId xmlns:a16="http://schemas.microsoft.com/office/drawing/2014/main" id="{95BE6104-7C9B-2481-1421-76CDDAC8D30F}"/>
              </a:ext>
            </a:extLst>
          </p:cNvPr>
          <p:cNvSpPr/>
          <p:nvPr/>
        </p:nvSpPr>
        <p:spPr>
          <a:xfrm>
            <a:off x="615697" y="570345"/>
            <a:ext cx="3239216"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347189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4742811"/>
            <a:ext cx="3867144" cy="1734189"/>
          </a:xfrm>
          <a:prstGeom prst="rect">
            <a:avLst/>
          </a:prstGeom>
        </p:spPr>
        <p:txBody>
          <a:bodyPr anchor="t">
            <a:noAutofit/>
          </a:bodyPr>
          <a:lstStyle>
            <a:lvl1pPr>
              <a:defRPr sz="3600" cap="all" baseline="0">
                <a:solidFill>
                  <a:schemeClr val="tx2"/>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361811"/>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62527" y="4727571"/>
            <a:ext cx="6696073" cy="1749428"/>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3033A7FD-07F9-4FAA-B120-4F4AB0134804}" type="datetime1">
              <a:rPr lang="en-US" smtClean="0"/>
              <a:t>12/8/2025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8000123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3623948"/>
            <a:ext cx="3486152" cy="2599051"/>
          </a:xfrm>
          <a:prstGeom prst="rect">
            <a:avLst/>
          </a:prstGeom>
        </p:spPr>
        <p:txBody>
          <a:bodyPr anchor="t">
            <a:normAutofit/>
          </a:bodyPr>
          <a:lstStyle>
            <a:lvl1pPr>
              <a:defRPr sz="3600" cap="all" baseline="0">
                <a:solidFill>
                  <a:schemeClr val="tx2"/>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242949"/>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05936" y="3623949"/>
            <a:ext cx="7252664" cy="25990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A708C1C0-E3FE-42AC-82A3-E6DC4F473B5F}" type="datetime1">
              <a:rPr lang="en-US" smtClean="0"/>
              <a:t>12/8/2025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5767439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2924179" cy="1773540"/>
          </a:xfrm>
          <a:prstGeom prst="rect">
            <a:avLst/>
          </a:prstGeom>
        </p:spPr>
        <p:txBody>
          <a:bodyPr anchor="t">
            <a:normAutofit/>
          </a:bodyPr>
          <a:lstStyle>
            <a:lvl1pPr>
              <a:defRPr sz="3600" cap="all" baseline="0">
                <a:solidFill>
                  <a:schemeClr val="tx2"/>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0"/>
            <a:ext cx="9138609" cy="409729"/>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672014" y="0"/>
            <a:ext cx="1329365" cy="409729"/>
          </a:xfrm>
          <a:prstGeom prst="rect">
            <a:avLst/>
          </a:prstGeom>
        </p:spPr>
        <p:txBody>
          <a:bodyPr/>
          <a:lstStyle>
            <a:lvl1pPr>
              <a:defRPr>
                <a:solidFill>
                  <a:schemeClr val="tx2"/>
                </a:solidFill>
              </a:defRPr>
            </a:lvl1pPr>
          </a:lstStyle>
          <a:p>
            <a:fld id="{2E239508-6CC3-49FE-83E6-A4065CA8777B}" type="datetime1">
              <a:rPr lang="en-US" smtClean="0"/>
              <a:t>12/8/2025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9" y="0"/>
            <a:ext cx="657221" cy="409729"/>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2" y="1001715"/>
            <a:ext cx="7639048" cy="2232334"/>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10">
            <a:extLst>
              <a:ext uri="{FF2B5EF4-FFF2-40B4-BE49-F238E27FC236}">
                <a16:creationId xmlns:a16="http://schemas.microsoft.com/office/drawing/2014/main" id="{4F7C1A4C-ACA8-3A17-4922-8A9094FFB30A}"/>
              </a:ext>
            </a:extLst>
          </p:cNvPr>
          <p:cNvSpPr>
            <a:spLocks noGrp="1"/>
          </p:cNvSpPr>
          <p:nvPr>
            <p:ph type="pic" sz="quarter" idx="13" hasCustomPrompt="1"/>
          </p:nvPr>
        </p:nvSpPr>
        <p:spPr>
          <a:xfrm>
            <a:off x="-1" y="3623947"/>
            <a:ext cx="12192000" cy="3234054"/>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64310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200" cy="731520"/>
          </a:xfrm>
          <a:prstGeom prst="rect">
            <a:avLst/>
          </a:prstGeom>
        </p:spPr>
        <p:txBody>
          <a:bodyPr anchor="t"/>
          <a:lstStyle>
            <a:lvl1pPr>
              <a:defRPr cap="all" baseline="0">
                <a:solidFill>
                  <a:schemeClr val="tx2"/>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399" y="2145668"/>
            <a:ext cx="4810129" cy="4378006"/>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6476999"/>
            <a:ext cx="3315941" cy="381001"/>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854723" y="6476998"/>
            <a:ext cx="942979" cy="381002"/>
          </a:xfrm>
          <a:prstGeom prst="rect">
            <a:avLst/>
          </a:prstGeom>
        </p:spPr>
        <p:txBody>
          <a:bodyPr/>
          <a:lstStyle>
            <a:lvl1pPr>
              <a:defRPr>
                <a:solidFill>
                  <a:schemeClr val="tx2"/>
                </a:solidFill>
              </a:defRPr>
            </a:lvl1pPr>
          </a:lstStyle>
          <a:p>
            <a:fld id="{FF5E1F8C-A11C-4B7E-B523-87C003E86ACE}" type="datetime1">
              <a:rPr lang="en-US" smtClean="0"/>
              <a:t>12/8/2025</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797698" y="6492239"/>
            <a:ext cx="551213"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900120" y="2129475"/>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dirty="0"/>
              <a:t> </a:t>
            </a:r>
          </a:p>
        </p:txBody>
      </p:sp>
      <p:sp>
        <p:nvSpPr>
          <p:cNvPr id="3" name="Rectangle 2">
            <a:extLst>
              <a:ext uri="{FF2B5EF4-FFF2-40B4-BE49-F238E27FC236}">
                <a16:creationId xmlns:a16="http://schemas.microsoft.com/office/drawing/2014/main" id="{9F7D2DCB-EC64-46B8-8C3D-7FA6E5EABD76}"/>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9522250"/>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293EDC19-2576-AA88-E064-C7C747F16FCD}"/>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0969753" cy="731519"/>
          </a:xfrm>
          <a:prstGeom prst="rect">
            <a:avLst/>
          </a:prstGeom>
        </p:spPr>
        <p:txBody>
          <a:bodyPr anchor="t"/>
          <a:lstStyle>
            <a:lvl1pPr>
              <a:defRPr cap="all" baseline="0">
                <a:solidFill>
                  <a:schemeClr val="tx2"/>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0" y="2145668"/>
            <a:ext cx="4810129" cy="4093525"/>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900120" y="2129474"/>
            <a:ext cx="5758479" cy="4093525"/>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6477000"/>
            <a:ext cx="8582017" cy="381000"/>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110043" y="6477000"/>
            <a:ext cx="1891326" cy="381000"/>
          </a:xfrm>
          <a:prstGeom prst="rect">
            <a:avLst/>
          </a:prstGeom>
        </p:spPr>
        <p:txBody>
          <a:bodyPr/>
          <a:lstStyle>
            <a:lvl1pPr>
              <a:defRPr>
                <a:solidFill>
                  <a:schemeClr val="tx2"/>
                </a:solidFill>
              </a:defRPr>
            </a:lvl1pPr>
          </a:lstStyle>
          <a:p>
            <a:fld id="{92E987CE-97DC-4010-9BA9-B6C1C088F588}" type="datetime1">
              <a:rPr lang="en-US" smtClean="0"/>
              <a:t>12/8/2025</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68" y="6492240"/>
            <a:ext cx="657231"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9880260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199" cy="731519"/>
          </a:xfrm>
          <a:prstGeom prst="rect">
            <a:avLst/>
          </a:prstGeom>
        </p:spPr>
        <p:txBody>
          <a:bodyPr anchor="t"/>
          <a:lstStyle>
            <a:lvl1pPr>
              <a:defRPr cap="all" baseline="0">
                <a:solidFill>
                  <a:schemeClr val="tx2"/>
                </a:solidFill>
              </a:defRPr>
            </a:lvl1pPr>
          </a:lstStyle>
          <a:p>
            <a:r>
              <a:rPr lang="en-US" dirty="0"/>
              <a:t>Click to edit Master title style</a:t>
            </a:r>
          </a:p>
        </p:txBody>
      </p:sp>
      <p:sp>
        <p:nvSpPr>
          <p:cNvPr id="36" name="Picture Placeholder 11">
            <a:extLst>
              <a:ext uri="{FF2B5EF4-FFF2-40B4-BE49-F238E27FC236}">
                <a16:creationId xmlns:a16="http://schemas.microsoft.com/office/drawing/2014/main" id="{61ACD7CC-7A35-CC8D-F7DA-128B795065B1}"/>
              </a:ext>
            </a:extLst>
          </p:cNvPr>
          <p:cNvSpPr>
            <a:spLocks noGrp="1"/>
          </p:cNvSpPr>
          <p:nvPr>
            <p:ph type="pic" sz="quarter" idx="18" hasCustomPrompt="1"/>
          </p:nvPr>
        </p:nvSpPr>
        <p:spPr>
          <a:xfrm>
            <a:off x="0" y="2145668"/>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43095" y="2145668"/>
            <a:ext cx="4815505" cy="419049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843095" y="6492240"/>
            <a:ext cx="3215297" cy="365760"/>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398" y="6492240"/>
            <a:ext cx="942982" cy="365760"/>
          </a:xfrm>
          <a:prstGeom prst="rect">
            <a:avLst/>
          </a:prstGeom>
        </p:spPr>
        <p:txBody>
          <a:bodyPr/>
          <a:lstStyle>
            <a:lvl1pPr>
              <a:defRPr>
                <a:solidFill>
                  <a:schemeClr val="tx2"/>
                </a:solidFill>
              </a:defRPr>
            </a:lvl1pPr>
          </a:lstStyle>
          <a:p>
            <a:fld id="{D3EEA351-3479-4085-8F9E-571D48233D05}" type="datetime1">
              <a:rPr lang="en-US" smtClean="0"/>
              <a:t>12/8/2025</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79" y="6492240"/>
            <a:ext cx="657221"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 name="Rectangle 2">
            <a:extLst>
              <a:ext uri="{FF2B5EF4-FFF2-40B4-BE49-F238E27FC236}">
                <a16:creationId xmlns:a16="http://schemas.microsoft.com/office/drawing/2014/main" id="{54335081-FA52-F16F-A616-E20DA766DB57}"/>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12000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4810129" cy="1269482"/>
          </a:xfrm>
          <a:prstGeom prst="rect">
            <a:avLst/>
          </a:prstGeom>
        </p:spPr>
        <p:txBody>
          <a:bodyPr anchor="t">
            <a:noAutofit/>
          </a:bodyPr>
          <a:lstStyle>
            <a:lvl1pPr>
              <a:defRPr sz="3600" cap="all" baseline="0">
                <a:solidFill>
                  <a:schemeClr val="tx2"/>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4"/>
            <a:ext cx="4709498" cy="3727766"/>
          </a:xfrm>
          <a:prstGeom prst="rect">
            <a:avLst/>
          </a:prstGeom>
          <a:blipFill dpi="0" rotWithShape="1">
            <a:blip r:embed="rId2">
              <a:alphaModFix amt="6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2" y="1010614"/>
            <a:ext cx="5753037" cy="5212386"/>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6999"/>
            <a:ext cx="8576637" cy="381001"/>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507480"/>
            <a:ext cx="1891338" cy="365760"/>
          </a:xfrm>
          <a:prstGeom prst="rect">
            <a:avLst/>
          </a:prstGeom>
        </p:spPr>
        <p:txBody>
          <a:bodyPr/>
          <a:lstStyle>
            <a:lvl1pPr>
              <a:defRPr>
                <a:solidFill>
                  <a:schemeClr val="tx2"/>
                </a:solidFill>
              </a:defRPr>
            </a:lvl1pPr>
          </a:lstStyle>
          <a:p>
            <a:fld id="{DDF7C43B-089F-44C0-B681-481CCE0137A5}" type="datetime1">
              <a:rPr lang="en-US" smtClean="0"/>
              <a:t>12/8/2025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76999"/>
            <a:ext cx="662624"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3" name="Rectangle 2">
            <a:extLst>
              <a:ext uri="{FF2B5EF4-FFF2-40B4-BE49-F238E27FC236}">
                <a16:creationId xmlns:a16="http://schemas.microsoft.com/office/drawing/2014/main" id="{DD765160-0AD1-7CB4-8350-CBCBF4F7DE6D}"/>
              </a:ext>
            </a:extLst>
          </p:cNvPr>
          <p:cNvSpPr/>
          <p:nvPr userDrawn="1"/>
        </p:nvSpPr>
        <p:spPr>
          <a:xfrm>
            <a:off x="634030" y="565606"/>
            <a:ext cx="470949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B0551DE-1F1F-2C48-CB34-005587707E99}"/>
              </a:ext>
            </a:extLst>
          </p:cNvPr>
          <p:cNvSpPr/>
          <p:nvPr userDrawn="1"/>
        </p:nvSpPr>
        <p:spPr>
          <a:xfrm>
            <a:off x="5345730" y="565605"/>
            <a:ext cx="684627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94747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3486153" cy="1316347"/>
          </a:xfrm>
          <a:prstGeom prst="rect">
            <a:avLst/>
          </a:prstGeom>
        </p:spPr>
        <p:txBody>
          <a:bodyPr anchor="t">
            <a:noAutofit/>
          </a:bodyPr>
          <a:lstStyle>
            <a:lvl1pPr>
              <a:defRPr sz="3600" cap="all" baseline="0">
                <a:solidFill>
                  <a:schemeClr val="tx2"/>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3"/>
            <a:ext cx="3385517" cy="3727765"/>
          </a:xfrm>
          <a:prstGeom prst="rect">
            <a:avLst/>
          </a:prstGeom>
          <a:blipFill dpi="0" rotWithShape="1">
            <a:blip r:embed="rId2">
              <a:alphaModFix amt="6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576142" y="1016954"/>
            <a:ext cx="7082457" cy="5206045"/>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F7018939-3725-45C4-8448-060C1C945770}" type="datetime1">
              <a:rPr lang="en-US" smtClean="0"/>
              <a:t>12/8/2025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 name="Rectangle 2">
            <a:extLst>
              <a:ext uri="{FF2B5EF4-FFF2-40B4-BE49-F238E27FC236}">
                <a16:creationId xmlns:a16="http://schemas.microsoft.com/office/drawing/2014/main" id="{05CA24FE-7F15-0A35-2050-28F4CE33B91F}"/>
              </a:ext>
            </a:extLst>
          </p:cNvPr>
          <p:cNvSpPr/>
          <p:nvPr userDrawn="1"/>
        </p:nvSpPr>
        <p:spPr>
          <a:xfrm>
            <a:off x="634030" y="565606"/>
            <a:ext cx="3385521"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C9E0A62-7502-AFE4-4860-6DE00EB6D1D5}"/>
              </a:ext>
            </a:extLst>
          </p:cNvPr>
          <p:cNvSpPr/>
          <p:nvPr userDrawn="1"/>
        </p:nvSpPr>
        <p:spPr>
          <a:xfrm>
            <a:off x="4019547" y="565605"/>
            <a:ext cx="8172453"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75299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tx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473C94E-2C8E-3F68-4792-D2F9DD866344}"/>
              </a:ext>
            </a:extLst>
          </p:cNvPr>
          <p:cNvSpPr>
            <a:spLocks noGrp="1"/>
          </p:cNvSpPr>
          <p:nvPr>
            <p:ph type="title"/>
          </p:nvPr>
        </p:nvSpPr>
        <p:spPr>
          <a:xfrm>
            <a:off x="3462961" y="5109525"/>
            <a:ext cx="8195638" cy="744634"/>
          </a:xfrm>
        </p:spPr>
        <p:txBody>
          <a:bodyPr anchor="b">
            <a:normAutofit/>
          </a:bodyPr>
          <a:lstStyle>
            <a:lvl1pPr>
              <a:defRPr sz="2000" b="1">
                <a:solidFill>
                  <a:schemeClr val="bg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16E6EBA2-EEB8-DB5B-897E-6DAE1530B31E}"/>
              </a:ext>
            </a:extLst>
          </p:cNvPr>
          <p:cNvSpPr>
            <a:spLocks noGrp="1"/>
          </p:cNvSpPr>
          <p:nvPr>
            <p:ph sz="quarter" idx="14" hasCustomPrompt="1"/>
          </p:nvPr>
        </p:nvSpPr>
        <p:spPr>
          <a:xfrm>
            <a:off x="533400" y="533400"/>
            <a:ext cx="11125200" cy="4576763"/>
          </a:xfrm>
        </p:spPr>
        <p:txBody>
          <a:bodyPr>
            <a:normAutofit/>
          </a:bodyPr>
          <a:lstStyle>
            <a:lvl1pPr marL="0" indent="0">
              <a:buNone/>
              <a:defRPr sz="30000" b="0">
                <a:solidFill>
                  <a:schemeClr val="bg1"/>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77000"/>
            <a:ext cx="8576637" cy="381001"/>
          </a:xfrm>
          <a:prstGeom prst="rect">
            <a:avLst/>
          </a:prstGeom>
        </p:spPr>
        <p:txBody>
          <a:bodyPr/>
          <a:lstStyle>
            <a:lvl1pPr>
              <a:defRPr>
                <a:solidFill>
                  <a:schemeClr val="bg1"/>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77000"/>
            <a:ext cx="1880546" cy="381000"/>
          </a:xfrm>
          <a:prstGeom prst="rect">
            <a:avLst/>
          </a:prstGeom>
        </p:spPr>
        <p:txBody>
          <a:bodyPr/>
          <a:lstStyle>
            <a:lvl1pPr>
              <a:defRPr>
                <a:solidFill>
                  <a:schemeClr val="bg1"/>
                </a:solidFill>
              </a:defRPr>
            </a:lvl1pPr>
          </a:lstStyle>
          <a:p>
            <a:fld id="{A5A68E59-4168-43B1-871D-9D793958CB73}" type="datetime1">
              <a:rPr lang="en-US" smtClean="0"/>
              <a:t>12/8/2025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bg1"/>
                </a:solidFill>
              </a:defRPr>
            </a:lvl1pPr>
          </a:lstStyle>
          <a:p>
            <a:fld id="{AEAA3239-9EA4-4A65-A281-97F994456D9F}" type="slidenum">
              <a:rPr lang="en-US" smtClean="0"/>
              <a:pPr/>
              <a:t>‹#›</a:t>
            </a:fld>
            <a:endParaRPr lang="en-US" dirty="0"/>
          </a:p>
        </p:txBody>
      </p:sp>
      <p:sp>
        <p:nvSpPr>
          <p:cNvPr id="36" name="Rectangle 35">
            <a:extLst>
              <a:ext uri="{FF2B5EF4-FFF2-40B4-BE49-F238E27FC236}">
                <a16:creationId xmlns:a16="http://schemas.microsoft.com/office/drawing/2014/main" id="{CCD9F1A0-57DB-F034-0AB9-2E671ABA4CD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66B7340E-9893-2D44-91EA-76771EE522E6}"/>
              </a:ext>
            </a:extLst>
          </p:cNvPr>
          <p:cNvSpPr/>
          <p:nvPr/>
        </p:nvSpPr>
        <p:spPr>
          <a:xfrm>
            <a:off x="3467745" y="6155911"/>
            <a:ext cx="564228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12162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7598420F-9109-D819-4B18-8ABF253545AF}"/>
              </a:ext>
            </a:extLst>
          </p:cNvPr>
          <p:cNvSpPr>
            <a:spLocks noGrp="1"/>
          </p:cNvSpPr>
          <p:nvPr>
            <p:ph type="title"/>
          </p:nvPr>
        </p:nvSpPr>
        <p:spPr>
          <a:xfrm>
            <a:off x="3462961" y="5109526"/>
            <a:ext cx="8195638" cy="744634"/>
          </a:xfrm>
        </p:spPr>
        <p:txBody>
          <a:bodyPr anchor="b">
            <a:normAutofit/>
          </a:bodyPr>
          <a:lstStyle>
            <a:lvl1pPr>
              <a:defRPr sz="2000" b="1"/>
            </a:lvl1pPr>
          </a:lstStyle>
          <a:p>
            <a:r>
              <a:rPr lang="en-US" dirty="0"/>
              <a:t>Click to edit Master title style</a:t>
            </a:r>
          </a:p>
        </p:txBody>
      </p:sp>
      <p:sp>
        <p:nvSpPr>
          <p:cNvPr id="11" name="Content Placeholder 10">
            <a:extLst>
              <a:ext uri="{FF2B5EF4-FFF2-40B4-BE49-F238E27FC236}">
                <a16:creationId xmlns:a16="http://schemas.microsoft.com/office/drawing/2014/main" id="{1BEF40F6-4B37-BBD3-E0AD-279A48AF21F3}"/>
              </a:ext>
            </a:extLst>
          </p:cNvPr>
          <p:cNvSpPr>
            <a:spLocks noGrp="1"/>
          </p:cNvSpPr>
          <p:nvPr>
            <p:ph sz="quarter" idx="14" hasCustomPrompt="1"/>
          </p:nvPr>
        </p:nvSpPr>
        <p:spPr>
          <a:xfrm>
            <a:off x="1576388" y="533400"/>
            <a:ext cx="10082212" cy="4535488"/>
          </a:xfrm>
        </p:spPr>
        <p:txBody>
          <a:bodyPr anchor="b">
            <a:noAutofit/>
          </a:bodyPr>
          <a:lstStyle>
            <a:lvl1pPr marL="0" indent="0">
              <a:buNone/>
              <a:defRPr sz="30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30C77307-365E-4277-817C-B4BE1A525D2E}" type="datetime1">
              <a:rPr lang="en-US" smtClean="0"/>
              <a:t>12/8/2025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9" name="Rectangle 8">
            <a:extLst>
              <a:ext uri="{FF2B5EF4-FFF2-40B4-BE49-F238E27FC236}">
                <a16:creationId xmlns:a16="http://schemas.microsoft.com/office/drawing/2014/main" id="{E839B9B1-5BEF-4F31-6B44-3CB4CD58885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7548359-EFF8-1F42-7DB6-7D93AD66C2F5}"/>
              </a:ext>
            </a:extLst>
          </p:cNvPr>
          <p:cNvSpPr/>
          <p:nvPr/>
        </p:nvSpPr>
        <p:spPr>
          <a:xfrm>
            <a:off x="3467745" y="6155911"/>
            <a:ext cx="564228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7621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F766B52-229C-C000-F364-4B90D3B58207}"/>
              </a:ext>
            </a:extLst>
          </p:cNvPr>
          <p:cNvSpPr>
            <a:spLocks noGrp="1"/>
          </p:cNvSpPr>
          <p:nvPr>
            <p:ph type="title"/>
          </p:nvPr>
        </p:nvSpPr>
        <p:spPr>
          <a:xfrm>
            <a:off x="533399" y="5503767"/>
            <a:ext cx="8197616" cy="744633"/>
          </a:xfrm>
        </p:spPr>
        <p:txBody>
          <a:bodyPr anchor="b">
            <a:normAutofit/>
          </a:bodyPr>
          <a:lstStyle>
            <a:lvl1pPr>
              <a:defRPr sz="2000" b="1"/>
            </a:lvl1pPr>
          </a:lstStyle>
          <a:p>
            <a:r>
              <a:rPr lang="en-US" dirty="0"/>
              <a:t>Click to edit Master title style</a:t>
            </a:r>
          </a:p>
        </p:txBody>
      </p:sp>
      <p:sp>
        <p:nvSpPr>
          <p:cNvPr id="9" name="Content Placeholder 8">
            <a:extLst>
              <a:ext uri="{FF2B5EF4-FFF2-40B4-BE49-F238E27FC236}">
                <a16:creationId xmlns:a16="http://schemas.microsoft.com/office/drawing/2014/main" id="{339F166E-4119-CF5D-6537-03CAC7026DAD}"/>
              </a:ext>
            </a:extLst>
          </p:cNvPr>
          <p:cNvSpPr>
            <a:spLocks noGrp="1"/>
          </p:cNvSpPr>
          <p:nvPr>
            <p:ph sz="quarter" idx="14" hasCustomPrompt="1"/>
          </p:nvPr>
        </p:nvSpPr>
        <p:spPr>
          <a:xfrm>
            <a:off x="533400" y="533400"/>
            <a:ext cx="8197850" cy="4535488"/>
          </a:xfrm>
        </p:spPr>
        <p:txBody>
          <a:bodyPr>
            <a:normAutofit/>
          </a:bodyPr>
          <a:lstStyle>
            <a:lvl1pPr marL="0" indent="0">
              <a:buNone/>
              <a:defRPr sz="25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400" y="6477000"/>
            <a:ext cx="5747706" cy="381001"/>
          </a:xfrm>
          <a:prstGeom prst="rect">
            <a:avLst/>
          </a:prstGeo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279139" y="6477000"/>
            <a:ext cx="1783858" cy="381000"/>
          </a:xfrm>
          <a:prstGeom prst="rect">
            <a:avLst/>
          </a:prstGeom>
        </p:spPr>
        <p:txBody>
          <a:bodyPr/>
          <a:lstStyle>
            <a:lvl1pPr>
              <a:defRPr>
                <a:solidFill>
                  <a:schemeClr val="tx2"/>
                </a:solidFill>
              </a:defRPr>
            </a:lvl1pPr>
          </a:lstStyle>
          <a:p>
            <a:fld id="{59233825-4D0E-421F-BAE1-73001CD26D08}" type="datetime1">
              <a:rPr lang="en-US" smtClean="0"/>
              <a:t>12/8/2025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8068391" y="6492241"/>
            <a:ext cx="662624"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2" name="Rectangle 31">
            <a:extLst>
              <a:ext uri="{FF2B5EF4-FFF2-40B4-BE49-F238E27FC236}">
                <a16:creationId xmlns:a16="http://schemas.microsoft.com/office/drawing/2014/main" id="{9B44F338-C24A-72CF-A14A-4F2D72023D14}"/>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0CA27EA-41C5-29B8-12D6-3E865A8BE203}"/>
              </a:ext>
            </a:extLst>
          </p:cNvPr>
          <p:cNvSpPr/>
          <p:nvPr userDrawn="1"/>
        </p:nvSpPr>
        <p:spPr>
          <a:xfrm>
            <a:off x="9110034" y="0"/>
            <a:ext cx="3081966"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3853515-1714-73E5-D625-2A609526F7E8}"/>
              </a:ext>
            </a:extLst>
          </p:cNvPr>
          <p:cNvSpPr/>
          <p:nvPr userDrawn="1"/>
        </p:nvSpPr>
        <p:spPr>
          <a:xfrm>
            <a:off x="9110040" y="565606"/>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14412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6955"/>
            <a:ext cx="11125201" cy="4840285"/>
          </a:xfrm>
          <a:prstGeom prst="rect">
            <a:avLst/>
          </a:prstGeom>
        </p:spPr>
        <p:txBody>
          <a:bodyPr anchor="t">
            <a:noAutofit/>
          </a:bodyPr>
          <a:lstStyle>
            <a:lvl1pPr marL="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1pPr>
            <a:lvl2pPr marL="2286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2pPr>
            <a:lvl3pPr marL="4572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3pPr>
            <a:lvl4pPr marL="6858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4pPr>
            <a:lvl5pPr marL="9144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0"/>
            <a:ext cx="8576637" cy="365761"/>
          </a:xfrm>
          <a:prstGeom prst="rect">
            <a:avLst/>
          </a:prstGeom>
        </p:spPr>
        <p:txBody>
          <a:bodyPr/>
          <a:lstStyle>
            <a:lvl1pPr>
              <a:defRPr>
                <a:solidFill>
                  <a:schemeClr val="bg2"/>
                </a:solidFill>
              </a:defRPr>
            </a:lvl1pPr>
          </a:lstStyle>
          <a:p>
            <a:r>
              <a:rPr lang="en-US"/>
              <a:t>Presentation title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39"/>
            <a:ext cx="1891338" cy="365761"/>
          </a:xfrm>
          <a:prstGeom prst="rect">
            <a:avLst/>
          </a:prstGeom>
        </p:spPr>
        <p:txBody>
          <a:bodyPr/>
          <a:lstStyle>
            <a:lvl1pPr>
              <a:defRPr>
                <a:solidFill>
                  <a:schemeClr val="bg2"/>
                </a:solidFill>
              </a:defRPr>
            </a:lvl1pPr>
          </a:lstStyle>
          <a:p>
            <a:fld id="{3C8A96B5-6C84-4F87-863B-82F8A700BDB6}" type="datetime1">
              <a:rPr lang="en-US" smtClean="0"/>
              <a:t>12/8/2025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95976" y="6492240"/>
            <a:ext cx="662624" cy="365761"/>
          </a:xfrm>
          <a:prstGeom prst="rect">
            <a:avLst/>
          </a:prstGeom>
        </p:spPr>
        <p:txBody>
          <a:bodyPr/>
          <a:lstStyle>
            <a:lvl1pPr>
              <a:defRPr>
                <a:solidFill>
                  <a:schemeClr val="bg2"/>
                </a:solidFill>
              </a:defRPr>
            </a:lvl1pPr>
          </a:lstStyle>
          <a:p>
            <a:fld id="{AEAA3239-9EA4-4A65-A281-97F994456D9F}" type="slidenum">
              <a:rPr lang="en-US" smtClean="0"/>
              <a:pPr/>
              <a:t>‹#›</a:t>
            </a:fld>
            <a:endParaRPr lang="en-US" dirty="0"/>
          </a:p>
        </p:txBody>
      </p:sp>
      <p:sp>
        <p:nvSpPr>
          <p:cNvPr id="6" name="Rectangle 5">
            <a:extLst>
              <a:ext uri="{FF2B5EF4-FFF2-40B4-BE49-F238E27FC236}">
                <a16:creationId xmlns:a16="http://schemas.microsoft.com/office/drawing/2014/main" id="{F810F272-8DCB-3D9F-8EA6-FBDD6B7DFDA3}"/>
              </a:ext>
            </a:extLst>
          </p:cNvPr>
          <p:cNvSpPr/>
          <p:nvPr userDrawn="1"/>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38ED97-EB88-D071-C45A-D0C32569D40D}"/>
              </a:ext>
            </a:extLst>
          </p:cNvPr>
          <p:cNvSpPr/>
          <p:nvPr userDrawn="1"/>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5701026"/>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3308"/>
            <a:ext cx="11125201" cy="5204612"/>
          </a:xfrm>
          <a:prstGeom prst="rect">
            <a:avLst/>
          </a:prstGeom>
        </p:spPr>
        <p:txBody>
          <a:bodyPr anchor="t">
            <a:normAutofit/>
          </a:bodyPr>
          <a:lstStyle>
            <a:lvl1pPr marL="0" indent="0">
              <a:lnSpc>
                <a:spcPct val="90000"/>
              </a:lnSpc>
              <a:spcBef>
                <a:spcPts val="0"/>
              </a:spcBef>
              <a:buNone/>
              <a:defRPr sz="7200" b="1">
                <a:solidFill>
                  <a:schemeClr val="tx2"/>
                </a:solidFill>
              </a:defRPr>
            </a:lvl1pPr>
            <a:lvl2pPr marL="228600" indent="0">
              <a:lnSpc>
                <a:spcPct val="90000"/>
              </a:lnSpc>
              <a:spcBef>
                <a:spcPts val="0"/>
              </a:spcBef>
              <a:buNone/>
              <a:defRPr sz="7200" b="1">
                <a:solidFill>
                  <a:schemeClr val="tx2"/>
                </a:solidFill>
              </a:defRPr>
            </a:lvl2pPr>
            <a:lvl3pPr marL="457200" indent="0">
              <a:lnSpc>
                <a:spcPct val="90000"/>
              </a:lnSpc>
              <a:spcBef>
                <a:spcPts val="0"/>
              </a:spcBef>
              <a:buNone/>
              <a:defRPr sz="7200" b="1">
                <a:solidFill>
                  <a:schemeClr val="tx2"/>
                </a:solidFill>
              </a:defRPr>
            </a:lvl3pPr>
            <a:lvl4pPr marL="685800" indent="0">
              <a:lnSpc>
                <a:spcPct val="90000"/>
              </a:lnSpc>
              <a:spcBef>
                <a:spcPts val="0"/>
              </a:spcBef>
              <a:buNone/>
              <a:defRPr sz="7200" b="1">
                <a:solidFill>
                  <a:schemeClr val="tx2"/>
                </a:solidFill>
              </a:defRPr>
            </a:lvl4pPr>
            <a:lvl5pPr marL="914400" indent="0">
              <a:lnSpc>
                <a:spcPct val="90000"/>
              </a:lnSpc>
              <a:spcBef>
                <a:spcPts val="0"/>
              </a:spcBef>
              <a:buNone/>
              <a:defRPr sz="7200" b="1">
                <a:solidFill>
                  <a:schemeClr val="tx2"/>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3">
            <a:extLst>
              <a:ext uri="{FF2B5EF4-FFF2-40B4-BE49-F238E27FC236}">
                <a16:creationId xmlns:a16="http://schemas.microsoft.com/office/drawing/2014/main" id="{8BF9C9D6-DA86-3C40-578D-A1E0A226D24A}"/>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endParaRPr lang="en-US" dirty="0"/>
          </a:p>
        </p:txBody>
      </p:sp>
      <p:sp>
        <p:nvSpPr>
          <p:cNvPr id="9" name="Date Placeholder 2">
            <a:extLst>
              <a:ext uri="{FF2B5EF4-FFF2-40B4-BE49-F238E27FC236}">
                <a16:creationId xmlns:a16="http://schemas.microsoft.com/office/drawing/2014/main" id="{EDDA72D8-8E1B-E9E1-BE77-CAA0A8C269FD}"/>
              </a:ext>
            </a:extLst>
          </p:cNvPr>
          <p:cNvSpPr>
            <a:spLocks noGrp="1"/>
          </p:cNvSpPr>
          <p:nvPr>
            <p:ph type="dt" sz="half" idx="10"/>
          </p:nvPr>
        </p:nvSpPr>
        <p:spPr>
          <a:xfrm>
            <a:off x="9110036" y="6492240"/>
            <a:ext cx="1891337" cy="365760"/>
          </a:xfrm>
          <a:prstGeom prst="rect">
            <a:avLst/>
          </a:prstGeom>
        </p:spPr>
        <p:txBody>
          <a:bodyPr/>
          <a:lstStyle/>
          <a:p>
            <a:fld id="{C0792C66-3CB6-49EE-BE61-4783D75F2D63}" type="datetime1">
              <a:rPr lang="en-US" smtClean="0"/>
              <a:t>12/8/2025</a:t>
            </a:fld>
            <a:endParaRPr lang="en-US" dirty="0"/>
          </a:p>
        </p:txBody>
      </p:sp>
      <p:sp>
        <p:nvSpPr>
          <p:cNvPr id="11" name="Slide Number Placeholder 4">
            <a:extLst>
              <a:ext uri="{FF2B5EF4-FFF2-40B4-BE49-F238E27FC236}">
                <a16:creationId xmlns:a16="http://schemas.microsoft.com/office/drawing/2014/main" id="{6CD685AC-8C83-2966-C687-1A563ED4E20A}"/>
              </a:ext>
            </a:extLst>
          </p:cNvPr>
          <p:cNvSpPr>
            <a:spLocks noGrp="1"/>
          </p:cNvSpPr>
          <p:nvPr>
            <p:ph type="sldNum" sz="quarter" idx="12"/>
          </p:nvPr>
        </p:nvSpPr>
        <p:spPr>
          <a:xfrm>
            <a:off x="10995976" y="6492241"/>
            <a:ext cx="662623" cy="365760"/>
          </a:xfrm>
          <a:prstGeom prst="rect">
            <a:avLst/>
          </a:prstGeom>
        </p:spPr>
        <p:txBody>
          <a:bodyPr/>
          <a:lstStyle/>
          <a:p>
            <a:fld id="{AEAA3239-9EA4-4A65-A281-97F994456D9F}" type="slidenum">
              <a:rPr lang="en-US" smtClean="0"/>
              <a:t>‹#›</a:t>
            </a:fld>
            <a:endParaRPr lang="en-US" dirty="0"/>
          </a:p>
        </p:txBody>
      </p:sp>
      <p:sp>
        <p:nvSpPr>
          <p:cNvPr id="3" name="Rectangle 2">
            <a:extLst>
              <a:ext uri="{FF2B5EF4-FFF2-40B4-BE49-F238E27FC236}">
                <a16:creationId xmlns:a16="http://schemas.microsoft.com/office/drawing/2014/main" id="{16013958-6C87-60CF-9219-2BB1A3A4CCA8}"/>
              </a:ext>
            </a:extLst>
          </p:cNvPr>
          <p:cNvSpPr/>
          <p:nvPr userDrawn="1"/>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F72B8EA-56EE-EDC6-509C-908732AAD241}"/>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037739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533398" y="1016955"/>
            <a:ext cx="11125201" cy="4782312"/>
          </a:xfrm>
          <a:prstGeom prst="rect">
            <a:avLst/>
          </a:prstGeom>
        </p:spPr>
        <p:txBody>
          <a:bodyPr anchor="b">
            <a:noAutofit/>
          </a:bodyPr>
          <a:lstStyle>
            <a:lvl1pPr marL="0" indent="0">
              <a:lnSpc>
                <a:spcPct val="90000"/>
              </a:lnSpc>
              <a:spcBef>
                <a:spcPts val="0"/>
              </a:spcBef>
              <a:buNone/>
              <a:defRPr sz="7200" b="1">
                <a:solidFill>
                  <a:schemeClr val="bg1"/>
                </a:solidFill>
              </a:defRPr>
            </a:lvl1pPr>
            <a:lvl2pPr marL="228600" indent="0">
              <a:lnSpc>
                <a:spcPct val="90000"/>
              </a:lnSpc>
              <a:spcBef>
                <a:spcPts val="0"/>
              </a:spcBef>
              <a:buNone/>
              <a:defRPr sz="7200" b="1">
                <a:solidFill>
                  <a:schemeClr val="bg1"/>
                </a:solidFill>
              </a:defRPr>
            </a:lvl2pPr>
            <a:lvl3pPr marL="457200" indent="0">
              <a:lnSpc>
                <a:spcPct val="90000"/>
              </a:lnSpc>
              <a:spcBef>
                <a:spcPts val="0"/>
              </a:spcBef>
              <a:buNone/>
              <a:defRPr sz="7200" b="1">
                <a:solidFill>
                  <a:schemeClr val="bg1"/>
                </a:solidFill>
              </a:defRPr>
            </a:lvl3pPr>
            <a:lvl4pPr marL="685800" indent="0">
              <a:lnSpc>
                <a:spcPct val="90000"/>
              </a:lnSpc>
              <a:spcBef>
                <a:spcPts val="0"/>
              </a:spcBef>
              <a:buNone/>
              <a:defRPr sz="7200" b="1">
                <a:solidFill>
                  <a:schemeClr val="bg1"/>
                </a:solidFill>
              </a:defRPr>
            </a:lvl4pPr>
            <a:lvl5pPr marL="914400" indent="0">
              <a:lnSpc>
                <a:spcPct val="90000"/>
              </a:lnSpc>
              <a:spcBef>
                <a:spcPts val="0"/>
              </a:spcBef>
              <a:buNone/>
              <a:defRPr sz="72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1"/>
            <a:ext cx="8576637" cy="365760"/>
          </a:xfrm>
          <a:prstGeom prst="rect">
            <a:avLst/>
          </a:prstGeom>
        </p:spPr>
        <p:txBody>
          <a:bodyPr/>
          <a:lstStyle>
            <a:lvl1pPr>
              <a:defRPr>
                <a:solidFill>
                  <a:schemeClr val="bg1"/>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40"/>
            <a:ext cx="1878955" cy="365760"/>
          </a:xfrm>
          <a:prstGeom prst="rect">
            <a:avLst/>
          </a:prstGeom>
        </p:spPr>
        <p:txBody>
          <a:bodyPr/>
          <a:lstStyle>
            <a:lvl1pPr>
              <a:defRPr>
                <a:solidFill>
                  <a:schemeClr val="bg1"/>
                </a:solidFill>
              </a:defRPr>
            </a:lvl1pPr>
          </a:lstStyle>
          <a:p>
            <a:fld id="{F91FC74F-A55B-49F7-BC3A-4C99B80A48ED}" type="datetime1">
              <a:rPr lang="en-US" smtClean="0"/>
              <a:t>12/8/2025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88996" y="6492241"/>
            <a:ext cx="669603" cy="365760"/>
          </a:xfrm>
          <a:prstGeom prst="rect">
            <a:avLst/>
          </a:prstGeom>
        </p:spPr>
        <p:txBody>
          <a:bodyPr/>
          <a:lstStyle>
            <a:lvl1pPr>
              <a:defRPr>
                <a:solidFill>
                  <a:schemeClr val="bg1"/>
                </a:solidFill>
              </a:defRPr>
            </a:lvl1pPr>
          </a:lstStyle>
          <a:p>
            <a:fld id="{AEAA3239-9EA4-4A65-A281-97F994456D9F}" type="slidenum">
              <a:rPr lang="en-US" smtClean="0"/>
              <a:pPr/>
              <a:t>‹#›</a:t>
            </a:fld>
            <a:endParaRPr lang="en-US" dirty="0"/>
          </a:p>
        </p:txBody>
      </p:sp>
      <p:sp>
        <p:nvSpPr>
          <p:cNvPr id="6" name="Rectangle 5">
            <a:extLst>
              <a:ext uri="{FF2B5EF4-FFF2-40B4-BE49-F238E27FC236}">
                <a16:creationId xmlns:a16="http://schemas.microsoft.com/office/drawing/2014/main" id="{CDEEA900-0D70-4D93-7863-89A4085C93C9}"/>
              </a:ext>
            </a:extLst>
          </p:cNvPr>
          <p:cNvSpPr/>
          <p:nvPr userDrawn="1"/>
        </p:nvSpPr>
        <p:spPr>
          <a:xfrm>
            <a:off x="634029" y="570037"/>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6174C4B-8932-8749-0D17-218307FD761A}"/>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81706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467745" y="5216204"/>
            <a:ext cx="8190855" cy="640080"/>
          </a:xfrm>
          <a:prstGeom prst="rect">
            <a:avLst/>
          </a:prstGeom>
        </p:spPr>
        <p:txBody>
          <a:bodyPr anchor="b">
            <a:normAutofit/>
          </a:bodyPr>
          <a:lstStyle>
            <a:lvl1pPr>
              <a:lnSpc>
                <a:spcPct val="120000"/>
              </a:lnSpc>
              <a:defRPr sz="2000" spc="0">
                <a:solidFill>
                  <a:schemeClr val="tx2"/>
                </a:solidFill>
                <a:latin typeface="Arial" panose="020B0604020202020204" pitchFamily="34" charset="0"/>
                <a:cs typeface="Arial" panose="020B0604020202020204" pitchFamily="34" charset="0"/>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8" y="1016954"/>
            <a:ext cx="11125201" cy="3711571"/>
          </a:xfrm>
          <a:prstGeom prst="rect">
            <a:avLst/>
          </a:prstGeom>
        </p:spPr>
        <p:txBody>
          <a:bodyPr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61" cy="365760"/>
          </a:xfrm>
          <a:prstGeom prst="rect">
            <a:avLst/>
          </a:prstGeom>
        </p:spPr>
        <p:txBody>
          <a:bodyPr/>
          <a:lstStyle/>
          <a:p>
            <a:fld id="{0380565A-AEC2-4981-9BC9-2BD45633EEB3}" type="datetime1">
              <a:rPr lang="en-US" smtClean="0"/>
              <a:t>12/8/2025</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001368" y="6492241"/>
            <a:ext cx="657231" cy="365760"/>
          </a:xfrm>
          <a:prstGeom prst="rect">
            <a:avLst/>
          </a:prstGeom>
        </p:spPr>
        <p:txBody>
          <a:bodyPr/>
          <a:lstStyle/>
          <a:p>
            <a:fld id="{AEAA3239-9EA4-4A65-A281-97F994456D9F}" type="slidenum">
              <a:rPr lang="en-US" smtClean="0"/>
              <a:t>‹#›</a:t>
            </a:fld>
            <a:endParaRPr lang="en-US" dirty="0"/>
          </a:p>
        </p:txBody>
      </p:sp>
      <p:sp>
        <p:nvSpPr>
          <p:cNvPr id="34" name="Rectangle 33">
            <a:extLst>
              <a:ext uri="{FF2B5EF4-FFF2-40B4-BE49-F238E27FC236}">
                <a16:creationId xmlns:a16="http://schemas.microsoft.com/office/drawing/2014/main" id="{F22AFB11-60F0-1BFB-3EE2-25A317606ED4}"/>
              </a:ext>
            </a:extLst>
          </p:cNvPr>
          <p:cNvSpPr/>
          <p:nvPr/>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DB6C2DA-9756-1101-616C-92AE71300FD8}"/>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956042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E449530-F624-DF0E-5783-08CE43BB9B09}"/>
              </a:ext>
            </a:extLst>
          </p:cNvPr>
          <p:cNvSpPr>
            <a:spLocks noGrp="1"/>
          </p:cNvSpPr>
          <p:nvPr>
            <p:ph type="title" hasCustomPrompt="1"/>
          </p:nvPr>
        </p:nvSpPr>
        <p:spPr>
          <a:xfrm>
            <a:off x="3450579" y="5213166"/>
            <a:ext cx="7152032" cy="654234"/>
          </a:xfrm>
        </p:spPr>
        <p:txBody>
          <a:bodyPr anchor="b">
            <a:normAutofit/>
          </a:bodyPr>
          <a:lstStyle>
            <a:lvl1pPr>
              <a:defRPr sz="2000">
                <a:solidFill>
                  <a:schemeClr val="bg2"/>
                </a:solidFill>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64629" y="1016955"/>
            <a:ext cx="9037983" cy="3361830"/>
          </a:xfrm>
          <a:prstGeom prst="rect">
            <a:avLst/>
          </a:prstGeom>
        </p:spPr>
        <p:txBody>
          <a:bodyPr anchor="t">
            <a:normAutofit/>
          </a:bodyPr>
          <a:lstStyle>
            <a:lvl1pPr marL="164592" indent="-164592">
              <a:lnSpc>
                <a:spcPct val="90000"/>
              </a:lnSpc>
              <a:spcBef>
                <a:spcPts val="0"/>
              </a:spcBef>
              <a:buNone/>
              <a:defRPr sz="7200">
                <a:solidFill>
                  <a:schemeClr val="bg2"/>
                </a:solidFill>
                <a:latin typeface="Arial" panose="020B0604020202020204" pitchFamily="34" charset="0"/>
                <a:cs typeface="Arial" panose="020B06040202020202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lvl1pPr>
              <a:defRPr>
                <a:solidFill>
                  <a:schemeClr val="bg2"/>
                </a:solidFill>
              </a:defRPr>
            </a:lvl1pPr>
          </a:lstStyle>
          <a:p>
            <a:r>
              <a:rPr lang="en-US"/>
              <a:t>Presentation title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55" cy="365760"/>
          </a:xfrm>
          <a:prstGeom prst="rect">
            <a:avLst/>
          </a:prstGeom>
        </p:spPr>
        <p:txBody>
          <a:bodyPr/>
          <a:lstStyle>
            <a:lvl1pPr>
              <a:defRPr>
                <a:solidFill>
                  <a:schemeClr val="bg2"/>
                </a:solidFill>
              </a:defRPr>
            </a:lvl1pPr>
          </a:lstStyle>
          <a:p>
            <a:fld id="{1702AA61-FBFD-44C6-AF01-DB4C26C9E4A0}" type="datetime1">
              <a:rPr lang="en-US" smtClean="0"/>
              <a:t>12/8/2025</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0988996" y="6492239"/>
            <a:ext cx="669603" cy="365762"/>
          </a:xfrm>
          <a:prstGeom prst="rect">
            <a:avLst/>
          </a:prstGeom>
        </p:spPr>
        <p:txBody>
          <a:bodyPr/>
          <a:lstStyle>
            <a:lvl1pPr>
              <a:defRPr>
                <a:solidFill>
                  <a:schemeClr val="bg2"/>
                </a:solidFill>
              </a:defRPr>
            </a:lvl1pPr>
          </a:lstStyle>
          <a:p>
            <a:fld id="{AEAA3239-9EA4-4A65-A281-97F994456D9F}" type="slidenum">
              <a:rPr lang="en-US" smtClean="0"/>
              <a:pPr/>
              <a:t>‹#›</a:t>
            </a:fld>
            <a:endParaRPr lang="en-US" dirty="0"/>
          </a:p>
        </p:txBody>
      </p:sp>
      <p:sp>
        <p:nvSpPr>
          <p:cNvPr id="34" name="Rectangle 33">
            <a:extLst>
              <a:ext uri="{FF2B5EF4-FFF2-40B4-BE49-F238E27FC236}">
                <a16:creationId xmlns:a16="http://schemas.microsoft.com/office/drawing/2014/main" id="{4DFFCFBA-7D7E-58B0-8630-FC532477B231}"/>
              </a:ext>
            </a:extLst>
          </p:cNvPr>
          <p:cNvSpPr/>
          <p:nvPr/>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7ABCBB3-5444-1C63-982A-1A2C44851352}"/>
              </a:ext>
            </a:extLst>
          </p:cNvPr>
          <p:cNvSpPr/>
          <p:nvPr/>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5003965"/>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3911537-9B2D-3AC3-4978-FFAA74E6CB17}"/>
              </a:ext>
            </a:extLst>
          </p:cNvPr>
          <p:cNvSpPr>
            <a:spLocks noGrp="1"/>
          </p:cNvSpPr>
          <p:nvPr>
            <p:ph type="title" hasCustomPrompt="1"/>
          </p:nvPr>
        </p:nvSpPr>
        <p:spPr>
          <a:xfrm>
            <a:off x="5900118" y="5472201"/>
            <a:ext cx="5758481" cy="385039"/>
          </a:xfrm>
        </p:spPr>
        <p:txBody>
          <a:bodyPr anchor="b">
            <a:normAutofit/>
          </a:bodyPr>
          <a:lstStyle>
            <a:lvl1pPr>
              <a:defRPr sz="2000">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9" y="1016954"/>
            <a:ext cx="8576637" cy="4089489"/>
          </a:xfrm>
          <a:prstGeom prst="rect">
            <a:avLst/>
          </a:prstGeom>
        </p:spPr>
        <p:txBody>
          <a:bodyPr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91337" cy="365760"/>
          </a:xfrm>
          <a:prstGeom prst="rect">
            <a:avLst/>
          </a:prstGeom>
        </p:spPr>
        <p:txBody>
          <a:bodyPr/>
          <a:lstStyle/>
          <a:p>
            <a:fld id="{F6969E0B-AA8D-4EF2-A24C-BEB60200443D}" type="datetime1">
              <a:rPr lang="en-US" smtClean="0"/>
              <a:t>12/8/2025</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0995976" y="6492241"/>
            <a:ext cx="662623" cy="365760"/>
          </a:xfrm>
          <a:prstGeom prst="rect">
            <a:avLst/>
          </a:prstGeom>
        </p:spPr>
        <p:txBody>
          <a:bodyPr/>
          <a:lstStyle/>
          <a:p>
            <a:fld id="{AEAA3239-9EA4-4A65-A281-97F994456D9F}" type="slidenum">
              <a:rPr lang="en-US" smtClean="0"/>
              <a:t>‹#›</a:t>
            </a:fld>
            <a:endParaRPr lang="en-US" dirty="0"/>
          </a:p>
        </p:txBody>
      </p:sp>
      <p:sp>
        <p:nvSpPr>
          <p:cNvPr id="6" name="Rectangle 5">
            <a:extLst>
              <a:ext uri="{FF2B5EF4-FFF2-40B4-BE49-F238E27FC236}">
                <a16:creationId xmlns:a16="http://schemas.microsoft.com/office/drawing/2014/main" id="{23216E38-A715-5665-7BB7-7254F2F2D693}"/>
              </a:ext>
            </a:extLst>
          </p:cNvPr>
          <p:cNvSpPr/>
          <p:nvPr userDrawn="1"/>
        </p:nvSpPr>
        <p:spPr>
          <a:xfrm>
            <a:off x="5900118" y="6155910"/>
            <a:ext cx="6279500"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282836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8" y="1016956"/>
            <a:ext cx="11125201" cy="731520"/>
          </a:xfrm>
          <a:prstGeom prst="rect">
            <a:avLst/>
          </a:prstGeom>
        </p:spPr>
        <p:txBody>
          <a:bodyPr anchor="t"/>
          <a:lstStyle>
            <a:lvl1pPr>
              <a:defRPr cap="all" baseline="0"/>
            </a:lvl1pPr>
          </a:lstStyle>
          <a:p>
            <a:r>
              <a:rPr lang="en-US" dirty="0"/>
              <a:t>Click to edit Master title style</a:t>
            </a:r>
          </a:p>
        </p:txBody>
      </p:sp>
      <p:sp>
        <p:nvSpPr>
          <p:cNvPr id="37" name="Content Placeholder 5">
            <a:extLst>
              <a:ext uri="{FF2B5EF4-FFF2-40B4-BE49-F238E27FC236}">
                <a16:creationId xmlns:a16="http://schemas.microsoft.com/office/drawing/2014/main" id="{2D30AC1E-99F3-1176-72D1-F6FF258E3075}"/>
              </a:ext>
            </a:extLst>
          </p:cNvPr>
          <p:cNvSpPr>
            <a:spLocks noGrp="1"/>
          </p:cNvSpPr>
          <p:nvPr>
            <p:ph sz="quarter" idx="15"/>
          </p:nvPr>
        </p:nvSpPr>
        <p:spPr>
          <a:xfrm>
            <a:off x="533399" y="1883248"/>
            <a:ext cx="5075238" cy="433975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11">
            <a:extLst>
              <a:ext uri="{FF2B5EF4-FFF2-40B4-BE49-F238E27FC236}">
                <a16:creationId xmlns:a16="http://schemas.microsoft.com/office/drawing/2014/main" id="{54CE6F64-34A4-5E4B-21B9-E65B60D60DF7}"/>
              </a:ext>
            </a:extLst>
          </p:cNvPr>
          <p:cNvSpPr>
            <a:spLocks noGrp="1"/>
          </p:cNvSpPr>
          <p:nvPr>
            <p:ph sz="quarter" idx="16"/>
          </p:nvPr>
        </p:nvSpPr>
        <p:spPr>
          <a:xfrm>
            <a:off x="6583043" y="1883248"/>
            <a:ext cx="5075556" cy="433975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92240"/>
            <a:ext cx="1891338" cy="365760"/>
          </a:xfrm>
          <a:prstGeom prst="rect">
            <a:avLst/>
          </a:prstGeom>
        </p:spPr>
        <p:txBody>
          <a:bodyPr/>
          <a:lstStyle/>
          <a:p>
            <a:fld id="{D0114CA0-7CEA-48F6-8B27-4A03BEF1B362}" type="datetime1">
              <a:rPr lang="en-US" smtClean="0"/>
              <a:t>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92239"/>
            <a:ext cx="662624" cy="365761"/>
          </a:xfrm>
          <a:prstGeom prst="rect">
            <a:avLst/>
          </a:prstGeom>
        </p:spPr>
        <p:txBody>
          <a:bodyPr/>
          <a:lstStyle/>
          <a:p>
            <a:fld id="{AEAA3239-9EA4-4A65-A281-97F994456D9F}" type="slidenum">
              <a:rPr lang="en-US" smtClean="0"/>
              <a:t>‹#›</a:t>
            </a:fld>
            <a:endParaRPr lang="en-US"/>
          </a:p>
        </p:txBody>
      </p:sp>
      <p:sp>
        <p:nvSpPr>
          <p:cNvPr id="8" name="Rectangle 7">
            <a:extLst>
              <a:ext uri="{FF2B5EF4-FFF2-40B4-BE49-F238E27FC236}">
                <a16:creationId xmlns:a16="http://schemas.microsoft.com/office/drawing/2014/main" id="{B0DF6D21-8591-4FB9-5FF0-44B10800DC79}"/>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7345B5-8AF1-C46D-5FB8-FF298EC5943D}"/>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866141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33398" y="1016955"/>
            <a:ext cx="11125201" cy="731520"/>
          </a:xfrm>
          <a:prstGeom prst="rect">
            <a:avLst/>
          </a:prstGeom>
        </p:spPr>
        <p:txBody>
          <a:bodyPr anchor="t"/>
          <a:lstStyle>
            <a:lvl1pPr>
              <a:defRPr cap="all" baseline="0"/>
            </a:lvl1p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33399" y="1883248"/>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533399" y="2444434"/>
            <a:ext cx="5075238" cy="37785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83679" y="1883247"/>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83043" y="2444434"/>
            <a:ext cx="5075556" cy="37785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9110036" y="6492240"/>
            <a:ext cx="1891338" cy="365760"/>
          </a:xfrm>
          <a:prstGeom prst="rect">
            <a:avLst/>
          </a:prstGeom>
        </p:spPr>
        <p:txBody>
          <a:bodyPr/>
          <a:lstStyle/>
          <a:p>
            <a:fld id="{1EDD8A06-915F-45A0-B576-0929C47FD8AE}" type="datetime1">
              <a:rPr lang="en-US" smtClean="0"/>
              <a:t>12/8/2025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001374" y="6492241"/>
            <a:ext cx="657226" cy="365760"/>
          </a:xfrm>
          <a:prstGeom prst="rect">
            <a:avLst/>
          </a:prstGeom>
        </p:spPr>
        <p:txBody>
          <a:bodyPr/>
          <a:lstStyle/>
          <a:p>
            <a:fld id="{AEAA3239-9EA4-4A65-A281-97F994456D9F}" type="slidenum">
              <a:rPr lang="en-US" smtClean="0"/>
              <a:t>‹#›</a:t>
            </a:fld>
            <a:endParaRPr lang="en-US"/>
          </a:p>
        </p:txBody>
      </p:sp>
      <p:sp>
        <p:nvSpPr>
          <p:cNvPr id="37" name="Rectangle 36">
            <a:extLst>
              <a:ext uri="{FF2B5EF4-FFF2-40B4-BE49-F238E27FC236}">
                <a16:creationId xmlns:a16="http://schemas.microsoft.com/office/drawing/2014/main" id="{AB0A7ECD-2835-13DC-1392-DC6E9D6B14EE}"/>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3FF6D6A-BF5E-8499-2E05-993B26BA4977}"/>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578429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33398" y="1016955"/>
            <a:ext cx="11125201" cy="1112519"/>
          </a:xfrm>
          <a:prstGeom prst="rect">
            <a:avLst/>
          </a:prstGeom>
        </p:spPr>
        <p:txBody>
          <a:bodyPr anchor="t"/>
          <a:lstStyle>
            <a:lvl1pPr>
              <a:defRPr cap="all" baseline="0">
                <a:solidFill>
                  <a:schemeClr val="tx2"/>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74D05E5D-68FD-447C-A2DD-5EC26B56527F}" type="datetime1">
              <a:rPr lang="en-US" smtClean="0"/>
              <a:t>12/8/2025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6" name="Rectangle 5">
            <a:extLst>
              <a:ext uri="{FF2B5EF4-FFF2-40B4-BE49-F238E27FC236}">
                <a16:creationId xmlns:a16="http://schemas.microsoft.com/office/drawing/2014/main" id="{D0F7BCB4-DC28-7382-4A0F-0498411C4247}"/>
              </a:ext>
            </a:extLst>
          </p:cNvPr>
          <p:cNvSpPr/>
          <p:nvPr userDrawn="1"/>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B5560D8-36FC-D0D1-04BB-54F2CCBC8B5E}"/>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76049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9110036" y="6492240"/>
            <a:ext cx="1891338" cy="365760"/>
          </a:xfrm>
          <a:prstGeom prst="rect">
            <a:avLst/>
          </a:prstGeom>
        </p:spPr>
        <p:txBody>
          <a:bodyPr/>
          <a:lstStyle/>
          <a:p>
            <a:fld id="{E5D97B4D-FF2F-4402-9FD4-AE767FCF1FF3}" type="datetime1">
              <a:rPr lang="en-US" smtClean="0"/>
              <a:t>12/8/2025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001374" y="6492241"/>
            <a:ext cx="657226" cy="365760"/>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4784413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33398" y="1016955"/>
            <a:ext cx="3867155" cy="1757505"/>
          </a:xfrm>
          <a:prstGeom prst="rect">
            <a:avLst/>
          </a:prstGeom>
        </p:spPr>
        <p:txBody>
          <a:bodyPr anchor="t">
            <a:normAutofit/>
          </a:bodyPr>
          <a:lstStyle>
            <a:lvl1pPr>
              <a:defRPr sz="3600" cap="all" baseline="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33398" y="3242948"/>
            <a:ext cx="3867154" cy="3081652"/>
          </a:xfrm>
          <a:prstGeom prst="rect">
            <a:avLst/>
          </a:prstGeom>
        </p:spPr>
        <p:txBody>
          <a:bodyPr anchor="t">
            <a:normAutofit/>
          </a:bodyPr>
          <a:lstStyle>
            <a:lvl1pPr marL="0" indent="0">
              <a:buNone/>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62527" y="1001714"/>
            <a:ext cx="6696073" cy="5221285"/>
          </a:xfrm>
          <a:prstGeom prst="rect">
            <a:avLst/>
          </a:prstGeom>
        </p:spPr>
        <p:txBody>
          <a:bodyPr vert="horz" lIns="91440" tIns="45720" rIns="91440" bIns="45720" rtlCol="0">
            <a:normAutofit/>
          </a:bodyPr>
          <a:lstStyle>
            <a:lvl1pPr>
              <a:defRPr lang="en-US" dirty="0">
                <a:solidFill>
                  <a:schemeClr val="tx2"/>
                </a:solidFill>
              </a:defRPr>
            </a:lvl1pPr>
            <a:lvl2pPr>
              <a:defRPr lang="en-US" dirty="0">
                <a:solidFill>
                  <a:schemeClr val="tx2"/>
                </a:solidFill>
              </a:defRPr>
            </a:lvl2pPr>
            <a:lvl3pPr>
              <a:defRPr lang="en-US" dirty="0">
                <a:solidFill>
                  <a:schemeClr val="tx2"/>
                </a:solidFill>
              </a:defRPr>
            </a:lvl3pPr>
            <a:lvl4pPr>
              <a:defRPr lang="en-US" dirty="0">
                <a:solidFill>
                  <a:schemeClr val="tx2"/>
                </a:solidFill>
              </a:defRPr>
            </a:lvl4pPr>
            <a:lvl5pPr>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9110036" y="6492240"/>
            <a:ext cx="1891338" cy="365760"/>
          </a:xfrm>
          <a:prstGeom prst="rect">
            <a:avLst/>
          </a:prstGeom>
        </p:spPr>
        <p:txBody>
          <a:bodyPr/>
          <a:lstStyle/>
          <a:p>
            <a:fld id="{9CF624E3-F692-4ABF-8B9A-804B11213B17}" type="datetime1">
              <a:rPr lang="en-US" smtClean="0"/>
              <a:t>12/8/2025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0995976" y="6492241"/>
            <a:ext cx="662624" cy="365760"/>
          </a:xfrm>
          <a:prstGeom prst="rect">
            <a:avLst/>
          </a:prstGeom>
        </p:spPr>
        <p:txBody>
          <a:bodyPr/>
          <a:lstStyle/>
          <a:p>
            <a:fld id="{AEAA3239-9EA4-4A65-A281-97F994456D9F}" type="slidenum">
              <a:rPr lang="en-US" smtClean="0"/>
              <a:t>‹#›</a:t>
            </a:fld>
            <a:endParaRPr lang="en-US"/>
          </a:p>
        </p:txBody>
      </p:sp>
      <p:sp>
        <p:nvSpPr>
          <p:cNvPr id="37" name="Rectangle 36">
            <a:extLst>
              <a:ext uri="{FF2B5EF4-FFF2-40B4-BE49-F238E27FC236}">
                <a16:creationId xmlns:a16="http://schemas.microsoft.com/office/drawing/2014/main" id="{120561F0-CF17-B530-6961-589A8ED59092}"/>
              </a:ext>
            </a:extLst>
          </p:cNvPr>
          <p:cNvSpPr/>
          <p:nvPr/>
        </p:nvSpPr>
        <p:spPr>
          <a:xfrm>
            <a:off x="634029" y="570037"/>
            <a:ext cx="3766523"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8CC40D6-7654-D186-61ED-908232C31F69}"/>
              </a:ext>
            </a:extLst>
          </p:cNvPr>
          <p:cNvSpPr/>
          <p:nvPr/>
        </p:nvSpPr>
        <p:spPr>
          <a:xfrm>
            <a:off x="4400552" y="570037"/>
            <a:ext cx="7791448"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328429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33399" y="1016955"/>
            <a:ext cx="3486153" cy="1762083"/>
          </a:xfrm>
          <a:prstGeom prst="rect">
            <a:avLst/>
          </a:prstGeom>
        </p:spPr>
        <p:txBody>
          <a:bodyPr anchor="t">
            <a:normAutofit/>
          </a:bodyPr>
          <a:lstStyle>
            <a:lvl1pPr>
              <a:defRPr sz="3600" cap="all" baseline="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533399" y="2991503"/>
            <a:ext cx="3486153" cy="3333097"/>
          </a:xfrm>
          <a:prstGeom prst="rect">
            <a:avLst/>
          </a:prstGeo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962527" y="631580"/>
            <a:ext cx="6696073" cy="5845420"/>
          </a:xfrm>
          <a:prstGeom prst="rect">
            <a:avLst/>
          </a:prstGeo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9110036" y="6492238"/>
            <a:ext cx="1880548" cy="365761"/>
          </a:xfrm>
          <a:prstGeom prst="rect">
            <a:avLst/>
          </a:prstGeom>
        </p:spPr>
        <p:txBody>
          <a:bodyPr/>
          <a:lstStyle/>
          <a:p>
            <a:fld id="{09586136-1724-4889-B6EA-E52CF969ADAD}" type="datetime1">
              <a:rPr lang="en-US" smtClean="0"/>
              <a:t>12/8/2025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0995976" y="6492237"/>
            <a:ext cx="662624" cy="365763"/>
          </a:xfrm>
          <a:prstGeom prst="rect">
            <a:avLst/>
          </a:prstGeom>
        </p:spPr>
        <p:txBody>
          <a:bodyPr/>
          <a:lstStyle/>
          <a:p>
            <a:fld id="{AEAA3239-9EA4-4A65-A281-97F994456D9F}" type="slidenum">
              <a:rPr lang="en-US" smtClean="0"/>
              <a:t>‹#›</a:t>
            </a:fld>
            <a:endParaRPr lang="en-US" dirty="0"/>
          </a:p>
        </p:txBody>
      </p:sp>
      <p:sp>
        <p:nvSpPr>
          <p:cNvPr id="35" name="Rectangle 34">
            <a:extLst>
              <a:ext uri="{FF2B5EF4-FFF2-40B4-BE49-F238E27FC236}">
                <a16:creationId xmlns:a16="http://schemas.microsoft.com/office/drawing/2014/main" id="{103DE75D-DDAE-AF30-6FFC-D490DF411F57}"/>
              </a:ext>
            </a:extLst>
          </p:cNvPr>
          <p:cNvSpPr/>
          <p:nvPr/>
        </p:nvSpPr>
        <p:spPr>
          <a:xfrm>
            <a:off x="634029" y="570037"/>
            <a:ext cx="4323111" cy="7481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37FF2131-F761-6A93-E155-1DE63565D2B6}"/>
              </a:ext>
            </a:extLst>
          </p:cNvPr>
          <p:cNvSpPr/>
          <p:nvPr/>
        </p:nvSpPr>
        <p:spPr>
          <a:xfrm>
            <a:off x="4962522" y="570037"/>
            <a:ext cx="7229478" cy="7481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35770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1860235"/>
          </a:xfrm>
          <a:prstGeom prst="rect">
            <a:avLst/>
          </a:prstGeom>
        </p:spPr>
        <p:txBody>
          <a:bodyPr anchor="t">
            <a:noAutofit/>
          </a:bodyPr>
          <a:lstStyle>
            <a:lvl1pPr>
              <a:defRPr sz="7200" cap="all" baseline="0">
                <a:solidFill>
                  <a:schemeClr val="tx2"/>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33398" y="3258190"/>
            <a:ext cx="11125201" cy="2964810"/>
          </a:xfrm>
          <a:prstGeom prst="rect">
            <a:avLst/>
          </a:prstGeom>
        </p:spPr>
        <p:txBody>
          <a:bodyPr/>
          <a:lstStyle>
            <a:lvl1pPr marL="0" indent="0">
              <a:buNone/>
              <a:defRPr>
                <a:solidFill>
                  <a:schemeClr val="tx2"/>
                </a:solidFill>
              </a:defRPr>
            </a:lvl1pPr>
            <a:lvl2pPr marL="228600" indent="0">
              <a:buNone/>
              <a:defRPr>
                <a:solidFill>
                  <a:schemeClr val="tx2"/>
                </a:solidFill>
              </a:defRPr>
            </a:lvl2pPr>
            <a:lvl3pPr marL="457200" indent="0">
              <a:buNone/>
              <a:defRPr>
                <a:solidFill>
                  <a:schemeClr val="tx2"/>
                </a:solidFill>
              </a:defRPr>
            </a:lvl3pPr>
            <a:lvl4pPr marL="685800" indent="0">
              <a:buNone/>
              <a:defRPr>
                <a:solidFill>
                  <a:schemeClr val="tx2"/>
                </a:solidFill>
              </a:defRPr>
            </a:lvl4pPr>
            <a:lvl5pPr marL="914400" indent="0">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504949" cy="365760"/>
          </a:xfrm>
          <a:prstGeom prst="rect">
            <a:avLst/>
          </a:prstGeom>
        </p:spPr>
        <p:txBody>
          <a:bodyPr/>
          <a:lstStyle>
            <a:lvl1pPr>
              <a:defRPr>
                <a:solidFill>
                  <a:schemeClr val="tx2"/>
                </a:solidFill>
              </a:defRPr>
            </a:lvl1pPr>
          </a:lstStyle>
          <a:p>
            <a:fld id="{FC57766D-ED87-4A0C-9B23-F4979C5AA24E}" type="datetime1">
              <a:rPr lang="en-US" smtClean="0"/>
              <a:t>12/8/2025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614990" y="6492241"/>
            <a:ext cx="1043610"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4" name="Rectangle 33">
            <a:extLst>
              <a:ext uri="{FF2B5EF4-FFF2-40B4-BE49-F238E27FC236}">
                <a16:creationId xmlns:a16="http://schemas.microsoft.com/office/drawing/2014/main" id="{C0612DD4-C154-5A34-CBE2-09022345DFF5}"/>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5" name="Rectangle 34">
            <a:extLst>
              <a:ext uri="{FF2B5EF4-FFF2-40B4-BE49-F238E27FC236}">
                <a16:creationId xmlns:a16="http://schemas.microsoft.com/office/drawing/2014/main" id="{A245B82D-4F13-20D2-DD25-C26E60C48A92}"/>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0403535"/>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1016955"/>
            <a:ext cx="8576636" cy="1842020"/>
          </a:xfrm>
          <a:prstGeom prst="rect">
            <a:avLst/>
          </a:prstGeom>
        </p:spPr>
        <p:txBody>
          <a:bodyPr anchor="t">
            <a:noAutofit/>
          </a:bodyPr>
          <a:lstStyle>
            <a:lvl1pPr>
              <a:defRPr sz="7200" cap="all" baseline="0">
                <a:solidFill>
                  <a:schemeClr val="tx2"/>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400" y="4614992"/>
            <a:ext cx="8576506" cy="1608008"/>
          </a:xfrm>
          <a:prstGeom prst="rect">
            <a:avLst/>
          </a:prstGeom>
        </p:spPr>
        <p:txBody>
          <a:bodyPr>
            <a:noAutofit/>
          </a:bodyPr>
          <a:lstStyle>
            <a:lvl1pPr marL="0" indent="0">
              <a:buNone/>
              <a:defRPr sz="2000" b="1" i="0">
                <a:solidFill>
                  <a:schemeClr val="tx2"/>
                </a:solidFill>
                <a:latin typeface="Arial" panose="020B0604020202020204" pitchFamily="34" charset="0"/>
                <a:cs typeface="Arial" panose="020B0604020202020204" pitchFamily="34" charset="0"/>
              </a:defRPr>
            </a:lvl1pPr>
            <a:lvl2pPr marL="228600" indent="0">
              <a:buNone/>
              <a:defRPr sz="2000" b="1" i="0">
                <a:solidFill>
                  <a:schemeClr val="tx2"/>
                </a:solidFill>
                <a:latin typeface="Arial" panose="020B0604020202020204" pitchFamily="34" charset="0"/>
                <a:cs typeface="Arial" panose="020B0604020202020204" pitchFamily="34" charset="0"/>
              </a:defRPr>
            </a:lvl2pPr>
            <a:lvl3pPr marL="457200" indent="0">
              <a:buNone/>
              <a:defRPr sz="2000" b="1" i="0">
                <a:solidFill>
                  <a:schemeClr val="tx2"/>
                </a:solidFill>
                <a:latin typeface="Arial" panose="020B0604020202020204" pitchFamily="34" charset="0"/>
                <a:cs typeface="Arial" panose="020B0604020202020204" pitchFamily="34" charset="0"/>
              </a:defRPr>
            </a:lvl3pPr>
            <a:lvl4pPr marL="685800" indent="0">
              <a:buNone/>
              <a:defRPr sz="2000" b="1" i="0">
                <a:solidFill>
                  <a:schemeClr val="tx2"/>
                </a:solidFill>
                <a:latin typeface="Arial" panose="020B0604020202020204" pitchFamily="34" charset="0"/>
                <a:cs typeface="Arial" panose="020B0604020202020204" pitchFamily="34" charset="0"/>
              </a:defRPr>
            </a:lvl4pPr>
            <a:lvl5pPr marL="914400" indent="0">
              <a:buNone/>
              <a:defRPr sz="2000" b="1" i="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0" y="6492241"/>
            <a:ext cx="8576636" cy="365760"/>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501450B2-75D0-4277-B6D7-7B5D301DCF72}" type="datetime1">
              <a:rPr lang="en-US" smtClean="0"/>
              <a:t>12/8/2025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92241"/>
            <a:ext cx="657226"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58" name="Rectangle 57">
            <a:extLst>
              <a:ext uri="{FF2B5EF4-FFF2-40B4-BE49-F238E27FC236}">
                <a16:creationId xmlns:a16="http://schemas.microsoft.com/office/drawing/2014/main" id="{C0E45243-34A7-09D9-589C-A28D8FB592BD}"/>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77B2CF5-DB49-E6FB-F72A-24AA38988AEC}"/>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294529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533398" y="1016955"/>
            <a:ext cx="11125201" cy="74675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533398" y="1748474"/>
            <a:ext cx="11125202" cy="472852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533399" y="6476998"/>
            <a:ext cx="8576637" cy="381003"/>
          </a:xfrm>
          <a:prstGeom prst="rect">
            <a:avLst/>
          </a:prstGeom>
        </p:spPr>
        <p:txBody>
          <a:bodyPr vert="horz" lIns="91440" tIns="45720" rIns="91440" bIns="45720" rtlCol="0" anchor="ctr"/>
          <a:lstStyle>
            <a:lvl1pPr algn="l" rtl="0">
              <a:defRPr sz="800">
                <a:solidFill>
                  <a:schemeClr val="tx2"/>
                </a:solidFill>
                <a:latin typeface="+mn-lt"/>
                <a:cs typeface="Arial" panose="020B0604020202020204" pitchFamily="34" charset="0"/>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110036" y="6476998"/>
            <a:ext cx="188595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35F68458-1A7A-4A29-A16B-4424C6D3B5E6}" type="datetime1">
              <a:rPr lang="en-US" smtClean="0"/>
              <a:pPr/>
              <a:t>12/8/2025</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1379" y="6476998"/>
            <a:ext cx="65722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339175978"/>
      </p:ext>
    </p:extLst>
  </p:cSld>
  <p:clrMap bg1="lt1" tx1="dk1" bg2="lt2" tx2="dk2" accent1="accent1" accent2="accent2" accent3="accent3" accent4="accent4" accent5="accent5" accent6="accent6" hlink="hlink" folHlink="folHlink"/>
  <p:sldLayoutIdLst>
    <p:sldLayoutId id="2147483953" r:id="rId1"/>
    <p:sldLayoutId id="2147483954" r:id="rId2"/>
    <p:sldLayoutId id="2147483955" r:id="rId3"/>
    <p:sldLayoutId id="2147483956" r:id="rId4"/>
    <p:sldLayoutId id="2147483957" r:id="rId5"/>
    <p:sldLayoutId id="2147483958" r:id="rId6"/>
    <p:sldLayoutId id="2147483959" r:id="rId7"/>
    <p:sldLayoutId id="2147483960" r:id="rId8"/>
    <p:sldLayoutId id="2147483961" r:id="rId9"/>
    <p:sldLayoutId id="2147483962" r:id="rId10"/>
    <p:sldLayoutId id="2147483963" r:id="rId11"/>
    <p:sldLayoutId id="2147483964" r:id="rId12"/>
    <p:sldLayoutId id="2147483965" r:id="rId13"/>
    <p:sldLayoutId id="2147483967" r:id="rId14"/>
    <p:sldLayoutId id="2147483966" r:id="rId15"/>
    <p:sldLayoutId id="2147483968" r:id="rId16"/>
    <p:sldLayoutId id="2147483969" r:id="rId17"/>
    <p:sldLayoutId id="2147483970" r:id="rId18"/>
    <p:sldLayoutId id="2147483971" r:id="rId19"/>
    <p:sldLayoutId id="2147483972" r:id="rId20"/>
    <p:sldLayoutId id="2147483973" r:id="rId21"/>
    <p:sldLayoutId id="2147483974" r:id="rId22"/>
    <p:sldLayoutId id="2147483975" r:id="rId23"/>
    <p:sldLayoutId id="2147483976" r:id="rId24"/>
    <p:sldLayoutId id="2147483977" r:id="rId25"/>
    <p:sldLayoutId id="2147483978" r:id="rId26"/>
    <p:sldLayoutId id="2147483979" r:id="rId27"/>
    <p:sldLayoutId id="2147483980" r:id="rId28"/>
    <p:sldLayoutId id="2147483981" r:id="rId29"/>
    <p:sldLayoutId id="2147483982" r:id="rId30"/>
    <p:sldLayoutId id="2147483983" r:id="rId31"/>
    <p:sldLayoutId id="2147483984" r:id="rId32"/>
    <p:sldLayoutId id="2147483985" r:id="rId33"/>
    <p:sldLayoutId id="2147483986" r:id="rId34"/>
    <p:sldLayoutId id="2147483987" r:id="rId35"/>
    <p:sldLayoutId id="2147483988" r:id="rId36"/>
    <p:sldLayoutId id="2147483989" r:id="rId37"/>
    <p:sldLayoutId id="2147483990" r:id="rId38"/>
    <p:sldLayoutId id="2147483991" r:id="rId39"/>
    <p:sldLayoutId id="2147483992" r:id="rId40"/>
    <p:sldLayoutId id="2147483993" r:id="rId41"/>
    <p:sldLayoutId id="2147483994" r:id="rId42"/>
    <p:sldLayoutId id="2147483995" r:id="rId43"/>
    <p:sldLayoutId id="2147484008" r:id="rId44"/>
    <p:sldLayoutId id="2147483997" r:id="rId45"/>
    <p:sldLayoutId id="2147483998" r:id="rId46"/>
    <p:sldLayoutId id="2147483999" r:id="rId47"/>
    <p:sldLayoutId id="2147484000" r:id="rId48"/>
    <p:sldLayoutId id="2147484001" r:id="rId49"/>
    <p:sldLayoutId id="2147484002" r:id="rId50"/>
    <p:sldLayoutId id="2147484003" r:id="rId51"/>
    <p:sldLayoutId id="2147484004" r:id="rId52"/>
    <p:sldLayoutId id="2147484005" r:id="rId53"/>
    <p:sldLayoutId id="2147484006" r:id="rId54"/>
    <p:sldLayoutId id="2147484007" r:id="rId55"/>
  </p:sldLayoutIdLst>
  <p:hf sldNum="0" hdr="0" ftr="0" dt="0"/>
  <p:txStyles>
    <p:titleStyle>
      <a:lvl1pPr algn="l" defTabSz="914400" rtl="0" eaLnBrk="1" latinLnBrk="0" hangingPunct="1">
        <a:lnSpc>
          <a:spcPct val="80000"/>
        </a:lnSpc>
        <a:spcBef>
          <a:spcPct val="0"/>
        </a:spcBef>
        <a:buNone/>
        <a:defRPr sz="3600" b="0" kern="1200" spc="0" baseline="0">
          <a:solidFill>
            <a:schemeClr val="tx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0" orient="horz" pos="2160" userDrawn="1">
          <p15:clr>
            <a:srgbClr val="F26B43"/>
          </p15:clr>
        </p15:guide>
        <p15:guide id="31" pos="3840" userDrawn="1">
          <p15:clr>
            <a:srgbClr val="F26B43"/>
          </p15:clr>
        </p15:guide>
        <p15:guide id="32" pos="336" userDrawn="1">
          <p15:clr>
            <a:srgbClr val="F26B43"/>
          </p15:clr>
        </p15:guide>
        <p15:guide id="33" pos="7344" userDrawn="1">
          <p15:clr>
            <a:srgbClr val="F26B43"/>
          </p15:clr>
        </p15:guide>
        <p15:guide id="34" orient="horz" pos="4080" userDrawn="1">
          <p15:clr>
            <a:srgbClr val="F26B43"/>
          </p15:clr>
        </p15:guide>
        <p15:guide id="35" orient="horz" pos="1344" userDrawn="1">
          <p15:clr>
            <a:srgbClr val="F26B43"/>
          </p15:clr>
        </p15:guide>
        <p15:guide id="36"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39533-003F-4EFC-C0CA-21101D79B2EF}"/>
              </a:ext>
            </a:extLst>
          </p:cNvPr>
          <p:cNvSpPr>
            <a:spLocks noGrp="1"/>
          </p:cNvSpPr>
          <p:nvPr>
            <p:ph type="title"/>
          </p:nvPr>
        </p:nvSpPr>
        <p:spPr>
          <a:xfrm>
            <a:off x="3462963" y="2971799"/>
            <a:ext cx="8229600" cy="3414423"/>
          </a:xfrm>
        </p:spPr>
        <p:txBody>
          <a:bodyPr anchor="b">
            <a:normAutofit/>
          </a:bodyPr>
          <a:lstStyle/>
          <a:p>
            <a:r>
              <a:rPr lang="en-US"/>
              <a:t>DevSecOps with Jenkins</a:t>
            </a:r>
          </a:p>
        </p:txBody>
      </p:sp>
      <p:sp>
        <p:nvSpPr>
          <p:cNvPr id="3" name="Subtitle 2">
            <a:extLst>
              <a:ext uri="{FF2B5EF4-FFF2-40B4-BE49-F238E27FC236}">
                <a16:creationId xmlns:a16="http://schemas.microsoft.com/office/drawing/2014/main" id="{6E181B4B-4009-E1AB-EBE6-49012EF17C77}"/>
              </a:ext>
            </a:extLst>
          </p:cNvPr>
          <p:cNvSpPr>
            <a:spLocks noGrp="1"/>
          </p:cNvSpPr>
          <p:nvPr>
            <p:ph type="subTitle" idx="1"/>
          </p:nvPr>
        </p:nvSpPr>
        <p:spPr>
          <a:xfrm>
            <a:off x="533400" y="1016955"/>
            <a:ext cx="7924797" cy="1128714"/>
          </a:xfrm>
        </p:spPr>
        <p:txBody>
          <a:bodyPr anchor="t">
            <a:normAutofit/>
          </a:bodyPr>
          <a:lstStyle/>
          <a:p>
            <a:r>
              <a:rPr lang="en-US"/>
              <a:t>Integrating security into automated software delivery pipelines</a:t>
            </a:r>
          </a:p>
        </p:txBody>
      </p:sp>
    </p:spTree>
    <p:extLst>
      <p:ext uri="{BB962C8B-B14F-4D97-AF65-F5344CB8AC3E}">
        <p14:creationId xmlns:p14="http://schemas.microsoft.com/office/powerpoint/2010/main" val="2899800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42"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23FC0-46A7-8662-2F8D-D9405570E539}"/>
              </a:ext>
            </a:extLst>
          </p:cNvPr>
          <p:cNvSpPr>
            <a:spLocks noGrp="1"/>
          </p:cNvSpPr>
          <p:nvPr>
            <p:ph type="ctrTitle"/>
          </p:nvPr>
        </p:nvSpPr>
        <p:spPr>
          <a:xfrm>
            <a:off x="533400" y="1143000"/>
            <a:ext cx="8576636" cy="5271008"/>
          </a:xfrm>
        </p:spPr>
        <p:txBody>
          <a:bodyPr anchor="b">
            <a:normAutofit/>
          </a:bodyPr>
          <a:lstStyle/>
          <a:p>
            <a:r>
              <a:rPr lang="en-US"/>
              <a:t>Introduction to DevSecOps with Jenkins</a:t>
            </a:r>
          </a:p>
        </p:txBody>
      </p:sp>
    </p:spTree>
    <p:extLst>
      <p:ext uri="{BB962C8B-B14F-4D97-AF65-F5344CB8AC3E}">
        <p14:creationId xmlns:p14="http://schemas.microsoft.com/office/powerpoint/2010/main" val="36921588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7DC87-D0D7-8431-B44E-C7DE3B805CB1}"/>
              </a:ext>
            </a:extLst>
          </p:cNvPr>
          <p:cNvSpPr>
            <a:spLocks noGrp="1"/>
          </p:cNvSpPr>
          <p:nvPr>
            <p:ph type="title"/>
          </p:nvPr>
        </p:nvSpPr>
        <p:spPr>
          <a:xfrm>
            <a:off x="533398" y="1016955"/>
            <a:ext cx="3486153" cy="2721451"/>
          </a:xfrm>
        </p:spPr>
        <p:txBody>
          <a:bodyPr anchor="t">
            <a:normAutofit/>
          </a:bodyPr>
          <a:lstStyle/>
          <a:p>
            <a:r>
              <a:rPr lang="en-US"/>
              <a:t>Learning Objectives</a:t>
            </a:r>
          </a:p>
        </p:txBody>
      </p:sp>
      <p:sp>
        <p:nvSpPr>
          <p:cNvPr id="3" name="Content Placeholder 2">
            <a:extLst>
              <a:ext uri="{FF2B5EF4-FFF2-40B4-BE49-F238E27FC236}">
                <a16:creationId xmlns:a16="http://schemas.microsoft.com/office/drawing/2014/main" id="{72F21E4F-F6AC-D559-4EE4-7DEDA4AC6BEC}"/>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62526" y="1016955"/>
            <a:ext cx="6696074" cy="5490524"/>
          </a:xfrm>
        </p:spPr>
        <p:txBody>
          <a:bodyPr>
            <a:normAutofit/>
          </a:bodyPr>
          <a:lstStyle/>
          <a:p>
            <a:pPr marL="0" indent="0">
              <a:spcBef>
                <a:spcPts val="2500"/>
              </a:spcBef>
              <a:buFont typeface="Arial" panose="020B0604020202020204" pitchFamily="34" charset="0"/>
              <a:buNone/>
            </a:pPr>
            <a:r>
              <a:rPr lang="en-US" b="1"/>
              <a:t>DevSecOps Stages</a:t>
            </a:r>
          </a:p>
          <a:p>
            <a:pPr marL="0" lvl="1" indent="0">
              <a:buFont typeface="Arial" panose="020B0604020202020204" pitchFamily="34" charset="0"/>
              <a:buNone/>
            </a:pPr>
            <a:r>
              <a:t>Outline the stages of DevSecOps to integrate security throughout the software development lifecycle effectively.</a:t>
            </a:r>
            <a:endParaRPr lang="en-US"/>
          </a:p>
          <a:p>
            <a:pPr marL="0" indent="0">
              <a:spcBef>
                <a:spcPts val="2500"/>
              </a:spcBef>
              <a:buFont typeface="Arial" panose="020B0604020202020204" pitchFamily="34" charset="0"/>
              <a:buNone/>
            </a:pPr>
            <a:r>
              <a:rPr lang="en-US" b="1"/>
              <a:t>Static Application Security Testing</a:t>
            </a:r>
          </a:p>
          <a:p>
            <a:pPr marL="0" lvl="1" indent="0">
              <a:buFont typeface="Arial" panose="020B0604020202020204" pitchFamily="34" charset="0"/>
              <a:buNone/>
            </a:pPr>
            <a:r>
              <a:t>Apply SAST techniques in Jenkins pipelines to identify vulnerabilities early during code development.</a:t>
            </a:r>
            <a:endParaRPr lang="en-US"/>
          </a:p>
          <a:p>
            <a:pPr marL="0" indent="0">
              <a:spcBef>
                <a:spcPts val="2500"/>
              </a:spcBef>
              <a:buFont typeface="Arial" panose="020B0604020202020204" pitchFamily="34" charset="0"/>
              <a:buNone/>
            </a:pPr>
            <a:r>
              <a:rPr lang="en-US" b="1"/>
              <a:t>Software Composition Analysis</a:t>
            </a:r>
          </a:p>
          <a:p>
            <a:pPr marL="0" lvl="1" indent="0">
              <a:buFont typeface="Arial" panose="020B0604020202020204" pitchFamily="34" charset="0"/>
              <a:buNone/>
            </a:pPr>
            <a:r>
              <a:t>Integrate SCA tools to automatically scan third-party libraries for security vulnerabilities.</a:t>
            </a:r>
            <a:endParaRPr lang="en-US"/>
          </a:p>
          <a:p>
            <a:pPr marL="0" indent="0">
              <a:spcBef>
                <a:spcPts val="2500"/>
              </a:spcBef>
              <a:buFont typeface="Arial" panose="020B0604020202020204" pitchFamily="34" charset="0"/>
              <a:buNone/>
            </a:pPr>
            <a:r>
              <a:rPr lang="en-US" b="1"/>
              <a:t>Dynamic Application Security Testing</a:t>
            </a:r>
          </a:p>
          <a:p>
            <a:pPr marL="0" lvl="1" indent="0">
              <a:buFont typeface="Arial" panose="020B0604020202020204" pitchFamily="34" charset="0"/>
              <a:buNone/>
            </a:pPr>
            <a:r>
              <a:t>Construct DAST setups to simulate real-world attacks and identify runtime vulnerabilities.</a:t>
            </a:r>
            <a:endParaRPr lang="en-US"/>
          </a:p>
          <a:p>
            <a:pPr marL="0" indent="0">
              <a:spcBef>
                <a:spcPts val="2500"/>
              </a:spcBef>
              <a:buFont typeface="Arial" panose="020B0604020202020204" pitchFamily="34" charset="0"/>
              <a:buNone/>
            </a:pPr>
            <a:r>
              <a:rPr lang="en-US" b="1"/>
              <a:t>Runtime Application Self-Protection</a:t>
            </a:r>
          </a:p>
          <a:p>
            <a:pPr marL="0" lvl="1" indent="0">
              <a:buFont typeface="Arial" panose="020B0604020202020204" pitchFamily="34" charset="0"/>
              <a:buNone/>
            </a:pPr>
            <a:r>
              <a:t>Explore RASP techniques for real-time security monitoring and protection during application runtime.</a:t>
            </a:r>
            <a:endParaRPr lang="en-US"/>
          </a:p>
        </p:txBody>
      </p:sp>
    </p:spTree>
    <p:extLst>
      <p:ext uri="{BB962C8B-B14F-4D97-AF65-F5344CB8AC3E}">
        <p14:creationId xmlns:p14="http://schemas.microsoft.com/office/powerpoint/2010/main" val="13345399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68081-EC6B-E87D-4DB3-E7024552E698}"/>
              </a:ext>
            </a:extLst>
          </p:cNvPr>
          <p:cNvSpPr>
            <a:spLocks noGrp="1"/>
          </p:cNvSpPr>
          <p:nvPr>
            <p:ph type="title"/>
          </p:nvPr>
        </p:nvSpPr>
        <p:spPr>
          <a:xfrm>
            <a:off x="8212662" y="1016955"/>
            <a:ext cx="3445937" cy="1328932"/>
          </a:xfrm>
        </p:spPr>
        <p:txBody>
          <a:bodyPr anchor="t">
            <a:normAutofit/>
          </a:bodyPr>
          <a:lstStyle/>
          <a:p>
            <a:r>
              <a:rPr lang="en-US"/>
              <a:t>Overview of DevSecOps</a:t>
            </a:r>
          </a:p>
        </p:txBody>
      </p:sp>
      <p:pic>
        <p:nvPicPr>
          <p:cNvPr id="5" name="Content Placeholder 4" descr="Conceptual image representing mosaic media interface and the digital software. A wall of screens curves away from view, shimmering with an assortment of random graphics, animations and simple icon images.">
            <a:extLst>
              <a:ext uri="{FF2B5EF4-FFF2-40B4-BE49-F238E27FC236}">
                <a16:creationId xmlns:a16="http://schemas.microsoft.com/office/drawing/2014/main" id="{A2ED041D-388C-432C-AA7F-16DFFEC52442}"/>
              </a:ext>
            </a:extLst>
          </p:cNvPr>
          <p:cNvPicPr>
            <a:picLocks noGrp="1" noChangeAspect="1"/>
          </p:cNvPicPr>
          <p:nvPr>
            <p:ph type="pic" sz="quarter" idx="13"/>
          </p:nvPr>
        </p:nvPicPr>
        <p:blipFill>
          <a:blip r:embed="rId3"/>
          <a:srcRect l="14811" r="2248"/>
          <a:stretch>
            <a:fillRect/>
          </a:stretch>
        </p:blipFill>
        <p:spPr>
          <a:xfrm>
            <a:off x="20" y="10"/>
            <a:ext cx="7584124" cy="6857990"/>
          </a:xfrm>
          <a:prstGeom prst="rect">
            <a:avLst/>
          </a:prstGeom>
          <a:noFill/>
        </p:spPr>
      </p:pic>
      <p:sp>
        <p:nvSpPr>
          <p:cNvPr id="4" name="Content Placeholder 3">
            <a:extLst>
              <a:ext uri="{FF2B5EF4-FFF2-40B4-BE49-F238E27FC236}">
                <a16:creationId xmlns:a16="http://schemas.microsoft.com/office/drawing/2014/main" id="{4822EC51-4E9B-D357-A810-80BEE5512F8B}"/>
              </a:ext>
            </a:extLst>
          </p:cNvPr>
          <p:cNvSpPr>
            <a:spLocks noGrp="1"/>
          </p:cNvSpPr>
          <p:nvPr>
            <p:ph sz="quarter" idx="18"/>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12663" y="2495232"/>
            <a:ext cx="3445936" cy="3727767"/>
          </a:xfrm>
        </p:spPr>
        <p:txBody>
          <a:bodyPr>
            <a:normAutofit/>
          </a:bodyPr>
          <a:lstStyle/>
          <a:p>
            <a:pPr marL="0" indent="0">
              <a:spcBef>
                <a:spcPts val="2500"/>
              </a:spcBef>
              <a:buFont typeface="Arial" panose="020B0604020202020204" pitchFamily="34" charset="0"/>
              <a:buNone/>
            </a:pPr>
            <a:r>
              <a:rPr lang="en-US" b="1"/>
              <a:t>Integration of Security in Development</a:t>
            </a:r>
          </a:p>
          <a:p>
            <a:pPr marL="0" lvl="1" indent="0">
              <a:buFont typeface="Arial" panose="020B0604020202020204" pitchFamily="34" charset="0"/>
              <a:buNone/>
            </a:pPr>
            <a:r>
              <a:t>DevSecOps embeds security throughout the software development lifecycle to identify and mitigate vulnerabilities early.</a:t>
            </a:r>
            <a:endParaRPr lang="en-US"/>
          </a:p>
          <a:p>
            <a:pPr marL="0" indent="0">
              <a:spcBef>
                <a:spcPts val="2500"/>
              </a:spcBef>
              <a:buFont typeface="Arial" panose="020B0604020202020204" pitchFamily="34" charset="0"/>
              <a:buNone/>
            </a:pPr>
            <a:r>
              <a:rPr lang="en-US" b="1"/>
              <a:t>Continuous Integration and Delivery</a:t>
            </a:r>
          </a:p>
          <a:p>
            <a:pPr marL="0" lvl="1" indent="0">
              <a:buFont typeface="Arial" panose="020B0604020202020204" pitchFamily="34" charset="0"/>
              <a:buNone/>
            </a:pPr>
            <a:r>
              <a:t>Security checks are automated within continuous integration and delivery workflows, ensuring faster and safer releases.</a:t>
            </a:r>
            <a:endParaRPr lang="en-US"/>
          </a:p>
          <a:p>
            <a:pPr marL="0" indent="0">
              <a:spcBef>
                <a:spcPts val="2500"/>
              </a:spcBef>
              <a:buFont typeface="Arial" panose="020B0604020202020204" pitchFamily="34" charset="0"/>
              <a:buNone/>
            </a:pPr>
            <a:r>
              <a:rPr lang="en-US" b="1"/>
              <a:t>Role of Jenkins Automation</a:t>
            </a:r>
          </a:p>
          <a:p>
            <a:pPr marL="0" lvl="1" indent="0">
              <a:buFont typeface="Arial" panose="020B0604020202020204" pitchFamily="34" charset="0"/>
              <a:buNone/>
            </a:pPr>
            <a:r>
              <a:t>Jenkins automates security tool integration, enforcing policies and vulnerability scans without slowing delivery.</a:t>
            </a:r>
            <a:endParaRPr lang="en-US"/>
          </a:p>
        </p:txBody>
      </p:sp>
    </p:spTree>
    <p:extLst>
      <p:ext uri="{BB962C8B-B14F-4D97-AF65-F5344CB8AC3E}">
        <p14:creationId xmlns:p14="http://schemas.microsoft.com/office/powerpoint/2010/main" val="20485436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4224A-20F1-9D19-2748-C6EEF92816EA}"/>
              </a:ext>
            </a:extLst>
          </p:cNvPr>
          <p:cNvSpPr>
            <a:spLocks noGrp="1"/>
          </p:cNvSpPr>
          <p:nvPr>
            <p:ph type="ctrTitle"/>
          </p:nvPr>
        </p:nvSpPr>
        <p:spPr>
          <a:xfrm>
            <a:off x="533400" y="1143000"/>
            <a:ext cx="8576636" cy="5271008"/>
          </a:xfrm>
        </p:spPr>
        <p:txBody>
          <a:bodyPr anchor="b">
            <a:normAutofit/>
          </a:bodyPr>
          <a:lstStyle/>
          <a:p>
            <a:r>
              <a:rPr lang="en-US"/>
              <a:t>Core Security Stages in DevSecOps</a:t>
            </a:r>
          </a:p>
        </p:txBody>
      </p:sp>
    </p:spTree>
    <p:extLst>
      <p:ext uri="{BB962C8B-B14F-4D97-AF65-F5344CB8AC3E}">
        <p14:creationId xmlns:p14="http://schemas.microsoft.com/office/powerpoint/2010/main" val="37863904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83237-CD44-9FFF-FD92-876A65F86A8A}"/>
              </a:ext>
            </a:extLst>
          </p:cNvPr>
          <p:cNvSpPr>
            <a:spLocks noGrp="1"/>
          </p:cNvSpPr>
          <p:nvPr>
            <p:ph type="title"/>
          </p:nvPr>
        </p:nvSpPr>
        <p:spPr>
          <a:xfrm>
            <a:off x="8888060" y="1016955"/>
            <a:ext cx="2770539" cy="1875475"/>
          </a:xfrm>
        </p:spPr>
        <p:txBody>
          <a:bodyPr anchor="t">
            <a:normAutofit/>
          </a:bodyPr>
          <a:lstStyle/>
          <a:p>
            <a:r>
              <a:rPr lang="en-US"/>
              <a:t>Secrets Analysis</a:t>
            </a:r>
          </a:p>
        </p:txBody>
      </p:sp>
      <p:pic>
        <p:nvPicPr>
          <p:cNvPr id="5" name="Content Placeholder 4" descr="digital technology concept">
            <a:extLst>
              <a:ext uri="{FF2B5EF4-FFF2-40B4-BE49-F238E27FC236}">
                <a16:creationId xmlns:a16="http://schemas.microsoft.com/office/drawing/2014/main" id="{56086013-3481-4166-8657-25AA1AC1541C}"/>
              </a:ext>
            </a:extLst>
          </p:cNvPr>
          <p:cNvPicPr>
            <a:picLocks noGrp="1" noChangeAspect="1"/>
          </p:cNvPicPr>
          <p:nvPr>
            <p:ph type="pic" sz="quarter" idx="13"/>
          </p:nvPr>
        </p:nvPicPr>
        <p:blipFill>
          <a:blip r:embed="rId3"/>
          <a:srcRect r="31707"/>
          <a:stretch>
            <a:fillRect/>
          </a:stretch>
        </p:blipFill>
        <p:spPr>
          <a:xfrm>
            <a:off x="20" y="10"/>
            <a:ext cx="8326303" cy="6857990"/>
          </a:xfrm>
          <a:prstGeom prst="rect">
            <a:avLst/>
          </a:prstGeom>
          <a:noFill/>
        </p:spPr>
      </p:pic>
      <p:sp>
        <p:nvSpPr>
          <p:cNvPr id="4" name="Content Placeholder 3">
            <a:extLst>
              <a:ext uri="{FF2B5EF4-FFF2-40B4-BE49-F238E27FC236}">
                <a16:creationId xmlns:a16="http://schemas.microsoft.com/office/drawing/2014/main" id="{B0E11902-B5E2-0323-5C16-DAC540B48BD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889055" y="3011335"/>
            <a:ext cx="2769544" cy="2844950"/>
          </a:xfrm>
        </p:spPr>
        <p:txBody>
          <a:bodyPr>
            <a:normAutofit/>
          </a:bodyPr>
          <a:lstStyle/>
          <a:p>
            <a:pPr marL="0" indent="0">
              <a:spcBef>
                <a:spcPts val="2500"/>
              </a:spcBef>
              <a:buFont typeface="Arial" panose="020B0604020202020204" pitchFamily="34" charset="0"/>
              <a:buNone/>
            </a:pPr>
            <a:r>
              <a:rPr lang="en-US" sz="1100" b="1"/>
              <a:t>Detecting Sensitive Information</a:t>
            </a:r>
          </a:p>
          <a:p>
            <a:pPr marL="0" lvl="1" indent="0">
              <a:buFont typeface="Arial" panose="020B0604020202020204" pitchFamily="34" charset="0"/>
              <a:buNone/>
            </a:pPr>
            <a:r>
              <a:rPr lang="en-US" sz="1100"/>
              <a:t>Secrets analysis detects API keys, passwords, and tokens in code repositories to prevent leaks.</a:t>
            </a:r>
          </a:p>
          <a:p>
            <a:pPr marL="0" indent="0">
              <a:spcBef>
                <a:spcPts val="2500"/>
              </a:spcBef>
              <a:buFont typeface="Arial" panose="020B0604020202020204" pitchFamily="34" charset="0"/>
              <a:buNone/>
            </a:pPr>
            <a:r>
              <a:rPr lang="en-US" sz="1100" b="1"/>
              <a:t>Integration with Jenkins</a:t>
            </a:r>
          </a:p>
          <a:p>
            <a:pPr marL="0" lvl="1" indent="0">
              <a:buFont typeface="Arial" panose="020B0604020202020204" pitchFamily="34" charset="0"/>
              <a:buNone/>
            </a:pPr>
            <a:r>
              <a:rPr lang="en-US" sz="1100"/>
              <a:t>Integrating secrets analysis tools with Jenkins scans code before commits reach remote repositories.</a:t>
            </a:r>
          </a:p>
          <a:p>
            <a:pPr marL="0" indent="0">
              <a:spcBef>
                <a:spcPts val="2500"/>
              </a:spcBef>
              <a:buFont typeface="Arial" panose="020B0604020202020204" pitchFamily="34" charset="0"/>
              <a:buNone/>
            </a:pPr>
            <a:r>
              <a:rPr lang="en-US" sz="1100" b="1"/>
              <a:t>Security Best Practices</a:t>
            </a:r>
          </a:p>
          <a:p>
            <a:pPr marL="0" lvl="1" indent="0">
              <a:buFont typeface="Arial" panose="020B0604020202020204" pitchFamily="34" charset="0"/>
              <a:buNone/>
            </a:pPr>
            <a:r>
              <a:rPr lang="en-US" sz="1100"/>
              <a:t>Using pre-commit hooks and automated scans enforces compliance and strengthens security posture.</a:t>
            </a:r>
          </a:p>
        </p:txBody>
      </p:sp>
    </p:spTree>
    <p:extLst>
      <p:ext uri="{BB962C8B-B14F-4D97-AF65-F5344CB8AC3E}">
        <p14:creationId xmlns:p14="http://schemas.microsoft.com/office/powerpoint/2010/main" val="7573574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1972C-5CED-9DDE-4031-AA1E7846475B}"/>
              </a:ext>
            </a:extLst>
          </p:cNvPr>
          <p:cNvSpPr>
            <a:spLocks noGrp="1"/>
          </p:cNvSpPr>
          <p:nvPr>
            <p:ph type="title"/>
          </p:nvPr>
        </p:nvSpPr>
        <p:spPr>
          <a:xfrm>
            <a:off x="4632163" y="1016955"/>
            <a:ext cx="7026437" cy="731520"/>
          </a:xfrm>
        </p:spPr>
        <p:txBody>
          <a:bodyPr anchor="t">
            <a:normAutofit/>
          </a:bodyPr>
          <a:lstStyle/>
          <a:p>
            <a:r>
              <a:rPr lang="en-US" sz="2500"/>
              <a:t>Static Application Security Testing (SAST)</a:t>
            </a:r>
          </a:p>
        </p:txBody>
      </p:sp>
      <p:pic>
        <p:nvPicPr>
          <p:cNvPr id="5" name="Content Placeholder 4" descr="Shot of a focussed young computer programmer working on his coding late at night">
            <a:extLst>
              <a:ext uri="{FF2B5EF4-FFF2-40B4-BE49-F238E27FC236}">
                <a16:creationId xmlns:a16="http://schemas.microsoft.com/office/drawing/2014/main" id="{445BF34A-B8DF-4B27-9229-3C198FDA3ED1}"/>
              </a:ext>
            </a:extLst>
          </p:cNvPr>
          <p:cNvPicPr>
            <a:picLocks noGrp="1" noChangeAspect="1"/>
          </p:cNvPicPr>
          <p:nvPr>
            <p:ph type="pic" sz="quarter" idx="13"/>
          </p:nvPr>
        </p:nvPicPr>
        <p:blipFill>
          <a:blip r:embed="rId3"/>
          <a:srcRect l="20829" r="24080" b="1"/>
          <a:stretch>
            <a:fillRect/>
          </a:stretch>
        </p:blipFill>
        <p:spPr>
          <a:xfrm>
            <a:off x="20" y="1"/>
            <a:ext cx="3998113" cy="6858000"/>
          </a:xfrm>
          <a:prstGeom prst="rect">
            <a:avLst/>
          </a:prstGeom>
          <a:noFill/>
        </p:spPr>
      </p:pic>
      <p:sp>
        <p:nvSpPr>
          <p:cNvPr id="4" name="Content Placeholder 3">
            <a:extLst>
              <a:ext uri="{FF2B5EF4-FFF2-40B4-BE49-F238E27FC236}">
                <a16:creationId xmlns:a16="http://schemas.microsoft.com/office/drawing/2014/main" id="{345AE073-76D4-5A54-9520-D8B343BDD76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168" y="2145668"/>
            <a:ext cx="7026432" cy="4077331"/>
          </a:xfrm>
        </p:spPr>
        <p:txBody>
          <a:bodyPr>
            <a:normAutofit/>
          </a:bodyPr>
          <a:lstStyle/>
          <a:p>
            <a:pPr marL="0" indent="0">
              <a:spcBef>
                <a:spcPts val="2500"/>
              </a:spcBef>
              <a:buFont typeface="Arial" panose="020B0604020202020204" pitchFamily="34" charset="0"/>
              <a:buNone/>
            </a:pPr>
            <a:r>
              <a:rPr lang="en-US" b="1"/>
              <a:t>Early Vulnerability Detection</a:t>
            </a:r>
          </a:p>
          <a:p>
            <a:pPr marL="0" lvl="1" indent="0">
              <a:buFont typeface="Arial" panose="020B0604020202020204" pitchFamily="34" charset="0"/>
              <a:buNone/>
            </a:pPr>
            <a:r>
              <a:t>SAST analyzes source code before compilation to identify security vulnerabilities early in development.</a:t>
            </a:r>
            <a:endParaRPr lang="en-US"/>
          </a:p>
          <a:p>
            <a:pPr marL="0" indent="0">
              <a:spcBef>
                <a:spcPts val="2500"/>
              </a:spcBef>
              <a:buFont typeface="Arial" panose="020B0604020202020204" pitchFamily="34" charset="0"/>
              <a:buNone/>
            </a:pPr>
            <a:r>
              <a:rPr lang="en-US" b="1"/>
              <a:t>Integration with Jenkins</a:t>
            </a:r>
          </a:p>
          <a:p>
            <a:pPr marL="0" lvl="1" indent="0">
              <a:buFont typeface="Arial" panose="020B0604020202020204" pitchFamily="34" charset="0"/>
              <a:buNone/>
            </a:pPr>
            <a:r>
              <a:t>SAST tools integrated with Jenkins automate security scans during build stages in the CI/CD pipeline.</a:t>
            </a:r>
            <a:endParaRPr lang="en-US"/>
          </a:p>
          <a:p>
            <a:pPr marL="0" indent="0">
              <a:spcBef>
                <a:spcPts val="2500"/>
              </a:spcBef>
              <a:buFont typeface="Arial" panose="020B0604020202020204" pitchFamily="34" charset="0"/>
              <a:buNone/>
            </a:pPr>
            <a:r>
              <a:rPr lang="en-US" b="1"/>
              <a:t>Cost Reduction and Compliance</a:t>
            </a:r>
          </a:p>
          <a:p>
            <a:pPr marL="0" lvl="1" indent="0">
              <a:buFont typeface="Arial" panose="020B0604020202020204" pitchFamily="34" charset="0"/>
              <a:buNone/>
            </a:pPr>
            <a:r>
              <a:t>Embedding SAST in development reduces late-stage fixes and ensures compliance with security standards.</a:t>
            </a:r>
            <a:endParaRPr lang="en-US"/>
          </a:p>
          <a:p>
            <a:pPr marL="0" indent="0">
              <a:spcBef>
                <a:spcPts val="2500"/>
              </a:spcBef>
              <a:buFont typeface="Arial" panose="020B0604020202020204" pitchFamily="34" charset="0"/>
              <a:buNone/>
            </a:pPr>
            <a:r>
              <a:rPr lang="en-US" b="1"/>
              <a:t>Popular Security Tools</a:t>
            </a:r>
          </a:p>
          <a:p>
            <a:pPr marL="0" lvl="1" indent="0">
              <a:buFont typeface="Arial" panose="020B0604020202020204" pitchFamily="34" charset="0"/>
              <a:buNone/>
            </a:pPr>
            <a:r>
              <a:t>Tools like Snyk provide actionable insights and seamless integration for automated security testing.</a:t>
            </a:r>
            <a:endParaRPr lang="en-US"/>
          </a:p>
        </p:txBody>
      </p:sp>
    </p:spTree>
    <p:extLst>
      <p:ext uri="{BB962C8B-B14F-4D97-AF65-F5344CB8AC3E}">
        <p14:creationId xmlns:p14="http://schemas.microsoft.com/office/powerpoint/2010/main" val="14540526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993-19AD-5A18-6EA4-A0C839BCED4B}"/>
              </a:ext>
            </a:extLst>
          </p:cNvPr>
          <p:cNvSpPr>
            <a:spLocks noGrp="1"/>
          </p:cNvSpPr>
          <p:nvPr>
            <p:ph type="title"/>
          </p:nvPr>
        </p:nvSpPr>
        <p:spPr>
          <a:xfrm>
            <a:off x="533399" y="1016955"/>
            <a:ext cx="4810129" cy="1269482"/>
          </a:xfrm>
        </p:spPr>
        <p:txBody>
          <a:bodyPr anchor="t">
            <a:normAutofit/>
          </a:bodyPr>
          <a:lstStyle/>
          <a:p>
            <a:r>
              <a:rPr lang="en-US" sz="3100"/>
              <a:t>Dynamic Application Security Testing (DAST) and RASP</a:t>
            </a:r>
          </a:p>
        </p:txBody>
      </p:sp>
      <p:pic>
        <p:nvPicPr>
          <p:cNvPr id="5" name="Content Placeholder 4" descr="Modern data center and technology background">
            <a:extLst>
              <a:ext uri="{FF2B5EF4-FFF2-40B4-BE49-F238E27FC236}">
                <a16:creationId xmlns:a16="http://schemas.microsoft.com/office/drawing/2014/main" id="{01C165BA-B30C-409D-B99A-7802D0620EFE}"/>
              </a:ext>
            </a:extLst>
          </p:cNvPr>
          <p:cNvPicPr>
            <a:picLocks noGrp="1" noChangeAspect="1"/>
          </p:cNvPicPr>
          <p:nvPr>
            <p:ph type="pic" sz="quarter" idx="13"/>
          </p:nvPr>
        </p:nvPicPr>
        <p:blipFill>
          <a:blip r:embed="rId3"/>
          <a:srcRect l="17423" r="40570" b="-1"/>
          <a:stretch>
            <a:fillRect/>
          </a:stretch>
        </p:blipFill>
        <p:spPr>
          <a:xfrm>
            <a:off x="634030" y="2495234"/>
            <a:ext cx="4709498" cy="3727766"/>
          </a:xfrm>
          <a:prstGeom prst="rect">
            <a:avLst/>
          </a:prstGeom>
          <a:noFill/>
        </p:spPr>
      </p:pic>
      <p:sp>
        <p:nvSpPr>
          <p:cNvPr id="4" name="Content Placeholder 3">
            <a:extLst>
              <a:ext uri="{FF2B5EF4-FFF2-40B4-BE49-F238E27FC236}">
                <a16:creationId xmlns:a16="http://schemas.microsoft.com/office/drawing/2014/main" id="{14884841-3920-12CA-F8F4-EBB4675EAC0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1010614"/>
            <a:ext cx="5753037" cy="5212386"/>
          </a:xfrm>
        </p:spPr>
        <p:txBody>
          <a:bodyPr>
            <a:normAutofit/>
          </a:bodyPr>
          <a:lstStyle/>
          <a:p>
            <a:pPr marL="0" indent="0">
              <a:spcBef>
                <a:spcPts val="2500"/>
              </a:spcBef>
              <a:buFont typeface="Arial" panose="020B0604020202020204" pitchFamily="34" charset="0"/>
              <a:buNone/>
            </a:pPr>
            <a:r>
              <a:rPr lang="en-US" b="1"/>
              <a:t>DAST Overview</a:t>
            </a:r>
          </a:p>
          <a:p>
            <a:pPr marL="0" lvl="1" indent="0">
              <a:buFont typeface="Arial" panose="020B0604020202020204" pitchFamily="34" charset="0"/>
              <a:buNone/>
            </a:pPr>
            <a:r>
              <a:t>DAST simulates attacks on running applications to find runtime vulnerabilities like input validation issues and misconfigurations.</a:t>
            </a:r>
            <a:endParaRPr lang="en-US"/>
          </a:p>
          <a:p>
            <a:pPr marL="0" indent="0">
              <a:spcBef>
                <a:spcPts val="2500"/>
              </a:spcBef>
              <a:buFont typeface="Arial" panose="020B0604020202020204" pitchFamily="34" charset="0"/>
              <a:buNone/>
            </a:pPr>
            <a:r>
              <a:rPr lang="en-US" b="1"/>
              <a:t>OWASP ZAP Integration</a:t>
            </a:r>
          </a:p>
          <a:p>
            <a:pPr marL="0" lvl="1" indent="0">
              <a:buFont typeface="Arial" panose="020B0604020202020204" pitchFamily="34" charset="0"/>
              <a:buNone/>
            </a:pPr>
            <a:r>
              <a:t>OWASP ZAP integrates with Jenkins pipelines to automate penetration testing during deployment phases, improving security efficiency.</a:t>
            </a:r>
            <a:endParaRPr lang="en-US"/>
          </a:p>
          <a:p>
            <a:pPr marL="0" indent="0">
              <a:spcBef>
                <a:spcPts val="2500"/>
              </a:spcBef>
              <a:buFont typeface="Arial" panose="020B0604020202020204" pitchFamily="34" charset="0"/>
              <a:buNone/>
            </a:pPr>
            <a:r>
              <a:rPr lang="en-US" b="1"/>
              <a:t>RASP Real-Time Protection</a:t>
            </a:r>
          </a:p>
          <a:p>
            <a:pPr marL="0" lvl="1" indent="0">
              <a:buFont typeface="Arial" panose="020B0604020202020204" pitchFamily="34" charset="0"/>
              <a:buNone/>
            </a:pPr>
            <a:r>
              <a:t>RASP monitors application behavior in real time to detect anomalies like broken authentication and malicious traffic without slowing performance.</a:t>
            </a:r>
            <a:endParaRPr lang="en-US"/>
          </a:p>
          <a:p>
            <a:pPr marL="0" indent="0">
              <a:spcBef>
                <a:spcPts val="2500"/>
              </a:spcBef>
              <a:buFont typeface="Arial" panose="020B0604020202020204" pitchFamily="34" charset="0"/>
              <a:buNone/>
            </a:pPr>
            <a:r>
              <a:rPr lang="en-US" b="1"/>
              <a:t>Comprehensive Security Coverage</a:t>
            </a:r>
          </a:p>
          <a:p>
            <a:pPr marL="0" lvl="1" indent="0">
              <a:buFont typeface="Arial" panose="020B0604020202020204" pitchFamily="34" charset="0"/>
              <a:buNone/>
            </a:pPr>
            <a:r>
              <a:t>Using DAST and RASP together ensures robust security from development through production environments.</a:t>
            </a:r>
            <a:endParaRPr lang="en-US"/>
          </a:p>
        </p:txBody>
      </p:sp>
    </p:spTree>
    <p:extLst>
      <p:ext uri="{BB962C8B-B14F-4D97-AF65-F5344CB8AC3E}">
        <p14:creationId xmlns:p14="http://schemas.microsoft.com/office/powerpoint/2010/main" val="6533464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71CE4-40D4-CFAD-336C-FDEE78B1D1F9}"/>
              </a:ext>
            </a:extLst>
          </p:cNvPr>
          <p:cNvSpPr>
            <a:spLocks noGrp="1"/>
          </p:cNvSpPr>
          <p:nvPr>
            <p:ph type="ctrTitle"/>
          </p:nvPr>
        </p:nvSpPr>
        <p:spPr>
          <a:xfrm>
            <a:off x="533400" y="1143000"/>
            <a:ext cx="8576636" cy="5271008"/>
          </a:xfrm>
        </p:spPr>
        <p:txBody>
          <a:bodyPr anchor="b">
            <a:normAutofit/>
          </a:bodyPr>
          <a:lstStyle/>
          <a:p>
            <a:r>
              <a:rPr lang="en-US"/>
              <a:t>DevSecOps Architecture and Tool Integration</a:t>
            </a:r>
          </a:p>
        </p:txBody>
      </p:sp>
    </p:spTree>
    <p:extLst>
      <p:ext uri="{BB962C8B-B14F-4D97-AF65-F5344CB8AC3E}">
        <p14:creationId xmlns:p14="http://schemas.microsoft.com/office/powerpoint/2010/main" val="34809322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ACCE3-B87B-DB15-1A37-612EFFAE80B9}"/>
              </a:ext>
            </a:extLst>
          </p:cNvPr>
          <p:cNvSpPr>
            <a:spLocks noGrp="1"/>
          </p:cNvSpPr>
          <p:nvPr>
            <p:ph type="title"/>
          </p:nvPr>
        </p:nvSpPr>
        <p:spPr>
          <a:xfrm>
            <a:off x="533398" y="1016955"/>
            <a:ext cx="11125201" cy="746759"/>
          </a:xfrm>
        </p:spPr>
        <p:txBody>
          <a:bodyPr anchor="t">
            <a:normAutofit/>
          </a:bodyPr>
          <a:lstStyle/>
          <a:p>
            <a:r>
              <a:rPr lang="en-US"/>
              <a:t>DevSecOps Pipeline Architecture</a:t>
            </a:r>
          </a:p>
        </p:txBody>
      </p:sp>
      <p:graphicFrame>
        <p:nvGraphicFramePr>
          <p:cNvPr id="4" name="Content Placeholder 3">
            <a:extLst>
              <a:ext uri="{FF2B5EF4-FFF2-40B4-BE49-F238E27FC236}">
                <a16:creationId xmlns:a16="http://schemas.microsoft.com/office/drawing/2014/main" id="{30F15D03-71F9-49D0-B6FD-0E9565087169}"/>
              </a:ext>
            </a:extLst>
          </p:cNvPr>
          <p:cNvGraphicFramePr>
            <a:graphicFrameLocks noGrp="1"/>
          </p:cNvGraphicFramePr>
          <p:nvPr>
            <p:ph idx="1"/>
            <p:extLst>
              <p:ext uri="{D42A27DB-BD31-4B8C-83A1-F6EECF244321}">
                <p14:modId xmlns:p14="http://schemas.microsoft.com/office/powerpoint/2010/main" val="1368654607"/>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3398" y="1748474"/>
          <a:ext cx="11125202" cy="4728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4569180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68BDC-B1A3-1D77-2C0A-B7CBB7612344}"/>
              </a:ext>
            </a:extLst>
          </p:cNvPr>
          <p:cNvSpPr>
            <a:spLocks noGrp="1"/>
          </p:cNvSpPr>
          <p:nvPr>
            <p:ph type="title"/>
          </p:nvPr>
        </p:nvSpPr>
        <p:spPr>
          <a:xfrm>
            <a:off x="4632163" y="1016955"/>
            <a:ext cx="7026437" cy="731520"/>
          </a:xfrm>
        </p:spPr>
        <p:txBody>
          <a:bodyPr anchor="t">
            <a:normAutofit/>
          </a:bodyPr>
          <a:lstStyle/>
          <a:p>
            <a:r>
              <a:rPr lang="en-US" sz="2500"/>
              <a:t>Integrating Snyk and OWASP ZAP with Jenkins</a:t>
            </a:r>
          </a:p>
        </p:txBody>
      </p:sp>
      <p:pic>
        <p:nvPicPr>
          <p:cNvPr id="5" name="Content Placeholder 4" descr="Biomedical engineering robot in a lab">
            <a:extLst>
              <a:ext uri="{FF2B5EF4-FFF2-40B4-BE49-F238E27FC236}">
                <a16:creationId xmlns:a16="http://schemas.microsoft.com/office/drawing/2014/main" id="{5E3892C7-6DD5-4058-8BCF-56109672A273}"/>
              </a:ext>
            </a:extLst>
          </p:cNvPr>
          <p:cNvPicPr>
            <a:picLocks noGrp="1" noChangeAspect="1"/>
          </p:cNvPicPr>
          <p:nvPr>
            <p:ph type="pic" sz="quarter" idx="13"/>
          </p:nvPr>
        </p:nvPicPr>
        <p:blipFill>
          <a:blip r:embed="rId3"/>
          <a:srcRect l="20452" r="40633" b="-2"/>
          <a:stretch>
            <a:fillRect/>
          </a:stretch>
        </p:blipFill>
        <p:spPr>
          <a:xfrm>
            <a:off x="20" y="1"/>
            <a:ext cx="3998113" cy="6858000"/>
          </a:xfrm>
          <a:prstGeom prst="rect">
            <a:avLst/>
          </a:prstGeom>
          <a:noFill/>
        </p:spPr>
      </p:pic>
      <p:sp>
        <p:nvSpPr>
          <p:cNvPr id="4" name="Content Placeholder 3">
            <a:extLst>
              <a:ext uri="{FF2B5EF4-FFF2-40B4-BE49-F238E27FC236}">
                <a16:creationId xmlns:a16="http://schemas.microsoft.com/office/drawing/2014/main" id="{6BF96C28-888C-48F6-7F69-0C9F099ECF0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168" y="2145668"/>
            <a:ext cx="7026432" cy="4077331"/>
          </a:xfrm>
        </p:spPr>
        <p:txBody>
          <a:bodyPr>
            <a:normAutofit/>
          </a:bodyPr>
          <a:lstStyle/>
          <a:p>
            <a:pPr marL="0" indent="0">
              <a:spcBef>
                <a:spcPts val="2500"/>
              </a:spcBef>
              <a:buFont typeface="Arial" panose="020B0604020202020204" pitchFamily="34" charset="0"/>
              <a:buNone/>
            </a:pPr>
            <a:r>
              <a:rPr lang="en-US" b="1"/>
              <a:t>Snyk Integration for SAST and SCA</a:t>
            </a:r>
          </a:p>
          <a:p>
            <a:pPr marL="0" lvl="1" indent="0">
              <a:buFont typeface="Arial" panose="020B0604020202020204" pitchFamily="34" charset="0"/>
              <a:buNone/>
            </a:pPr>
            <a:r>
              <a:t>Snyk integrates with Jenkins to automate static application security testing and software composition analysis during builds.</a:t>
            </a:r>
            <a:endParaRPr lang="en-US"/>
          </a:p>
          <a:p>
            <a:pPr marL="0" indent="0">
              <a:spcBef>
                <a:spcPts val="2500"/>
              </a:spcBef>
              <a:buFont typeface="Arial" panose="020B0604020202020204" pitchFamily="34" charset="0"/>
              <a:buNone/>
            </a:pPr>
            <a:r>
              <a:rPr lang="en-US" b="1"/>
              <a:t>OWASP ZAP for DAST Scanning</a:t>
            </a:r>
          </a:p>
          <a:p>
            <a:pPr marL="0" lvl="1" indent="0">
              <a:buFont typeface="Arial" panose="020B0604020202020204" pitchFamily="34" charset="0"/>
              <a:buNone/>
            </a:pPr>
            <a:r>
              <a:t>OWASP ZAP integrates with Jenkins to perform dynamic application security testing and generate vulnerability reports.</a:t>
            </a:r>
            <a:endParaRPr lang="en-US"/>
          </a:p>
          <a:p>
            <a:pPr marL="0" indent="0">
              <a:spcBef>
                <a:spcPts val="2500"/>
              </a:spcBef>
              <a:buFont typeface="Arial" panose="020B0604020202020204" pitchFamily="34" charset="0"/>
              <a:buNone/>
            </a:pPr>
            <a:r>
              <a:rPr lang="en-US" b="1"/>
              <a:t>Automated Security Enforcement</a:t>
            </a:r>
          </a:p>
          <a:p>
            <a:pPr marL="0" lvl="1" indent="0">
              <a:buFont typeface="Arial" panose="020B0604020202020204" pitchFamily="34" charset="0"/>
              <a:buNone/>
            </a:pPr>
            <a:r>
              <a:t>Automation enforces security policies, detects vulnerabilities early, and maintains compliance without manual steps.</a:t>
            </a:r>
            <a:endParaRPr lang="en-US"/>
          </a:p>
          <a:p>
            <a:pPr marL="0" indent="0">
              <a:spcBef>
                <a:spcPts val="2500"/>
              </a:spcBef>
              <a:buFont typeface="Arial" panose="020B0604020202020204" pitchFamily="34" charset="0"/>
              <a:buNone/>
            </a:pPr>
            <a:r>
              <a:rPr lang="en-US" b="1"/>
              <a:t>Faster Feedback and Reduced Risk</a:t>
            </a:r>
          </a:p>
          <a:p>
            <a:pPr marL="0" lvl="1" indent="0">
              <a:buFont typeface="Arial" panose="020B0604020202020204" pitchFamily="34" charset="0"/>
              <a:buNone/>
            </a:pPr>
            <a:r>
              <a:t>Automated scans provide rapid security feedback, accelerating development and reducing risk of insecure deployments.</a:t>
            </a:r>
            <a:endParaRPr lang="en-US"/>
          </a:p>
        </p:txBody>
      </p:sp>
    </p:spTree>
    <p:extLst>
      <p:ext uri="{BB962C8B-B14F-4D97-AF65-F5344CB8AC3E}">
        <p14:creationId xmlns:p14="http://schemas.microsoft.com/office/powerpoint/2010/main" val="3333631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2B0C8-57BC-DDE3-CAC9-C6117A84DCE3}"/>
              </a:ext>
            </a:extLst>
          </p:cNvPr>
          <p:cNvSpPr>
            <a:spLocks noGrp="1"/>
          </p:cNvSpPr>
          <p:nvPr>
            <p:ph type="ctrTitle"/>
          </p:nvPr>
        </p:nvSpPr>
        <p:spPr>
          <a:xfrm>
            <a:off x="533400" y="1143000"/>
            <a:ext cx="8576636" cy="5271008"/>
          </a:xfrm>
        </p:spPr>
        <p:txBody>
          <a:bodyPr anchor="b">
            <a:normAutofit/>
          </a:bodyPr>
          <a:lstStyle/>
          <a:p>
            <a:r>
              <a:rPr lang="en-US"/>
              <a:t>Case Study and Benefits</a:t>
            </a:r>
          </a:p>
        </p:txBody>
      </p:sp>
    </p:spTree>
    <p:extLst>
      <p:ext uri="{BB962C8B-B14F-4D97-AF65-F5344CB8AC3E}">
        <p14:creationId xmlns:p14="http://schemas.microsoft.com/office/powerpoint/2010/main" val="19558309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C89C9-F141-4098-AE3D-C99171C35CC7}"/>
              </a:ext>
            </a:extLst>
          </p:cNvPr>
          <p:cNvSpPr>
            <a:spLocks noGrp="1"/>
          </p:cNvSpPr>
          <p:nvPr>
            <p:ph type="title"/>
          </p:nvPr>
        </p:nvSpPr>
        <p:spPr>
          <a:xfrm>
            <a:off x="8212662" y="1016955"/>
            <a:ext cx="3445937" cy="1328932"/>
          </a:xfrm>
        </p:spPr>
        <p:txBody>
          <a:bodyPr anchor="t">
            <a:normAutofit/>
          </a:bodyPr>
          <a:lstStyle/>
          <a:p>
            <a:r>
              <a:rPr lang="en-US" sz="2800"/>
              <a:t>Case Study: Gainsight Implementation</a:t>
            </a:r>
          </a:p>
        </p:txBody>
      </p:sp>
      <p:pic>
        <p:nvPicPr>
          <p:cNvPr id="5" name="Content Placeholder 4" descr="Cloud computing concept isolated on white background">
            <a:extLst>
              <a:ext uri="{FF2B5EF4-FFF2-40B4-BE49-F238E27FC236}">
                <a16:creationId xmlns:a16="http://schemas.microsoft.com/office/drawing/2014/main" id="{DF24A2A3-4F33-47BC-AEFF-C67B8B71B2AA}"/>
              </a:ext>
            </a:extLst>
          </p:cNvPr>
          <p:cNvPicPr>
            <a:picLocks noGrp="1" noChangeAspect="1"/>
          </p:cNvPicPr>
          <p:nvPr>
            <p:ph type="pic" sz="quarter" idx="13"/>
          </p:nvPr>
        </p:nvPicPr>
        <p:blipFill>
          <a:blip r:embed="rId3"/>
          <a:srcRect l="7519" r="9540"/>
          <a:stretch>
            <a:fillRect/>
          </a:stretch>
        </p:blipFill>
        <p:spPr>
          <a:xfrm>
            <a:off x="20" y="10"/>
            <a:ext cx="7584124" cy="6857990"/>
          </a:xfrm>
          <a:prstGeom prst="rect">
            <a:avLst/>
          </a:prstGeom>
          <a:noFill/>
        </p:spPr>
      </p:pic>
      <p:sp>
        <p:nvSpPr>
          <p:cNvPr id="4" name="Content Placeholder 3">
            <a:extLst>
              <a:ext uri="{FF2B5EF4-FFF2-40B4-BE49-F238E27FC236}">
                <a16:creationId xmlns:a16="http://schemas.microsoft.com/office/drawing/2014/main" id="{2AF7EEC2-00B5-439F-648B-4DA8211AB6E0}"/>
              </a:ext>
            </a:extLst>
          </p:cNvPr>
          <p:cNvSpPr>
            <a:spLocks noGrp="1"/>
          </p:cNvSpPr>
          <p:nvPr>
            <p:ph sz="quarter" idx="18"/>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12663" y="2495232"/>
            <a:ext cx="3445936" cy="3727767"/>
          </a:xfrm>
        </p:spPr>
        <p:txBody>
          <a:bodyPr>
            <a:normAutofit/>
          </a:bodyPr>
          <a:lstStyle/>
          <a:p>
            <a:pPr marL="0" indent="0">
              <a:spcBef>
                <a:spcPts val="2500"/>
              </a:spcBef>
              <a:buFont typeface="Arial" panose="020B0604020202020204" pitchFamily="34" charset="0"/>
              <a:buNone/>
            </a:pPr>
            <a:r>
              <a:rPr lang="en-US" sz="1300" b="1"/>
              <a:t>Central Role of Jenkins</a:t>
            </a:r>
          </a:p>
          <a:p>
            <a:pPr marL="0" lvl="1" indent="0">
              <a:buFont typeface="Arial" panose="020B0604020202020204" pitchFamily="34" charset="0"/>
              <a:buNone/>
            </a:pPr>
            <a:r>
              <a:rPr lang="en-US" sz="1300"/>
              <a:t>Jenkins served as the central hub for integrating security tools throughout the development lifecycle, enabling seamless DevSecOps workflows.</a:t>
            </a:r>
          </a:p>
          <a:p>
            <a:pPr marL="0" indent="0">
              <a:spcBef>
                <a:spcPts val="2500"/>
              </a:spcBef>
              <a:buFont typeface="Arial" panose="020B0604020202020204" pitchFamily="34" charset="0"/>
              <a:buNone/>
            </a:pPr>
            <a:r>
              <a:rPr lang="en-US" sz="1300" b="1"/>
              <a:t>Automation and Collaboration</a:t>
            </a:r>
          </a:p>
          <a:p>
            <a:pPr marL="0" lvl="1" indent="0">
              <a:buFont typeface="Arial" panose="020B0604020202020204" pitchFamily="34" charset="0"/>
              <a:buNone/>
            </a:pPr>
            <a:r>
              <a:rPr lang="en-US" sz="1300"/>
              <a:t>Automating repetitive tasks reduced manual effort, while improved collaboration enhanced efficiency across development and security teams.</a:t>
            </a:r>
          </a:p>
          <a:p>
            <a:pPr marL="0" indent="0">
              <a:spcBef>
                <a:spcPts val="2500"/>
              </a:spcBef>
              <a:buFont typeface="Arial" panose="020B0604020202020204" pitchFamily="34" charset="0"/>
              <a:buNone/>
            </a:pPr>
            <a:r>
              <a:rPr lang="en-US" sz="1300" b="1"/>
              <a:t>Scalability and Security</a:t>
            </a:r>
          </a:p>
          <a:p>
            <a:pPr marL="0" lvl="1" indent="0">
              <a:buFont typeface="Arial" panose="020B0604020202020204" pitchFamily="34" charset="0"/>
              <a:buNone/>
            </a:pPr>
            <a:r>
              <a:rPr lang="en-US" sz="1300"/>
              <a:t>Infrastructure as Code enabled 95% scalable architecture, resulting in streamlined workflows and a strengthened security posture.</a:t>
            </a:r>
          </a:p>
        </p:txBody>
      </p:sp>
    </p:spTree>
    <p:extLst>
      <p:ext uri="{BB962C8B-B14F-4D97-AF65-F5344CB8AC3E}">
        <p14:creationId xmlns:p14="http://schemas.microsoft.com/office/powerpoint/2010/main" val="25444448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DB992-5489-1900-A965-21D8834ACD3E}"/>
              </a:ext>
            </a:extLst>
          </p:cNvPr>
          <p:cNvSpPr>
            <a:spLocks noGrp="1"/>
          </p:cNvSpPr>
          <p:nvPr>
            <p:ph type="title"/>
          </p:nvPr>
        </p:nvSpPr>
        <p:spPr>
          <a:xfrm>
            <a:off x="4632163" y="1016955"/>
            <a:ext cx="7026437" cy="731520"/>
          </a:xfrm>
        </p:spPr>
        <p:txBody>
          <a:bodyPr anchor="t">
            <a:normAutofit/>
          </a:bodyPr>
          <a:lstStyle/>
          <a:p>
            <a:r>
              <a:rPr lang="en-US" sz="2500"/>
              <a:t>Key Benefits of DevSecOps with Jenkins</a:t>
            </a:r>
          </a:p>
        </p:txBody>
      </p:sp>
      <p:pic>
        <p:nvPicPr>
          <p:cNvPr id="5" name="Content Placeholder 4" descr="Computer network security internet cyber technology">
            <a:extLst>
              <a:ext uri="{FF2B5EF4-FFF2-40B4-BE49-F238E27FC236}">
                <a16:creationId xmlns:a16="http://schemas.microsoft.com/office/drawing/2014/main" id="{59787EB1-78AA-484B-9A42-88FADE9DEA0F}"/>
              </a:ext>
            </a:extLst>
          </p:cNvPr>
          <p:cNvPicPr>
            <a:picLocks noGrp="1" noChangeAspect="1"/>
          </p:cNvPicPr>
          <p:nvPr>
            <p:ph type="pic" sz="quarter" idx="13"/>
          </p:nvPr>
        </p:nvPicPr>
        <p:blipFill>
          <a:blip r:embed="rId3"/>
          <a:srcRect l="27817" r="33268" b="-2"/>
          <a:stretch>
            <a:fillRect/>
          </a:stretch>
        </p:blipFill>
        <p:spPr>
          <a:xfrm>
            <a:off x="20" y="1"/>
            <a:ext cx="3998113" cy="6858000"/>
          </a:xfrm>
          <a:prstGeom prst="rect">
            <a:avLst/>
          </a:prstGeom>
          <a:noFill/>
        </p:spPr>
      </p:pic>
      <p:sp>
        <p:nvSpPr>
          <p:cNvPr id="4" name="Content Placeholder 3">
            <a:extLst>
              <a:ext uri="{FF2B5EF4-FFF2-40B4-BE49-F238E27FC236}">
                <a16:creationId xmlns:a16="http://schemas.microsoft.com/office/drawing/2014/main" id="{95F6B893-3F10-5DB1-1DB5-F3BC84240EE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168" y="2145668"/>
            <a:ext cx="7026432" cy="4077331"/>
          </a:xfrm>
        </p:spPr>
        <p:txBody>
          <a:bodyPr>
            <a:normAutofit/>
          </a:bodyPr>
          <a:lstStyle/>
          <a:p>
            <a:pPr marL="0" indent="0">
              <a:spcBef>
                <a:spcPts val="2500"/>
              </a:spcBef>
              <a:buFont typeface="Arial" panose="020B0604020202020204" pitchFamily="34" charset="0"/>
              <a:buNone/>
            </a:pPr>
            <a:r>
              <a:rPr lang="en-US" b="1"/>
              <a:t>Early Vulnerability Detection</a:t>
            </a:r>
          </a:p>
          <a:p>
            <a:pPr marL="0" lvl="1" indent="0">
              <a:buFont typeface="Arial" panose="020B0604020202020204" pitchFamily="34" charset="0"/>
              <a:buNone/>
            </a:pPr>
            <a:r>
              <a:t>DevSecOps with Jenkins enables early detection of vulnerabilities in code, dependencies, and runtime environments to reduce risks.</a:t>
            </a:r>
            <a:endParaRPr lang="en-US"/>
          </a:p>
          <a:p>
            <a:pPr marL="0" indent="0">
              <a:spcBef>
                <a:spcPts val="2500"/>
              </a:spcBef>
              <a:buFont typeface="Arial" panose="020B0604020202020204" pitchFamily="34" charset="0"/>
              <a:buNone/>
            </a:pPr>
            <a:r>
              <a:rPr lang="en-US" b="1"/>
              <a:t>Automated Compliance Checks</a:t>
            </a:r>
          </a:p>
          <a:p>
            <a:pPr marL="0" lvl="1" indent="0">
              <a:buFont typeface="Arial" panose="020B0604020202020204" pitchFamily="34" charset="0"/>
              <a:buNone/>
            </a:pPr>
            <a:r>
              <a:t>Automation ensures compliance with security standards through continuous checks, minimizing manual effort and errors.</a:t>
            </a:r>
            <a:endParaRPr lang="en-US"/>
          </a:p>
          <a:p>
            <a:pPr marL="0" indent="0">
              <a:spcBef>
                <a:spcPts val="2500"/>
              </a:spcBef>
              <a:buFont typeface="Arial" panose="020B0604020202020204" pitchFamily="34" charset="0"/>
              <a:buNone/>
            </a:pPr>
            <a:r>
              <a:rPr lang="en-US" b="1"/>
              <a:t>Enhanced Collaboration</a:t>
            </a:r>
          </a:p>
          <a:p>
            <a:pPr marL="0" lvl="1" indent="0">
              <a:buFont typeface="Arial" panose="020B0604020202020204" pitchFamily="34" charset="0"/>
              <a:buNone/>
            </a:pPr>
            <a:r>
              <a:t>DevSecOps fosters collaboration between development and security teams, accelerating delivery and improving security outcomes.</a:t>
            </a:r>
            <a:endParaRPr lang="en-US"/>
          </a:p>
          <a:p>
            <a:pPr marL="0" indent="0">
              <a:spcBef>
                <a:spcPts val="2500"/>
              </a:spcBef>
              <a:buFont typeface="Arial" panose="020B0604020202020204" pitchFamily="34" charset="0"/>
              <a:buNone/>
            </a:pPr>
            <a:r>
              <a:rPr lang="en-US" b="1"/>
              <a:t>Comprehensive Security Tools Integration</a:t>
            </a:r>
          </a:p>
          <a:p>
            <a:pPr marL="0" lvl="1" indent="0">
              <a:buFont typeface="Arial" panose="020B0604020202020204" pitchFamily="34" charset="0"/>
              <a:buNone/>
            </a:pPr>
            <a:r>
              <a:t>Integration of tools like Snyk and OWASP ZAP provides thorough static and dynamic testing for robust application security.</a:t>
            </a:r>
            <a:endParaRPr lang="en-US"/>
          </a:p>
        </p:txBody>
      </p:sp>
    </p:spTree>
    <p:extLst>
      <p:ext uri="{BB962C8B-B14F-4D97-AF65-F5344CB8AC3E}">
        <p14:creationId xmlns:p14="http://schemas.microsoft.com/office/powerpoint/2010/main" val="10090536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61972-3979-AAEE-E85C-6235E01B0452}"/>
              </a:ext>
            </a:extLst>
          </p:cNvPr>
          <p:cNvSpPr>
            <a:spLocks noGrp="1"/>
          </p:cNvSpPr>
          <p:nvPr>
            <p:ph type="ctrTitle"/>
          </p:nvPr>
        </p:nvSpPr>
        <p:spPr>
          <a:xfrm>
            <a:off x="533400" y="1143000"/>
            <a:ext cx="8576636" cy="5271008"/>
          </a:xfrm>
        </p:spPr>
        <p:txBody>
          <a:bodyPr anchor="b">
            <a:normAutofit/>
          </a:bodyPr>
          <a:lstStyle/>
          <a:p>
            <a:r>
              <a:rPr lang="en-US"/>
              <a:t>Conclusion and Key Takeaways</a:t>
            </a:r>
          </a:p>
        </p:txBody>
      </p:sp>
    </p:spTree>
    <p:extLst>
      <p:ext uri="{BB962C8B-B14F-4D97-AF65-F5344CB8AC3E}">
        <p14:creationId xmlns:p14="http://schemas.microsoft.com/office/powerpoint/2010/main" val="4603088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EA3C2-154F-AD91-BDFB-1B25F93946A2}"/>
              </a:ext>
            </a:extLst>
          </p:cNvPr>
          <p:cNvSpPr>
            <a:spLocks noGrp="1"/>
          </p:cNvSpPr>
          <p:nvPr>
            <p:ph type="title"/>
          </p:nvPr>
        </p:nvSpPr>
        <p:spPr>
          <a:xfrm>
            <a:off x="4632163" y="1016955"/>
            <a:ext cx="7026437" cy="731520"/>
          </a:xfrm>
        </p:spPr>
        <p:txBody>
          <a:bodyPr anchor="t">
            <a:normAutofit/>
          </a:bodyPr>
          <a:lstStyle/>
          <a:p>
            <a:r>
              <a:rPr lang="en-US"/>
              <a:t>Summary of Key Concepts</a:t>
            </a:r>
          </a:p>
        </p:txBody>
      </p:sp>
      <p:pic>
        <p:nvPicPr>
          <p:cNvPr id="5" name="Content Placeholder 4" descr="Conceptual image representing mosaic media interface and the digital software. A wall of screens  away from view, shimmering with an assortment of random graphics, animations and simple icon images.">
            <a:extLst>
              <a:ext uri="{FF2B5EF4-FFF2-40B4-BE49-F238E27FC236}">
                <a16:creationId xmlns:a16="http://schemas.microsoft.com/office/drawing/2014/main" id="{FCC9EDCD-E314-4F99-8DB6-7FBD788CB6DE}"/>
              </a:ext>
            </a:extLst>
          </p:cNvPr>
          <p:cNvPicPr>
            <a:picLocks noGrp="1" noChangeAspect="1"/>
          </p:cNvPicPr>
          <p:nvPr>
            <p:ph type="pic" sz="quarter" idx="13"/>
          </p:nvPr>
        </p:nvPicPr>
        <p:blipFill>
          <a:blip r:embed="rId3"/>
          <a:srcRect l="28488" r="18024" b="2"/>
          <a:stretch>
            <a:fillRect/>
          </a:stretch>
        </p:blipFill>
        <p:spPr>
          <a:xfrm>
            <a:off x="20" y="1"/>
            <a:ext cx="3998113" cy="6858000"/>
          </a:xfrm>
          <a:prstGeom prst="rect">
            <a:avLst/>
          </a:prstGeom>
          <a:noFill/>
        </p:spPr>
      </p:pic>
      <p:sp>
        <p:nvSpPr>
          <p:cNvPr id="4" name="Content Placeholder 3">
            <a:extLst>
              <a:ext uri="{FF2B5EF4-FFF2-40B4-BE49-F238E27FC236}">
                <a16:creationId xmlns:a16="http://schemas.microsoft.com/office/drawing/2014/main" id="{522E994B-6FDB-EAA7-1309-9035B43FC29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168" y="2145668"/>
            <a:ext cx="7026432" cy="4077331"/>
          </a:xfrm>
        </p:spPr>
        <p:txBody>
          <a:bodyPr>
            <a:normAutofit/>
          </a:bodyPr>
          <a:lstStyle/>
          <a:p>
            <a:pPr marL="0" indent="0">
              <a:spcBef>
                <a:spcPts val="2500"/>
              </a:spcBef>
              <a:buFont typeface="Arial" panose="020B0604020202020204" pitchFamily="34" charset="0"/>
              <a:buNone/>
            </a:pPr>
            <a:r>
              <a:rPr lang="en-US" b="1"/>
              <a:t>Embedding Security in CI/CD</a:t>
            </a:r>
          </a:p>
          <a:p>
            <a:pPr marL="0" lvl="1" indent="0">
              <a:buFont typeface="Arial" panose="020B0604020202020204" pitchFamily="34" charset="0"/>
              <a:buNone/>
            </a:pPr>
            <a:r>
              <a:t>DevSecOps integrates security early in CI/CD pipelines for proactive vulnerability detection and management.</a:t>
            </a:r>
            <a:endParaRPr lang="en-US"/>
          </a:p>
          <a:p>
            <a:pPr marL="0" indent="0">
              <a:spcBef>
                <a:spcPts val="2500"/>
              </a:spcBef>
              <a:buFont typeface="Arial" panose="020B0604020202020204" pitchFamily="34" charset="0"/>
              <a:buNone/>
            </a:pPr>
            <a:r>
              <a:rPr lang="en-US" b="1"/>
              <a:t>Key Security Practices</a:t>
            </a:r>
          </a:p>
          <a:p>
            <a:pPr marL="0" lvl="1" indent="0">
              <a:buFont typeface="Arial" panose="020B0604020202020204" pitchFamily="34" charset="0"/>
              <a:buNone/>
            </a:pPr>
            <a:r>
              <a:t>Practices like secrets analysis, SAST, SCA, DAST, and RASP strengthen software security throughout development.</a:t>
            </a:r>
            <a:endParaRPr lang="en-US"/>
          </a:p>
          <a:p>
            <a:pPr marL="0" indent="0">
              <a:spcBef>
                <a:spcPts val="2500"/>
              </a:spcBef>
              <a:buFont typeface="Arial" panose="020B0604020202020204" pitchFamily="34" charset="0"/>
              <a:buNone/>
            </a:pPr>
            <a:r>
              <a:rPr lang="en-US" b="1"/>
              <a:t>Jenkins as Automation Backbone</a:t>
            </a:r>
          </a:p>
          <a:p>
            <a:pPr marL="0" lvl="1" indent="0">
              <a:buFont typeface="Arial" panose="020B0604020202020204" pitchFamily="34" charset="0"/>
              <a:buNone/>
            </a:pPr>
            <a:r>
              <a:t>Jenkins enables seamless integration of security tools and enforces policies across all development stages.</a:t>
            </a:r>
            <a:endParaRPr lang="en-US"/>
          </a:p>
          <a:p>
            <a:pPr marL="0" indent="0">
              <a:spcBef>
                <a:spcPts val="2500"/>
              </a:spcBef>
              <a:buFont typeface="Arial" panose="020B0604020202020204" pitchFamily="34" charset="0"/>
              <a:buNone/>
            </a:pPr>
            <a:r>
              <a:rPr lang="en-US" b="1"/>
              <a:t>Benefits of DevSecOps Adoption</a:t>
            </a:r>
          </a:p>
          <a:p>
            <a:pPr marL="0" lvl="1" indent="0">
              <a:buFont typeface="Arial" panose="020B0604020202020204" pitchFamily="34" charset="0"/>
              <a:buNone/>
            </a:pPr>
            <a:r>
              <a:t>Adopting DevSecOps accelerates delivery, improves compliance, and enhances resilience to cyber threats.</a:t>
            </a:r>
            <a:endParaRPr lang="en-US"/>
          </a:p>
        </p:txBody>
      </p:sp>
    </p:spTree>
    <p:extLst>
      <p:ext uri="{BB962C8B-B14F-4D97-AF65-F5344CB8AC3E}">
        <p14:creationId xmlns:p14="http://schemas.microsoft.com/office/powerpoint/2010/main" val="668364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Modulo">
  <a:themeElements>
    <a:clrScheme name="Project Status Report">
      <a:dk1>
        <a:srgbClr val="000000"/>
      </a:dk1>
      <a:lt1>
        <a:srgbClr val="FFFFFF"/>
      </a:lt1>
      <a:dk2>
        <a:srgbClr val="3B4546"/>
      </a:dk2>
      <a:lt2>
        <a:srgbClr val="E7E6E6"/>
      </a:lt2>
      <a:accent1>
        <a:srgbClr val="B36041"/>
      </a:accent1>
      <a:accent2>
        <a:srgbClr val="6F8185"/>
      </a:accent2>
      <a:accent3>
        <a:srgbClr val="C78F8F"/>
      </a:accent3>
      <a:accent4>
        <a:srgbClr val="647961"/>
      </a:accent4>
      <a:accent5>
        <a:srgbClr val="B09C54"/>
      </a:accent5>
      <a:accent6>
        <a:srgbClr val="9AA749"/>
      </a:accent6>
      <a:hlink>
        <a:srgbClr val="75A073"/>
      </a:hlink>
      <a:folHlink>
        <a:srgbClr val="BD9C5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ulo_Copilot Layouts_win32_SD_V6" id="{49C5632F-1D3A-4333-ABAA-E3191A9D5D1B}" vid="{9EF76739-2083-4254-82E9-ECA94F6BD3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66CE19-BB35-48A2-AFDA-766E833300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B99ED26-B189-4BA1-99D0-1112D8C2F106}">
  <ds:schemaRefs>
    <ds:schemaRef ds:uri="http://purl.org/dc/dcmitype/"/>
    <ds:schemaRef ds:uri="http://schemas.microsoft.com/office/2006/metadata/properties"/>
    <ds:schemaRef ds:uri="http://schemas.microsoft.com/office/infopath/2007/PartnerControls"/>
    <ds:schemaRef ds:uri="http://purl.org/dc/terms/"/>
    <ds:schemaRef ds:uri="http://purl.org/dc/elements/1.1/"/>
    <ds:schemaRef ds:uri="http://schemas.microsoft.com/office/2006/documentManagement/types"/>
    <ds:schemaRef ds:uri="http://schemas.microsoft.com/sharepoint/v3"/>
    <ds:schemaRef ds:uri="http://schemas.openxmlformats.org/package/2006/metadata/core-properties"/>
    <ds:schemaRef ds:uri="16c05727-aa75-4e4a-9b5f-8a80a1165891"/>
    <ds:schemaRef ds:uri="230e9df3-be65-4c73-a93b-d1236ebd677e"/>
    <ds:schemaRef ds:uri="71af3243-3dd4-4a8d-8c0d-dd76da1f02a5"/>
    <ds:schemaRef ds:uri="http://www.w3.org/XML/1998/namespace"/>
  </ds:schemaRefs>
</ds:datastoreItem>
</file>

<file path=customXml/itemProps3.xml><?xml version="1.0" encoding="utf-8"?>
<ds:datastoreItem xmlns:ds="http://schemas.openxmlformats.org/officeDocument/2006/customXml" ds:itemID="{38E339AF-67FC-4BA3-8B2E-038B3ED310D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230</TotalTime>
  <Words>4</Words>
  <Application>Microsoft Office PowerPoint</Application>
  <PresentationFormat>Widescreen</PresentationFormat>
  <Paragraphs>2</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Modulo</vt:lpstr>
      <vt:lpstr>DevSecOps with Jenkins</vt:lpstr>
      <vt:lpstr>Introduction to DevSecOps with Jenkins</vt:lpstr>
      <vt:lpstr>Learning Objectives</vt:lpstr>
      <vt:lpstr>Overview of DevSecOps</vt:lpstr>
      <vt:lpstr>Core Security Stages in DevSecOps</vt:lpstr>
      <vt:lpstr>Secrets Analysis</vt:lpstr>
      <vt:lpstr>Static Application Security Testing (SAST)</vt:lpstr>
      <vt:lpstr>Dynamic Application Security Testing (DAST) and RASP</vt:lpstr>
      <vt:lpstr>DevSecOps Architecture and Tool Integration</vt:lpstr>
      <vt:lpstr>DevSecOps Pipeline Architecture</vt:lpstr>
      <vt:lpstr>Integrating Snyk and OWASP ZAP with Jenkins</vt:lpstr>
      <vt:lpstr>Case Study and Benefits</vt:lpstr>
      <vt:lpstr>Case Study: Gainsight Implementation</vt:lpstr>
      <vt:lpstr>Key Benefits of DevSecOps with Jenkins</vt:lpstr>
      <vt:lpstr>Conclusion and Key Takeaways</vt:lpstr>
      <vt:lpstr>Summary of Key Concepts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dcterms:created xsi:type="dcterms:W3CDTF">2025-05-21T23:03:00Z</dcterms:created>
  <dcterms:modified xsi:type="dcterms:W3CDTF">2025-12-09T06:27:40Z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MSIP_Label_dad3be33-4108-4738-9e07-d8656a181486_Enabled">
    <vt:lpwstr>true</vt:lpwstr>
  </property>
  <property fmtid="{D5CDD505-2E9C-101B-9397-08002B2CF9AE}" pid="5" name="MSIP_Label_dad3be33-4108-4738-9e07-d8656a181486_SetDate">
    <vt:lpwstr>2025-12-09T06:27:26Z</vt:lpwstr>
  </property>
  <property fmtid="{D5CDD505-2E9C-101B-9397-08002B2CF9AE}" pid="6" name="MSIP_Label_dad3be33-4108-4738-9e07-d8656a181486_Method">
    <vt:lpwstr>Privileged</vt:lpwstr>
  </property>
  <property fmtid="{D5CDD505-2E9C-101B-9397-08002B2CF9AE}" pid="7" name="MSIP_Label_dad3be33-4108-4738-9e07-d8656a181486_Name">
    <vt:lpwstr>Public No Visual Label</vt:lpwstr>
  </property>
  <property fmtid="{D5CDD505-2E9C-101B-9397-08002B2CF9AE}" pid="8" name="MSIP_Label_dad3be33-4108-4738-9e07-d8656a181486_SiteId">
    <vt:lpwstr>945c199a-83a2-4e80-9f8c-5a91be5752dd</vt:lpwstr>
  </property>
  <property fmtid="{D5CDD505-2E9C-101B-9397-08002B2CF9AE}" pid="9" name="MSIP_Label_dad3be33-4108-4738-9e07-d8656a181486_ActionId">
    <vt:lpwstr>8e6fd889-1a64-4091-8470-d57a2865334a</vt:lpwstr>
  </property>
  <property fmtid="{D5CDD505-2E9C-101B-9397-08002B2CF9AE}" pid="10" name="MSIP_Label_dad3be33-4108-4738-9e07-d8656a181486_ContentBits">
    <vt:lpwstr>0</vt:lpwstr>
  </property>
  <property fmtid="{D5CDD505-2E9C-101B-9397-08002B2CF9AE}" pid="11" name="MSIP_Label_dad3be33-4108-4738-9e07-d8656a181486_Tag">
    <vt:lpwstr>10, 0, 1, 2</vt:lpwstr>
  </property>
</Properties>
</file>